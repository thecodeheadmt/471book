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notesSlides/notesSlide11.xml" ContentType="application/vnd.openxmlformats-officedocument.presentationml.notesSlide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84" r:id="rId12"/>
    <p:sldId id="285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5C4999-0F50-4D18-A867-CEEEF015632D}" v="112" dt="2026-08-27T22:56:38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40" autoAdjust="0"/>
  </p:normalViewPr>
  <p:slideViewPr>
    <p:cSldViewPr snapToGrid="0" snapToObjects="1">
      <p:cViewPr>
        <p:scale>
          <a:sx n="88" d="100"/>
          <a:sy n="88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DF/DFCS" userId="a0ed988f-3bd3-448a-ab68-f6eca8eadb00" providerId="ADAL" clId="{D74FDB2A-C6F9-423C-9DA7-5C8A44CC196C}"/>
    <pc:docChg chg="undo redo custSel modSld">
      <pc:chgData name="Phan, Tiffany M Capt USAF USAFA DF/DFCS" userId="a0ed988f-3bd3-448a-ab68-f6eca8eadb00" providerId="ADAL" clId="{D74FDB2A-C6F9-423C-9DA7-5C8A44CC196C}" dt="2026-08-27T20:45:31.831" v="425" actId="1076"/>
      <pc:docMkLst>
        <pc:docMk/>
      </pc:docMkLst>
      <pc:sldChg chg="delSp modSp mod">
        <pc:chgData name="Phan, Tiffany M Capt USAF USAFA DF/DFCS" userId="a0ed988f-3bd3-448a-ab68-f6eca8eadb00" providerId="ADAL" clId="{D74FDB2A-C6F9-423C-9DA7-5C8A44CC196C}" dt="2026-08-27T19:43:48.638" v="18" actId="27636"/>
        <pc:sldMkLst>
          <pc:docMk/>
          <pc:sldMk cId="0" sldId="256"/>
        </pc:sldMkLst>
        <pc:spChg chg="mod">
          <ac:chgData name="Phan, Tiffany M Capt USAF USAFA DF/DFCS" userId="a0ed988f-3bd3-448a-ab68-f6eca8eadb00" providerId="ADAL" clId="{D74FDB2A-C6F9-423C-9DA7-5C8A44CC196C}" dt="2026-08-27T19:42:44.381" v="1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3:26.110" v="13" actId="1037"/>
          <ac:spMkLst>
            <pc:docMk/>
            <pc:sldMk cId="0" sldId="256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3:00.349" v="3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3:16.205" v="6" actId="403"/>
          <ac:spMkLst>
            <pc:docMk/>
            <pc:sldMk cId="0" sldId="256"/>
            <ac:spMk id="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3:16.205" v="6" actId="403"/>
          <ac:spMkLst>
            <pc:docMk/>
            <pc:sldMk cId="0" sldId="256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3:16.205" v="6" actId="403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3:16.205" v="6" actId="403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3:48.638" v="18" actId="27636"/>
          <ac:spMkLst>
            <pc:docMk/>
            <pc:sldMk cId="0" sldId="256"/>
            <ac:spMk id="24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19:43:40.641" v="14" actId="478"/>
          <ac:spMkLst>
            <pc:docMk/>
            <pc:sldMk cId="0" sldId="256"/>
            <ac:spMk id="31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27T19:44:24.825" v="45" actId="403"/>
        <pc:sldMkLst>
          <pc:docMk/>
          <pc:sldMk cId="0" sldId="257"/>
        </pc:sldMkLst>
        <pc:spChg chg="mod">
          <ac:chgData name="Phan, Tiffany M Capt USAF USAFA DF/DFCS" userId="a0ed988f-3bd3-448a-ab68-f6eca8eadb00" providerId="ADAL" clId="{D74FDB2A-C6F9-423C-9DA7-5C8A44CC196C}" dt="2026-08-27T19:44:14.918" v="22" actId="404"/>
          <ac:spMkLst>
            <pc:docMk/>
            <pc:sldMk cId="0" sldId="257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24.825" v="45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14.918" v="22" actId="404"/>
          <ac:spMkLst>
            <pc:docMk/>
            <pc:sldMk cId="0" sldId="257"/>
            <ac:spMk id="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24.825" v="45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14.918" v="22" actId="40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14.918" v="22" actId="40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24.825" v="45" actId="40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14.918" v="22" actId="404"/>
          <ac:spMkLst>
            <pc:docMk/>
            <pc:sldMk cId="0" sldId="257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24.825" v="45" actId="403"/>
          <ac:spMkLst>
            <pc:docMk/>
            <pc:sldMk cId="0" sldId="257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14.918" v="22" actId="40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24.825" v="45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14.918" v="22" actId="404"/>
          <ac:spMkLst>
            <pc:docMk/>
            <pc:sldMk cId="0" sldId="257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14.918" v="22" actId="404"/>
          <ac:spMkLst>
            <pc:docMk/>
            <pc:sldMk cId="0" sldId="257"/>
            <ac:spMk id="2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24.825" v="45" actId="403"/>
          <ac:spMkLst>
            <pc:docMk/>
            <pc:sldMk cId="0" sldId="257"/>
            <ac:spMk id="22" creationId="{00000000-0000-0000-0000-000000000000}"/>
          </ac:spMkLst>
        </pc:spChg>
      </pc:sldChg>
      <pc:sldChg chg="addSp delSp modSp mod">
        <pc:chgData name="Phan, Tiffany M Capt USAF USAFA DF/DFCS" userId="a0ed988f-3bd3-448a-ab68-f6eca8eadb00" providerId="ADAL" clId="{D74FDB2A-C6F9-423C-9DA7-5C8A44CC196C}" dt="2026-08-27T20:05:26.761" v="262"/>
        <pc:sldMkLst>
          <pc:docMk/>
          <pc:sldMk cId="0" sldId="259"/>
        </pc:sldMkLst>
        <pc:spChg chg="mod">
          <ac:chgData name="Phan, Tiffany M Capt USAF USAFA DF/DFCS" userId="a0ed988f-3bd3-448a-ab68-f6eca8eadb00" providerId="ADAL" clId="{D74FDB2A-C6F9-423C-9DA7-5C8A44CC196C}" dt="2026-08-27T19:44:42.888" v="49" actId="404"/>
          <ac:spMkLst>
            <pc:docMk/>
            <pc:sldMk cId="0" sldId="259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42.888" v="49" actId="404"/>
          <ac:spMkLst>
            <pc:docMk/>
            <pc:sldMk cId="0" sldId="259"/>
            <ac:spMk id="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42.888" v="49" actId="404"/>
          <ac:spMkLst>
            <pc:docMk/>
            <pc:sldMk cId="0" sldId="259"/>
            <ac:spMk id="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42.888" v="49" actId="404"/>
          <ac:spMkLst>
            <pc:docMk/>
            <pc:sldMk cId="0" sldId="259"/>
            <ac:spMk id="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8:03.897" v="51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8:03.897" v="51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8:03.897" v="51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8:03.897" v="51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9:14.670" v="60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9:14.670" v="60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42.888" v="49" actId="40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2:22.396" v="103" actId="1410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1:07.398" v="92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1:07.398" v="92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1:07.398" v="92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1:07.398" v="92" actId="1076"/>
          <ac:spMkLst>
            <pc:docMk/>
            <pc:sldMk cId="0" sldId="259"/>
            <ac:spMk id="3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8:03.897" v="51" actId="107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8:03.897" v="51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1:07.398" v="92" actId="1076"/>
          <ac:spMkLst>
            <pc:docMk/>
            <pc:sldMk cId="0" sldId="259"/>
            <ac:spMk id="3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1:07.398" v="92" actId="1076"/>
          <ac:spMkLst>
            <pc:docMk/>
            <pc:sldMk cId="0" sldId="259"/>
            <ac:spMk id="3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1:07.398" v="92" actId="107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2:01.659" v="100" actId="107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2:17.457" v="102" actId="107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44:42.888" v="49" actId="404"/>
          <ac:spMkLst>
            <pc:docMk/>
            <pc:sldMk cId="0" sldId="259"/>
            <ac:spMk id="44" creationId="{CFC13F4C-6AD7-65AF-84FA-70FE2D332FCF}"/>
          </ac:spMkLst>
        </pc:spChg>
        <pc:spChg chg="mod">
          <ac:chgData name="Phan, Tiffany M Capt USAF USAFA DF/DFCS" userId="a0ed988f-3bd3-448a-ab68-f6eca8eadb00" providerId="ADAL" clId="{D74FDB2A-C6F9-423C-9DA7-5C8A44CC196C}" dt="2026-08-27T19:44:42.888" v="49" actId="404"/>
          <ac:spMkLst>
            <pc:docMk/>
            <pc:sldMk cId="0" sldId="259"/>
            <ac:spMk id="45" creationId="{96961F0D-069E-27C4-D137-8B681B2B1783}"/>
          </ac:spMkLst>
        </pc:spChg>
        <pc:spChg chg="mod">
          <ac:chgData name="Phan, Tiffany M Capt USAF USAFA DF/DFCS" userId="a0ed988f-3bd3-448a-ab68-f6eca8eadb00" providerId="ADAL" clId="{D74FDB2A-C6F9-423C-9DA7-5C8A44CC196C}" dt="2026-08-27T19:44:42.888" v="49" actId="404"/>
          <ac:spMkLst>
            <pc:docMk/>
            <pc:sldMk cId="0" sldId="259"/>
            <ac:spMk id="46" creationId="{537E1F2A-3E66-F5AB-007E-88597F4AC05C}"/>
          </ac:spMkLst>
        </pc:spChg>
        <pc:spChg chg="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47" creationId="{AE72F462-1234-7AF5-0DDA-0861917DCF96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30.629" v="55" actId="1076"/>
          <ac:spMkLst>
            <pc:docMk/>
            <pc:sldMk cId="0" sldId="259"/>
            <ac:spMk id="48" creationId="{8EF0AB8E-3A36-2433-6097-562D64044997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30.629" v="55" actId="1076"/>
          <ac:spMkLst>
            <pc:docMk/>
            <pc:sldMk cId="0" sldId="259"/>
            <ac:spMk id="49" creationId="{0B7D45DF-38CC-04B3-1475-50A91BF50239}"/>
          </ac:spMkLst>
        </pc:spChg>
        <pc:spChg chg="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50" creationId="{C96346DA-A3D1-666B-4106-F1EC462CE49C}"/>
          </ac:spMkLst>
        </pc:spChg>
        <pc:spChg chg="add 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51" creationId="{52C7039E-BBCD-DAD8-6423-8BC1AAFFE334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30.629" v="55" actId="1076"/>
          <ac:spMkLst>
            <pc:docMk/>
            <pc:sldMk cId="0" sldId="259"/>
            <ac:spMk id="52" creationId="{7A56960C-FD81-6781-23AB-91BCD289DB07}"/>
          </ac:spMkLst>
        </pc:spChg>
        <pc:spChg chg="add 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53" creationId="{AC7DE8BE-B75B-50AF-DBC4-3545B5E2659F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30.629" v="55" actId="1076"/>
          <ac:spMkLst>
            <pc:docMk/>
            <pc:sldMk cId="0" sldId="259"/>
            <ac:spMk id="54" creationId="{4CBC4C2F-422D-E8D4-0848-114557CCD594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30.629" v="55" actId="1076"/>
          <ac:spMkLst>
            <pc:docMk/>
            <pc:sldMk cId="0" sldId="259"/>
            <ac:spMk id="55" creationId="{C66232A9-EA26-A052-B28B-52AF274A6D71}"/>
          </ac:spMkLst>
        </pc:spChg>
        <pc:spChg chg="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56" creationId="{B9F2C344-14DB-E8F4-66A9-3961B38AD5F6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30.629" v="55" actId="1076"/>
          <ac:spMkLst>
            <pc:docMk/>
            <pc:sldMk cId="0" sldId="259"/>
            <ac:spMk id="58" creationId="{32B52417-813C-397E-9832-B5A213649DF4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9:58.055" v="76" actId="1076"/>
          <ac:spMkLst>
            <pc:docMk/>
            <pc:sldMk cId="0" sldId="259"/>
            <ac:spMk id="59" creationId="{3F4BCB6A-5E30-7EFB-59CE-BB748ADAD938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9:58.055" v="76" actId="1076"/>
          <ac:spMkLst>
            <pc:docMk/>
            <pc:sldMk cId="0" sldId="259"/>
            <ac:spMk id="60" creationId="{EFF8C5E4-B3AC-94D4-13EF-D8E4737DF282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45.172" v="57" actId="1076"/>
          <ac:spMkLst>
            <pc:docMk/>
            <pc:sldMk cId="0" sldId="259"/>
            <ac:spMk id="61" creationId="{83F65CD3-77C3-EC9F-3D95-A78FF7BEF41F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45.172" v="57" actId="1076"/>
          <ac:spMkLst>
            <pc:docMk/>
            <pc:sldMk cId="0" sldId="259"/>
            <ac:spMk id="62" creationId="{CDE0A508-0AFE-C499-1A89-A70139CD4703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45.172" v="57" actId="1076"/>
          <ac:spMkLst>
            <pc:docMk/>
            <pc:sldMk cId="0" sldId="259"/>
            <ac:spMk id="63" creationId="{BCF4FCF9-A317-2CD8-47C7-D95C7EA3409F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45.172" v="57" actId="1076"/>
          <ac:spMkLst>
            <pc:docMk/>
            <pc:sldMk cId="0" sldId="259"/>
            <ac:spMk id="64" creationId="{B3075072-5C98-997A-A745-59A17BA6E4C4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45.172" v="57" actId="1076"/>
          <ac:spMkLst>
            <pc:docMk/>
            <pc:sldMk cId="0" sldId="259"/>
            <ac:spMk id="66" creationId="{3F595045-9051-059C-1AD6-31E4105A65D6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45.172" v="57" actId="1076"/>
          <ac:spMkLst>
            <pc:docMk/>
            <pc:sldMk cId="0" sldId="259"/>
            <ac:spMk id="67" creationId="{95C7F823-36EF-69ED-6B14-A48557D24D2E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45.172" v="57" actId="1076"/>
          <ac:spMkLst>
            <pc:docMk/>
            <pc:sldMk cId="0" sldId="259"/>
            <ac:spMk id="68" creationId="{C8691FFA-9B3D-2B2E-289F-C4B3759DAD51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8:45.172" v="57" actId="1076"/>
          <ac:spMkLst>
            <pc:docMk/>
            <pc:sldMk cId="0" sldId="259"/>
            <ac:spMk id="69" creationId="{E4C1132F-FD9C-A71C-79FD-D22FC4A5AB3E}"/>
          </ac:spMkLst>
        </pc:spChg>
        <pc:spChg chg="add 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72" creationId="{07A36194-A0FC-A82B-557B-E0CC569C096D}"/>
          </ac:spMkLst>
        </pc:spChg>
        <pc:spChg chg="add mod">
          <ac:chgData name="Phan, Tiffany M Capt USAF USAFA DF/DFCS" userId="a0ed988f-3bd3-448a-ab68-f6eca8eadb00" providerId="ADAL" clId="{D74FDB2A-C6F9-423C-9DA7-5C8A44CC196C}" dt="2026-08-27T19:50:04.711" v="77" actId="1076"/>
          <ac:spMkLst>
            <pc:docMk/>
            <pc:sldMk cId="0" sldId="259"/>
            <ac:spMk id="73" creationId="{D6DF03FC-241D-F35D-FA2B-92A2A6ECED2E}"/>
          </ac:spMkLst>
        </pc:spChg>
        <pc:spChg chg="mod">
          <ac:chgData name="Phan, Tiffany M Capt USAF USAFA DF/DFCS" userId="a0ed988f-3bd3-448a-ab68-f6eca8eadb00" providerId="ADAL" clId="{D74FDB2A-C6F9-423C-9DA7-5C8A44CC196C}" dt="2026-08-27T19:50:04.711" v="77" actId="1076"/>
          <ac:spMkLst>
            <pc:docMk/>
            <pc:sldMk cId="0" sldId="259"/>
            <ac:spMk id="74" creationId="{06C75CAB-C2C2-5B14-3E81-16B9E095E134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76" creationId="{4EBBE5AD-07D3-5275-8710-4B4B28EB73D7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77" creationId="{BAE032C6-3766-43F2-833A-250E48B5F7C0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78" creationId="{33F17E4C-D614-F0B1-BEB3-6BEA52F7FAEA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80" creationId="{E575659D-CC10-0E87-6A41-21BC8EE4255C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81" creationId="{E8418EB2-8592-2860-2F2A-8FEBDE240EFC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82" creationId="{562E1BFD-95D7-9406-A66D-EEDBC20B36C7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83" creationId="{1D7120CD-4B17-4B85-FD7C-8FB90DE9DAEB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84" creationId="{7C7B13B4-AED5-D729-985E-3A4B17C89E15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85" creationId="{E5315C2F-6A0A-FC03-8EFA-16EA6EE5AD9F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8.135" v="91" actId="21"/>
          <ac:spMkLst>
            <pc:docMk/>
            <pc:sldMk cId="0" sldId="259"/>
            <ac:spMk id="88" creationId="{CCF4C6A1-CC37-F043-376D-BFEAAB40AF5C}"/>
          </ac:spMkLst>
        </pc:spChg>
        <pc:spChg chg="mod">
          <ac:chgData name="Phan, Tiffany M Capt USAF USAFA DF/DFCS" userId="a0ed988f-3bd3-448a-ab68-f6eca8eadb00" providerId="ADAL" clId="{D74FDB2A-C6F9-423C-9DA7-5C8A44CC196C}" dt="2026-08-27T19:50:10.258" v="78" actId="1076"/>
          <ac:spMkLst>
            <pc:docMk/>
            <pc:sldMk cId="0" sldId="259"/>
            <ac:spMk id="89" creationId="{0089F094-EE1C-FE1B-A8BF-461FCA852E5E}"/>
          </ac:spMkLst>
        </pc:spChg>
        <pc:spChg chg="add mod">
          <ac:chgData name="Phan, Tiffany M Capt USAF USAFA DF/DFCS" userId="a0ed988f-3bd3-448a-ab68-f6eca8eadb00" providerId="ADAL" clId="{D74FDB2A-C6F9-423C-9DA7-5C8A44CC196C}" dt="2026-08-27T19:49:42.309" v="75" actId="14100"/>
          <ac:spMkLst>
            <pc:docMk/>
            <pc:sldMk cId="0" sldId="259"/>
            <ac:spMk id="90" creationId="{8F6556F1-56D2-17E7-E0A8-285D7B4C3DC5}"/>
          </ac:spMkLst>
        </pc:spChg>
        <pc:spChg chg="add mod">
          <ac:chgData name="Phan, Tiffany M Capt USAF USAFA DF/DFCS" userId="a0ed988f-3bd3-448a-ab68-f6eca8eadb00" providerId="ADAL" clId="{D74FDB2A-C6F9-423C-9DA7-5C8A44CC196C}" dt="2026-08-27T19:51:07.398" v="92" actId="1076"/>
          <ac:spMkLst>
            <pc:docMk/>
            <pc:sldMk cId="0" sldId="259"/>
            <ac:spMk id="91" creationId="{90882C66-A957-3127-EBBE-F5A8283365DD}"/>
          </ac:spMkLst>
        </pc:spChg>
        <pc:spChg chg="add 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92" creationId="{275EF863-9EE9-5A97-BEEB-279266809471}"/>
          </ac:spMkLst>
        </pc:spChg>
        <pc:spChg chg="add mod">
          <ac:chgData name="Phan, Tiffany M Capt USAF USAFA DF/DFCS" userId="a0ed988f-3bd3-448a-ab68-f6eca8eadb00" providerId="ADAL" clId="{D74FDB2A-C6F9-423C-9DA7-5C8A44CC196C}" dt="2026-08-27T19:52:13.003" v="101" actId="1076"/>
          <ac:spMkLst>
            <pc:docMk/>
            <pc:sldMk cId="0" sldId="259"/>
            <ac:spMk id="93" creationId="{8546B07C-021C-9E14-4145-52E95365FD00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0:53.711" v="90" actId="478"/>
          <ac:spMkLst>
            <pc:docMk/>
            <pc:sldMk cId="0" sldId="259"/>
            <ac:spMk id="95" creationId="{1A53A2C4-5B50-E175-7289-3455842E1D02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97" creationId="{8B2402D8-CDA7-2EEA-BD99-E8F59CAE2638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99" creationId="{1C2E33C4-3F4F-0343-B30C-FB4BC04F753C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101" creationId="{EE275A89-BDBD-B5A7-D252-92C772DF82BA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103" creationId="{7B6B7808-FE86-1291-DB88-AAF829679529}"/>
          </ac:spMkLst>
        </pc:spChg>
        <pc:spChg chg="add mod">
          <ac:chgData name="Phan, Tiffany M Capt USAF USAFA DF/DFCS" userId="a0ed988f-3bd3-448a-ab68-f6eca8eadb00" providerId="ADAL" clId="{D74FDB2A-C6F9-423C-9DA7-5C8A44CC196C}" dt="2026-08-27T19:51:15.130" v="94" actId="1076"/>
          <ac:spMkLst>
            <pc:docMk/>
            <pc:sldMk cId="0" sldId="259"/>
            <ac:spMk id="107" creationId="{E6C85D36-4E06-C98C-4919-CB68B3E75999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109" creationId="{D7A52036-F3AF-E30C-E64C-A50B4F4C79D0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111" creationId="{55E44556-224D-5585-7D20-24BA1F8DA577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113" creationId="{4BC6B982-13E5-A92B-6A0D-526359201656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115" creationId="{03319097-2219-58D8-8023-7AFFCA303B6A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121" creationId="{9144A416-7286-F2A8-4ED4-B2D938F10EB2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19:51:53.006" v="97" actId="478"/>
          <ac:spMkLst>
            <pc:docMk/>
            <pc:sldMk cId="0" sldId="259"/>
            <ac:spMk id="124" creationId="{2876B17E-ABAC-4780-6EF2-B9A4B5A53D0A}"/>
          </ac:spMkLst>
        </pc:spChg>
        <pc:graphicFrameChg chg="add mod modGraphic">
          <ac:chgData name="Phan, Tiffany M Capt USAF USAFA DF/DFCS" userId="a0ed988f-3bd3-448a-ab68-f6eca8eadb00" providerId="ADAL" clId="{D74FDB2A-C6F9-423C-9DA7-5C8A44CC196C}" dt="2026-08-27T20:05:26.761" v="262"/>
          <ac:graphicFrameMkLst>
            <pc:docMk/>
            <pc:sldMk cId="0" sldId="259"/>
            <ac:graphicFrameMk id="125" creationId="{0CC45B44-9503-3198-D3F0-5553379C827E}"/>
          </ac:graphicFrameMkLst>
        </pc:graphicFrameChg>
      </pc:sldChg>
      <pc:sldChg chg="modSp mod">
        <pc:chgData name="Phan, Tiffany M Capt USAF USAFA DF/DFCS" userId="a0ed988f-3bd3-448a-ab68-f6eca8eadb00" providerId="ADAL" clId="{D74FDB2A-C6F9-423C-9DA7-5C8A44CC196C}" dt="2026-08-27T20:05:47.862" v="268" actId="404"/>
        <pc:sldMkLst>
          <pc:docMk/>
          <pc:sldMk cId="0" sldId="260"/>
        </pc:sldMkLst>
        <pc:spChg chg="mod">
          <ac:chgData name="Phan, Tiffany M Capt USAF USAFA DF/DFCS" userId="a0ed988f-3bd3-448a-ab68-f6eca8eadb00" providerId="ADAL" clId="{D74FDB2A-C6F9-423C-9DA7-5C8A44CC196C}" dt="2026-08-27T20:05:47.862" v="268" actId="404"/>
          <ac:spMkLst>
            <pc:docMk/>
            <pc:sldMk cId="0" sldId="260"/>
            <ac:spMk id="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5:47.862" v="268" actId="40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5:59.592" v="21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5:47.862" v="268" actId="404"/>
          <ac:spMkLst>
            <pc:docMk/>
            <pc:sldMk cId="0" sldId="260"/>
            <ac:spMk id="17" creationId="{00000000-0000-0000-0000-000000000000}"/>
          </ac:spMkLst>
        </pc:spChg>
      </pc:sldChg>
      <pc:sldChg chg="addSp delSp modSp mod">
        <pc:chgData name="Phan, Tiffany M Capt USAF USAFA DF/DFCS" userId="a0ed988f-3bd3-448a-ab68-f6eca8eadb00" providerId="ADAL" clId="{D74FDB2A-C6F9-423C-9DA7-5C8A44CC196C}" dt="2026-08-27T20:03:42.358" v="245" actId="14100"/>
        <pc:sldMkLst>
          <pc:docMk/>
          <pc:sldMk cId="0" sldId="261"/>
        </pc:sldMkLst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6:32.115" v="21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39.714" v="226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6:23.925" v="216" actId="40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6:23.925" v="216" actId="403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3:31.406" v="242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50.194" v="227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8:50.194" v="227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3:34.885" v="243" actId="1410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6:23.925" v="216" actId="403"/>
          <ac:spMkLst>
            <pc:docMk/>
            <pc:sldMk cId="0" sldId="261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6:23.925" v="216" actId="403"/>
          <ac:spMkLst>
            <pc:docMk/>
            <pc:sldMk cId="0" sldId="261"/>
            <ac:spMk id="2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3:42.358" v="245" actId="14100"/>
          <ac:spMkLst>
            <pc:docMk/>
            <pc:sldMk cId="0" sldId="261"/>
            <ac:spMk id="2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9:08.714" v="230" actId="107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19:59:08.714" v="230" actId="1076"/>
          <ac:spMkLst>
            <pc:docMk/>
            <pc:sldMk cId="0" sldId="261"/>
            <ac:spMk id="30" creationId="{00000000-0000-0000-0000-000000000000}"/>
          </ac:spMkLst>
        </pc:spChg>
        <pc:spChg chg="del mod">
          <ac:chgData name="Phan, Tiffany M Capt USAF USAFA DF/DFCS" userId="a0ed988f-3bd3-448a-ab68-f6eca8eadb00" providerId="ADAL" clId="{D74FDB2A-C6F9-423C-9DA7-5C8A44CC196C}" dt="2026-08-27T19:59:01.866" v="229" actId="478"/>
          <ac:spMkLst>
            <pc:docMk/>
            <pc:sldMk cId="0" sldId="261"/>
            <ac:spMk id="31" creationId="{00000000-0000-0000-0000-000000000000}"/>
          </ac:spMkLst>
        </pc:spChg>
        <pc:spChg chg="mod ord">
          <ac:chgData name="Phan, Tiffany M Capt USAF USAFA DF/DFCS" userId="a0ed988f-3bd3-448a-ab68-f6eca8eadb00" providerId="ADAL" clId="{D74FDB2A-C6F9-423C-9DA7-5C8A44CC196C}" dt="2026-08-27T20:03:28.339" v="241" actId="1076"/>
          <ac:spMkLst>
            <pc:docMk/>
            <pc:sldMk cId="0" sldId="261"/>
            <ac:spMk id="32" creationId="{00000000-0000-0000-0000-000000000000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3:38.273" v="244" actId="14100"/>
          <ac:spMkLst>
            <pc:docMk/>
            <pc:sldMk cId="0" sldId="261"/>
            <ac:spMk id="33" creationId="{12BC4BDA-8477-9DE0-0C5B-FF9CB8A9F49B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27T20:05:13.901" v="257"/>
        <pc:sldMkLst>
          <pc:docMk/>
          <pc:sldMk cId="0" sldId="262"/>
        </pc:sldMkLst>
        <pc:spChg chg="mod">
          <ac:chgData name="Phan, Tiffany M Capt USAF USAFA DF/DFCS" userId="a0ed988f-3bd3-448a-ab68-f6eca8eadb00" providerId="ADAL" clId="{D74FDB2A-C6F9-423C-9DA7-5C8A44CC196C}" dt="2026-08-27T20:05:02.948" v="253" actId="114"/>
          <ac:spMkLst>
            <pc:docMk/>
            <pc:sldMk cId="0" sldId="262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5:05.585" v="254" actId="114"/>
          <ac:spMkLst>
            <pc:docMk/>
            <pc:sldMk cId="0" sldId="262"/>
            <ac:spMk id="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5:13.901" v="25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4:50.294" v="251" actId="404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4:56.295" v="252" actId="1076"/>
          <ac:spMkLst>
            <pc:docMk/>
            <pc:sldMk cId="0" sldId="262"/>
            <ac:spMk id="16" creationId="{00000000-0000-0000-0000-000000000000}"/>
          </ac:spMkLst>
        </pc:spChg>
      </pc:sldChg>
      <pc:sldChg chg="addSp delSp modSp mod">
        <pc:chgData name="Phan, Tiffany M Capt USAF USAFA DF/DFCS" userId="a0ed988f-3bd3-448a-ab68-f6eca8eadb00" providerId="ADAL" clId="{D74FDB2A-C6F9-423C-9DA7-5C8A44CC196C}" dt="2026-08-27T20:07:51.880" v="349" actId="1035"/>
        <pc:sldMkLst>
          <pc:docMk/>
          <pc:sldMk cId="0" sldId="263"/>
        </pc:sldMkLst>
        <pc:spChg chg="mod">
          <ac:chgData name="Phan, Tiffany M Capt USAF USAFA DF/DFCS" userId="a0ed988f-3bd3-448a-ab68-f6eca8eadb00" providerId="ADAL" clId="{D74FDB2A-C6F9-423C-9DA7-5C8A44CC196C}" dt="2026-08-27T20:06:26.359" v="272" actId="1076"/>
          <ac:spMkLst>
            <pc:docMk/>
            <pc:sldMk cId="0" sldId="263"/>
            <ac:spMk id="3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Phan, Tiffany M Capt USAF USAFA DF/DFCS" userId="a0ed988f-3bd3-448a-ab68-f6eca8eadb00" providerId="ADAL" clId="{D74FDB2A-C6F9-423C-9DA7-5C8A44CC196C}" dt="2026-08-27T20:06:24.191" v="270" actId="478"/>
          <ac:spMkLst>
            <pc:docMk/>
            <pc:sldMk cId="0" sldId="263"/>
            <ac:spMk id="1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6:54.264" v="280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7:46.809" v="326" actId="1038"/>
          <ac:spMkLst>
            <pc:docMk/>
            <pc:sldMk cId="0" sldId="263"/>
            <ac:spMk id="2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7:46.809" v="326" actId="1038"/>
          <ac:spMkLst>
            <pc:docMk/>
            <pc:sldMk cId="0" sldId="263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7:46.809" v="326" actId="1038"/>
          <ac:spMkLst>
            <pc:docMk/>
            <pc:sldMk cId="0" sldId="263"/>
            <ac:spMk id="2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7:46.809" v="326" actId="1038"/>
          <ac:spMkLst>
            <pc:docMk/>
            <pc:sldMk cId="0" sldId="263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7:46.809" v="326" actId="1038"/>
          <ac:spMkLst>
            <pc:docMk/>
            <pc:sldMk cId="0" sldId="263"/>
            <ac:spMk id="2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7:46.809" v="326" actId="1038"/>
          <ac:spMkLst>
            <pc:docMk/>
            <pc:sldMk cId="0" sldId="263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7:46.809" v="326" actId="1038"/>
          <ac:spMkLst>
            <pc:docMk/>
            <pc:sldMk cId="0" sldId="263"/>
            <ac:spMk id="2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7:51.880" v="349" actId="1035"/>
          <ac:spMkLst>
            <pc:docMk/>
            <pc:sldMk cId="0" sldId="263"/>
            <ac:spMk id="28" creationId="{00000000-0000-0000-0000-000000000000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33.613" v="275" actId="1076"/>
          <ac:spMkLst>
            <pc:docMk/>
            <pc:sldMk cId="0" sldId="263"/>
            <ac:spMk id="32" creationId="{D146D63D-D6A3-0071-E00F-6055222CBAFC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33.613" v="275" actId="1076"/>
          <ac:spMkLst>
            <pc:docMk/>
            <pc:sldMk cId="0" sldId="263"/>
            <ac:spMk id="34" creationId="{4F92BF57-14C1-D622-3041-0D36D7727C1E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33.613" v="275" actId="1076"/>
          <ac:spMkLst>
            <pc:docMk/>
            <pc:sldMk cId="0" sldId="263"/>
            <ac:spMk id="36" creationId="{76BFE54B-39A5-BF4E-3EDE-CBB3AA733D1F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33.613" v="275" actId="1076"/>
          <ac:spMkLst>
            <pc:docMk/>
            <pc:sldMk cId="0" sldId="263"/>
            <ac:spMk id="38" creationId="{7059A94C-857A-7B11-AC7E-65A04629F32E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33.613" v="275" actId="1076"/>
          <ac:spMkLst>
            <pc:docMk/>
            <pc:sldMk cId="0" sldId="263"/>
            <ac:spMk id="42" creationId="{642B2E56-2D90-E058-50CB-F08FD75D6BAD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45.496" v="279" actId="20577"/>
          <ac:spMkLst>
            <pc:docMk/>
            <pc:sldMk cId="0" sldId="263"/>
            <ac:spMk id="46" creationId="{41AE30A5-2F26-EF79-1170-5B171CCDDC24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33.613" v="275" actId="1076"/>
          <ac:spMkLst>
            <pc:docMk/>
            <pc:sldMk cId="0" sldId="263"/>
            <ac:spMk id="48" creationId="{816B58A2-DE33-E4E8-446E-4C996B580C8E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33.613" v="275" actId="1076"/>
          <ac:spMkLst>
            <pc:docMk/>
            <pc:sldMk cId="0" sldId="263"/>
            <ac:spMk id="50" creationId="{CC558967-47BF-06B8-D599-2810A079909B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40.728" v="276" actId="1076"/>
          <ac:spMkLst>
            <pc:docMk/>
            <pc:sldMk cId="0" sldId="263"/>
            <ac:spMk id="54" creationId="{CF35D192-5445-6EFB-D76F-EAB79F586AFD}"/>
          </ac:spMkLst>
        </pc:spChg>
        <pc:spChg chg="add mod">
          <ac:chgData name="Phan, Tiffany M Capt USAF USAFA DF/DFCS" userId="a0ed988f-3bd3-448a-ab68-f6eca8eadb00" providerId="ADAL" clId="{D74FDB2A-C6F9-423C-9DA7-5C8A44CC196C}" dt="2026-08-27T20:06:40.728" v="276" actId="1076"/>
          <ac:spMkLst>
            <pc:docMk/>
            <pc:sldMk cId="0" sldId="263"/>
            <ac:spMk id="56" creationId="{4DABF8A7-C82E-7D0B-7961-AADF8EC528AF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27T20:09:00.996" v="369" actId="114"/>
        <pc:sldMkLst>
          <pc:docMk/>
          <pc:sldMk cId="0" sldId="264"/>
        </pc:sldMkLst>
        <pc:spChg chg="mod">
          <ac:chgData name="Phan, Tiffany M Capt USAF USAFA DF/DFCS" userId="a0ed988f-3bd3-448a-ab68-f6eca8eadb00" providerId="ADAL" clId="{D74FDB2A-C6F9-423C-9DA7-5C8A44CC196C}" dt="2026-08-27T20:08:28.177" v="360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8:36.412" v="361" actId="114"/>
          <ac:spMkLst>
            <pc:docMk/>
            <pc:sldMk cId="0" sldId="264"/>
            <ac:spMk id="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8:22.627" v="359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8:36.412" v="361" actId="114"/>
          <ac:spMkLst>
            <pc:docMk/>
            <pc:sldMk cId="0" sldId="264"/>
            <ac:spMk id="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8:22.627" v="359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8:36.412" v="361" actId="11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8:22.627" v="35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8:22.627" v="359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8:22.627" v="359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27T20:09:00.996" v="369" actId="114"/>
          <ac:spMkLst>
            <pc:docMk/>
            <pc:sldMk cId="0" sldId="264"/>
            <ac:spMk id="15" creationId="{00000000-0000-0000-0000-000000000000}"/>
          </ac:spMkLst>
        </pc:spChg>
      </pc:sldChg>
      <pc:sldChg chg="addSp delSp modSp mod">
        <pc:chgData name="Phan, Tiffany M Capt USAF USAFA DF/DFCS" userId="a0ed988f-3bd3-448a-ab68-f6eca8eadb00" providerId="ADAL" clId="{D74FDB2A-C6F9-423C-9DA7-5C8A44CC196C}" dt="2026-08-27T20:45:31.831" v="425" actId="1076"/>
        <pc:sldMkLst>
          <pc:docMk/>
          <pc:sldMk cId="2327750840" sldId="283"/>
        </pc:sldMkLst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7" creationId="{AD7ACC8A-385F-6CEC-C71B-3C76910250E3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9" creationId="{16A9112A-61DF-13AA-38AF-E400A2C44B1B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13" creationId="{AA2C3DF0-9D3D-254C-9B79-399766B8442E}"/>
          </ac:spMkLst>
        </pc:spChg>
        <pc:spChg chg="add del">
          <ac:chgData name="Phan, Tiffany M Capt USAF USAFA DF/DFCS" userId="a0ed988f-3bd3-448a-ab68-f6eca8eadb00" providerId="ADAL" clId="{D74FDB2A-C6F9-423C-9DA7-5C8A44CC196C}" dt="2026-08-27T20:43:20.130" v="375" actId="478"/>
          <ac:spMkLst>
            <pc:docMk/>
            <pc:sldMk cId="2327750840" sldId="283"/>
            <ac:spMk id="18" creationId="{4E9CDB39-0B5F-1FA1-794E-97A48B8DDDF4}"/>
          </ac:spMkLst>
        </pc:spChg>
        <pc:spChg chg="add del">
          <ac:chgData name="Phan, Tiffany M Capt USAF USAFA DF/DFCS" userId="a0ed988f-3bd3-448a-ab68-f6eca8eadb00" providerId="ADAL" clId="{D74FDB2A-C6F9-423C-9DA7-5C8A44CC196C}" dt="2026-08-27T20:43:20.130" v="375" actId="478"/>
          <ac:spMkLst>
            <pc:docMk/>
            <pc:sldMk cId="2327750840" sldId="283"/>
            <ac:spMk id="20" creationId="{FC43F2B6-D3F0-C21E-4786-D278DF5AFF8B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4:08.927" v="381" actId="1076"/>
          <ac:spMkLst>
            <pc:docMk/>
            <pc:sldMk cId="2327750840" sldId="283"/>
            <ac:spMk id="22" creationId="{F96E665F-68C5-AB7A-0FA3-04A3DB19D43D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23" creationId="{C105EC80-764D-37B3-C3E4-46DC83632C92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24" creationId="{58F6527A-5626-328D-84AD-733F1D7BA915}"/>
          </ac:spMkLst>
        </pc:spChg>
        <pc:spChg chg="mod">
          <ac:chgData name="Phan, Tiffany M Capt USAF USAFA DF/DFCS" userId="a0ed988f-3bd3-448a-ab68-f6eca8eadb00" providerId="ADAL" clId="{D74FDB2A-C6F9-423C-9DA7-5C8A44CC196C}" dt="2026-08-27T20:44:08.927" v="381" actId="1076"/>
          <ac:spMkLst>
            <pc:docMk/>
            <pc:sldMk cId="2327750840" sldId="283"/>
            <ac:spMk id="26" creationId="{F9D54497-3F40-FC6D-E8CF-3E4FAA13EA91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27" creationId="{598DEF2C-10C7-56D3-C9AC-53CD7924AF76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4:08.927" v="381" actId="1076"/>
          <ac:spMkLst>
            <pc:docMk/>
            <pc:sldMk cId="2327750840" sldId="283"/>
            <ac:spMk id="28" creationId="{50589199-CD97-74AF-9729-DD07FE2A3090}"/>
          </ac:spMkLst>
        </pc:spChg>
        <pc:spChg chg="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30" creationId="{94804A7F-4984-EEC3-C5C9-D98EFD1F6471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31" creationId="{943B42C9-9A95-45F6-DB76-3DEAD36C1155}"/>
          </ac:spMkLst>
        </pc:spChg>
        <pc:spChg chg="add del">
          <ac:chgData name="Phan, Tiffany M Capt USAF USAFA DF/DFCS" userId="a0ed988f-3bd3-448a-ab68-f6eca8eadb00" providerId="ADAL" clId="{D74FDB2A-C6F9-423C-9DA7-5C8A44CC196C}" dt="2026-08-27T20:43:20.130" v="375" actId="478"/>
          <ac:spMkLst>
            <pc:docMk/>
            <pc:sldMk cId="2327750840" sldId="283"/>
            <ac:spMk id="32" creationId="{AF319473-A59D-7F72-FF4F-89935234B2CA}"/>
          </ac:spMkLst>
        </pc:spChg>
        <pc:spChg chg="add del">
          <ac:chgData name="Phan, Tiffany M Capt USAF USAFA DF/DFCS" userId="a0ed988f-3bd3-448a-ab68-f6eca8eadb00" providerId="ADAL" clId="{D74FDB2A-C6F9-423C-9DA7-5C8A44CC196C}" dt="2026-08-27T20:43:20.130" v="375" actId="478"/>
          <ac:spMkLst>
            <pc:docMk/>
            <pc:sldMk cId="2327750840" sldId="283"/>
            <ac:spMk id="34" creationId="{B21F1DCF-7094-3FC9-FBC0-6F3B159640C7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39" creationId="{69183F2F-B744-4AE6-A37D-0B0618D6EAD1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4:08.927" v="381" actId="1076"/>
          <ac:spMkLst>
            <pc:docMk/>
            <pc:sldMk cId="2327750840" sldId="283"/>
            <ac:spMk id="40" creationId="{FC3B82FD-DFB4-3630-0888-1BE59F1F086D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4:08.927" v="381" actId="1076"/>
          <ac:spMkLst>
            <pc:docMk/>
            <pc:sldMk cId="2327750840" sldId="283"/>
            <ac:spMk id="42" creationId="{F3FD1931-7851-5317-248E-C5CCBCAA0213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43" creationId="{F1FD2056-60FE-4745-6744-C873BA197259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44" creationId="{AA4BA0C2-5CD8-FA2C-07AE-7BE9019B7A60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46" creationId="{FAFA5E91-D3A7-80DA-C353-14009805F4C5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3:19.728" v="374" actId="22"/>
          <ac:spMkLst>
            <pc:docMk/>
            <pc:sldMk cId="2327750840" sldId="283"/>
            <ac:spMk id="48" creationId="{AE83374F-2704-7F4A-709A-5E61C44F212B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04.816" v="380" actId="1076"/>
          <ac:spMkLst>
            <pc:docMk/>
            <pc:sldMk cId="2327750840" sldId="283"/>
            <ac:spMk id="50" creationId="{10015514-6816-CBB6-8E2D-4C3AAC71AA3C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57.801" v="392" actId="1076"/>
          <ac:spMkLst>
            <pc:docMk/>
            <pc:sldMk cId="2327750840" sldId="283"/>
            <ac:spMk id="51" creationId="{07B75655-00A4-A29E-41E5-4F45AD6E18A1}"/>
          </ac:spMkLst>
        </pc:spChg>
        <pc:spChg chg="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52" creationId="{764FFEA2-2389-501F-23C0-F9B4A4BC46E9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04.816" v="380" actId="1076"/>
          <ac:spMkLst>
            <pc:docMk/>
            <pc:sldMk cId="2327750840" sldId="283"/>
            <ac:spMk id="53" creationId="{D550E4AF-3DC4-28C2-0439-65706051BE03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54" creationId="{930C72DB-8DE0-F9A5-A5EE-1A89B01B66F7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04.816" v="380" actId="1076"/>
          <ac:spMkLst>
            <pc:docMk/>
            <pc:sldMk cId="2327750840" sldId="283"/>
            <ac:spMk id="55" creationId="{D9B68B7E-43DF-8A0B-C8E2-44DAB14A3A1B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04.816" v="380" actId="1076"/>
          <ac:spMkLst>
            <pc:docMk/>
            <pc:sldMk cId="2327750840" sldId="283"/>
            <ac:spMk id="56" creationId="{F0EBE14A-E231-8013-69B2-A1DAEAD6F2CD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04.816" v="380" actId="1076"/>
          <ac:spMkLst>
            <pc:docMk/>
            <pc:sldMk cId="2327750840" sldId="283"/>
            <ac:spMk id="57" creationId="{19A48A72-D10E-4C09-AA55-8DD5345003C1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08.927" v="381" actId="1076"/>
          <ac:spMkLst>
            <pc:docMk/>
            <pc:sldMk cId="2327750840" sldId="283"/>
            <ac:spMk id="58" creationId="{616D5D14-1A10-D3AA-31DE-E381BA6AAE5B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59" creationId="{5EB7447C-5343-9BAE-19FF-2216F60B6C19}"/>
          </ac:spMkLst>
        </pc:spChg>
        <pc:spChg chg="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60" creationId="{F477D96C-6556-C02E-8DE7-D3268E306226}"/>
          </ac:spMkLst>
        </pc:spChg>
        <pc:spChg chg="mod">
          <ac:chgData name="Phan, Tiffany M Capt USAF USAFA DF/DFCS" userId="a0ed988f-3bd3-448a-ab68-f6eca8eadb00" providerId="ADAL" clId="{D74FDB2A-C6F9-423C-9DA7-5C8A44CC196C}" dt="2026-08-27T20:43:59.494" v="379" actId="1076"/>
          <ac:spMkLst>
            <pc:docMk/>
            <pc:sldMk cId="2327750840" sldId="283"/>
            <ac:spMk id="61" creationId="{BB82099F-939E-636B-07DC-8C578F7E4EF2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04.816" v="380" actId="1076"/>
          <ac:spMkLst>
            <pc:docMk/>
            <pc:sldMk cId="2327750840" sldId="283"/>
            <ac:spMk id="62" creationId="{F13E8A96-FD17-8E85-7C2C-BF876D7FEE53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24.919" v="383" actId="1076"/>
          <ac:spMkLst>
            <pc:docMk/>
            <pc:sldMk cId="2327750840" sldId="283"/>
            <ac:spMk id="64" creationId="{518CDA66-3DE8-A9DA-B59B-4224E11EC70F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24.919" v="383" actId="1076"/>
          <ac:spMkLst>
            <pc:docMk/>
            <pc:sldMk cId="2327750840" sldId="283"/>
            <ac:spMk id="65" creationId="{9A96D289-E7EE-321F-D4FC-AC6DDC5E9B20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24.919" v="383" actId="1076"/>
          <ac:spMkLst>
            <pc:docMk/>
            <pc:sldMk cId="2327750840" sldId="283"/>
            <ac:spMk id="66" creationId="{AB452579-C5C2-D418-4093-F66BCD1603D7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24.919" v="383" actId="1076"/>
          <ac:spMkLst>
            <pc:docMk/>
            <pc:sldMk cId="2327750840" sldId="283"/>
            <ac:spMk id="67" creationId="{340B4877-CD1B-ABCF-9825-F236BD86F255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57.801" v="392" actId="1076"/>
          <ac:spMkLst>
            <pc:docMk/>
            <pc:sldMk cId="2327750840" sldId="283"/>
            <ac:spMk id="68" creationId="{22552278-6AB9-17DD-4B6B-BD78179E2DC8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24.919" v="383" actId="1076"/>
          <ac:spMkLst>
            <pc:docMk/>
            <pc:sldMk cId="2327750840" sldId="283"/>
            <ac:spMk id="70" creationId="{B24450D4-A2D5-79E4-AE64-F7921CA683EB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71" creationId="{E119E764-F033-AB14-E31D-E357CA5DE838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57.801" v="392" actId="1076"/>
          <ac:spMkLst>
            <pc:docMk/>
            <pc:sldMk cId="2327750840" sldId="283"/>
            <ac:spMk id="72" creationId="{4451E56F-AF31-588F-F2CA-A1E68ABB2633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31.083" v="384" actId="1076"/>
          <ac:spMkLst>
            <pc:docMk/>
            <pc:sldMk cId="2327750840" sldId="283"/>
            <ac:spMk id="75" creationId="{3CA136D6-0CA5-3E16-E756-879653E59576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76" creationId="{F6B88AEE-1BAF-EB3D-8258-74FE3B8FD6DA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4:35.281" v="387" actId="478"/>
          <ac:spMkLst>
            <pc:docMk/>
            <pc:sldMk cId="2327750840" sldId="283"/>
            <ac:spMk id="77" creationId="{11797028-EC23-6F93-B0D0-279F6CA033FB}"/>
          </ac:spMkLst>
        </pc:spChg>
        <pc:spChg chg="add del mod">
          <ac:chgData name="Phan, Tiffany M Capt USAF USAFA DF/DFCS" userId="a0ed988f-3bd3-448a-ab68-f6eca8eadb00" providerId="ADAL" clId="{D74FDB2A-C6F9-423C-9DA7-5C8A44CC196C}" dt="2026-08-27T20:44:35.281" v="387" actId="478"/>
          <ac:spMkLst>
            <pc:docMk/>
            <pc:sldMk cId="2327750840" sldId="283"/>
            <ac:spMk id="78" creationId="{951D6688-FE26-C02E-2A3E-845DA581B01C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41.110" v="389"/>
          <ac:spMkLst>
            <pc:docMk/>
            <pc:sldMk cId="2327750840" sldId="283"/>
            <ac:spMk id="79" creationId="{9EC49EB3-A618-BB36-AF66-10680FF7F1BD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57.801" v="392" actId="1076"/>
          <ac:spMkLst>
            <pc:docMk/>
            <pc:sldMk cId="2327750840" sldId="283"/>
            <ac:spMk id="81" creationId="{99EBF49B-CEEE-FC90-9056-34916196C82F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48.429" v="391" actId="1076"/>
          <ac:spMkLst>
            <pc:docMk/>
            <pc:sldMk cId="2327750840" sldId="283"/>
            <ac:spMk id="82" creationId="{F111013E-0252-C379-B523-B9FC308FB6D8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83" creationId="{858C3B28-45B8-2E58-D066-B93D2F7B3B06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85" creationId="{5DB3E937-6058-FA97-823D-2CC798192D2C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48.429" v="391" actId="1076"/>
          <ac:spMkLst>
            <pc:docMk/>
            <pc:sldMk cId="2327750840" sldId="283"/>
            <ac:spMk id="86" creationId="{D5647BDB-410E-EA32-CD66-6BF5FB140E51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48.429" v="391" actId="1076"/>
          <ac:spMkLst>
            <pc:docMk/>
            <pc:sldMk cId="2327750840" sldId="283"/>
            <ac:spMk id="87" creationId="{2B9A3274-92B6-EB42-0637-479B2954F5AB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48.429" v="391" actId="1076"/>
          <ac:spMkLst>
            <pc:docMk/>
            <pc:sldMk cId="2327750840" sldId="283"/>
            <ac:spMk id="88" creationId="{2970740F-85FF-DB56-12B0-A805088E141D}"/>
          </ac:spMkLst>
        </pc:spChg>
        <pc:spChg chg="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89" creationId="{277227DD-7F99-91FF-9305-0D5F17A325A6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57.801" v="392" actId="1076"/>
          <ac:spMkLst>
            <pc:docMk/>
            <pc:sldMk cId="2327750840" sldId="283"/>
            <ac:spMk id="90" creationId="{ABECFDC5-F4F1-6265-824D-7B34CCE52F50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57.801" v="392" actId="1076"/>
          <ac:spMkLst>
            <pc:docMk/>
            <pc:sldMk cId="2327750840" sldId="283"/>
            <ac:spMk id="91" creationId="{4F288795-791A-FA85-B4F1-EA1268D93CE6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4:57.801" v="392" actId="1076"/>
          <ac:spMkLst>
            <pc:docMk/>
            <pc:sldMk cId="2327750840" sldId="283"/>
            <ac:spMk id="92" creationId="{EBAD303E-3EC0-BACF-C902-A8D0D3DD484C}"/>
          </ac:spMkLst>
        </pc:spChg>
        <pc:spChg chg="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95" creationId="{26DC4EC6-F6CC-9DCB-B973-D47D2EBD15CD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11.688" v="395" actId="1076"/>
          <ac:spMkLst>
            <pc:docMk/>
            <pc:sldMk cId="2327750840" sldId="283"/>
            <ac:spMk id="96" creationId="{169A5F6E-1E2A-5486-BA19-2BDBFD562FD6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06.490" v="394" actId="1076"/>
          <ac:spMkLst>
            <pc:docMk/>
            <pc:sldMk cId="2327750840" sldId="283"/>
            <ac:spMk id="109" creationId="{D92B118D-A547-5353-6BB1-011EE72E5E29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06.490" v="394" actId="1076"/>
          <ac:spMkLst>
            <pc:docMk/>
            <pc:sldMk cId="2327750840" sldId="283"/>
            <ac:spMk id="112" creationId="{49999924-2E38-D8FB-AB7A-DEE1C87B6E0B}"/>
          </ac:spMkLst>
        </pc:spChg>
        <pc:spChg chg="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114" creationId="{DF725553-1D5E-F210-3F27-F7135B5AB486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06.490" v="394" actId="1076"/>
          <ac:spMkLst>
            <pc:docMk/>
            <pc:sldMk cId="2327750840" sldId="283"/>
            <ac:spMk id="115" creationId="{7AEED912-2DD7-D1CE-FFFD-424898615F50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06.490" v="394" actId="1076"/>
          <ac:spMkLst>
            <pc:docMk/>
            <pc:sldMk cId="2327750840" sldId="283"/>
            <ac:spMk id="119" creationId="{23E958C1-EC97-B558-DD96-ECEAAEEA1AFA}"/>
          </ac:spMkLst>
        </pc:spChg>
        <pc:spChg chg="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123" creationId="{1D10727F-1398-0937-950C-88D49FA5FE39}"/>
          </ac:spMkLst>
        </pc:spChg>
        <pc:spChg chg="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126" creationId="{8A2BAC8B-20D6-D997-33B5-E207CD47016F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129" creationId="{8E4D36AD-8AE4-2789-6FC1-557D0A8332FF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06.490" v="394" actId="1076"/>
          <ac:spMkLst>
            <pc:docMk/>
            <pc:sldMk cId="2327750840" sldId="283"/>
            <ac:spMk id="130" creationId="{BF7C0FBB-538B-B301-805C-E6E2628F0D4C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06.490" v="394" actId="1076"/>
          <ac:spMkLst>
            <pc:docMk/>
            <pc:sldMk cId="2327750840" sldId="283"/>
            <ac:spMk id="136" creationId="{B308AB5B-D81C-2B2D-D4B9-0DE3C4420BCA}"/>
          </ac:spMkLst>
        </pc:spChg>
        <pc:spChg chg="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137" creationId="{AEE296A8-BFB2-9643-5ABA-DBBD24392668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06.490" v="394" actId="1076"/>
          <ac:spMkLst>
            <pc:docMk/>
            <pc:sldMk cId="2327750840" sldId="283"/>
            <ac:spMk id="142" creationId="{A1D37D82-A4B7-3F20-A878-E28DDF371F86}"/>
          </ac:spMkLst>
        </pc:spChg>
        <pc:spChg chg="mod">
          <ac:chgData name="Phan, Tiffany M Capt USAF USAFA DF/DFCS" userId="a0ed988f-3bd3-448a-ab68-f6eca8eadb00" providerId="ADAL" clId="{D74FDB2A-C6F9-423C-9DA7-5C8A44CC196C}" dt="2026-08-27T20:45:23.881" v="423" actId="1037"/>
          <ac:spMkLst>
            <pc:docMk/>
            <pc:sldMk cId="2327750840" sldId="283"/>
            <ac:spMk id="147" creationId="{0C98B0AB-6A40-9D59-9FA3-CE84226BDCFD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06.490" v="394" actId="1076"/>
          <ac:spMkLst>
            <pc:docMk/>
            <pc:sldMk cId="2327750840" sldId="283"/>
            <ac:spMk id="149" creationId="{206FACC4-E306-A652-10E6-54439567F86E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50" creationId="{670DEF99-93F3-50F5-DDAE-507A6F35F188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59" creationId="{8CF10C51-DD05-D90A-870C-6E4F1418071F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63" creationId="{5EC2124E-75F6-60D5-CC2A-0DD7551ACFC5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64" creationId="{204FA52C-441D-4595-D9A6-98881DA6245E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65" creationId="{D9F889EC-D854-E0E9-A944-F7FFFF19375C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66" creationId="{D3D48059-7DA2-C64F-FD9C-47878ED4E14A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67" creationId="{D63F1195-0E75-4BB9-1A32-8B2944C57308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70" creationId="{DEC86D74-A136-C3B9-0DE2-EE178842F3E7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72" creationId="{E4B3611A-DD9E-2E65-48C9-A62E6920C9B5}"/>
          </ac:spMkLst>
        </pc:spChg>
        <pc:spChg chg="add mod">
          <ac:chgData name="Phan, Tiffany M Capt USAF USAFA DF/DFCS" userId="a0ed988f-3bd3-448a-ab68-f6eca8eadb00" providerId="ADAL" clId="{D74FDB2A-C6F9-423C-9DA7-5C8A44CC196C}" dt="2026-08-27T20:45:31.831" v="425" actId="1076"/>
          <ac:spMkLst>
            <pc:docMk/>
            <pc:sldMk cId="2327750840" sldId="283"/>
            <ac:spMk id="176" creationId="{E3C265E6-5F9B-7419-AE9E-96F1836403FE}"/>
          </ac:spMkLst>
        </pc:spChg>
      </pc:sldChg>
    </pc:docChg>
  </pc:docChgLst>
  <pc:docChgLst>
    <pc:chgData name="Phan, Tiffany M Capt USAF USAFA AW/ESCS" userId="a0ed988f-3bd3-448a-ab68-f6eca8eadb00" providerId="ADAL" clId="{D74FDB2A-C6F9-423C-9DA7-5C8A44CC196C}"/>
    <pc:docChg chg="undo redo custSel modSld">
      <pc:chgData name="Phan, Tiffany M Capt USAF USAFA AW/ESCS" userId="a0ed988f-3bd3-448a-ab68-f6eca8eadb00" providerId="ADAL" clId="{D74FDB2A-C6F9-423C-9DA7-5C8A44CC196C}" dt="2026-08-27T23:00:29.421" v="3523" actId="1035"/>
      <pc:docMkLst>
        <pc:docMk/>
      </pc:docMkLst>
      <pc:sldChg chg="modNotesTx">
        <pc:chgData name="Phan, Tiffany M Capt USAF USAFA AW/ESCS" userId="a0ed988f-3bd3-448a-ab68-f6eca8eadb00" providerId="ADAL" clId="{D74FDB2A-C6F9-423C-9DA7-5C8A44CC196C}" dt="2026-08-27T22:43:11.620" v="2364" actId="20577"/>
        <pc:sldMkLst>
          <pc:docMk/>
          <pc:sldMk cId="0" sldId="257"/>
        </pc:sldMkLst>
      </pc:sldChg>
      <pc:sldChg chg="modNotesTx">
        <pc:chgData name="Phan, Tiffany M Capt USAF USAFA AW/ESCS" userId="a0ed988f-3bd3-448a-ab68-f6eca8eadb00" providerId="ADAL" clId="{D74FDB2A-C6F9-423C-9DA7-5C8A44CC196C}" dt="2026-08-27T22:45:19.004" v="2613" actId="20577"/>
        <pc:sldMkLst>
          <pc:docMk/>
          <pc:sldMk cId="0" sldId="259"/>
        </pc:sldMkLst>
      </pc:sldChg>
      <pc:sldChg chg="modSp mod modNotesTx">
        <pc:chgData name="Phan, Tiffany M Capt USAF USAFA AW/ESCS" userId="a0ed988f-3bd3-448a-ab68-f6eca8eadb00" providerId="ADAL" clId="{D74FDB2A-C6F9-423C-9DA7-5C8A44CC196C}" dt="2026-08-27T22:44:01.820" v="2412" actId="1076"/>
        <pc:sldMkLst>
          <pc:docMk/>
          <pc:sldMk cId="0" sldId="260"/>
        </pc:sldMkLst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4:01.820" v="2412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3:53.058" v="2411" actId="1076"/>
          <ac:spMkLst>
            <pc:docMk/>
            <pc:sldMk cId="0" sldId="260"/>
            <ac:spMk id="24" creationId="{00000000-0000-0000-0000-000000000000}"/>
          </ac:spMkLst>
        </pc:spChg>
      </pc:sldChg>
      <pc:sldChg chg="addSp delSp modSp mod modNotesTx">
        <pc:chgData name="Phan, Tiffany M Capt USAF USAFA AW/ESCS" userId="a0ed988f-3bd3-448a-ab68-f6eca8eadb00" providerId="ADAL" clId="{D74FDB2A-C6F9-423C-9DA7-5C8A44CC196C}" dt="2026-08-27T22:47:19.993" v="2753" actId="20577"/>
        <pc:sldMkLst>
          <pc:docMk/>
          <pc:sldMk cId="0" sldId="262"/>
        </pc:sldMkLst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45:52.122" v="2614" actId="478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5:55.926" v="2615" actId="1076"/>
          <ac:spMkLst>
            <pc:docMk/>
            <pc:sldMk cId="0" sldId="262"/>
            <ac:spMk id="17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46:06.147" v="2618"/>
          <ac:spMkLst>
            <pc:docMk/>
            <pc:sldMk cId="0" sldId="262"/>
            <ac:spMk id="18" creationId="{510CE68E-9E0B-67DA-6B42-CB57C82DA56E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20" creationId="{ABA86074-A810-86A1-23D1-7201AA89B0FE}"/>
          </ac:spMkLst>
        </pc:spChg>
        <pc:spChg chg="mod">
          <ac:chgData name="Phan, Tiffany M Capt USAF USAFA AW/ESCS" userId="a0ed988f-3bd3-448a-ab68-f6eca8eadb00" providerId="ADAL" clId="{D74FDB2A-C6F9-423C-9DA7-5C8A44CC196C}" dt="2026-08-27T22:46:21.202" v="2638" actId="1076"/>
          <ac:spMkLst>
            <pc:docMk/>
            <pc:sldMk cId="0" sldId="262"/>
            <ac:spMk id="22" creationId="{685D0DED-2C93-58BE-305E-03EF1857CCF0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24" creationId="{FD01F6D9-ACD5-BEFF-A254-DF18C70A58A2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32" creationId="{FF34DD3B-0095-BDA3-CCB7-82549A3D45BD}"/>
          </ac:spMkLst>
        </pc:spChg>
        <pc:spChg chg="mod">
          <ac:chgData name="Phan, Tiffany M Capt USAF USAFA AW/ESCS" userId="a0ed988f-3bd3-448a-ab68-f6eca8eadb00" providerId="ADAL" clId="{D74FDB2A-C6F9-423C-9DA7-5C8A44CC196C}" dt="2026-08-27T22:46:43.320" v="2651" actId="255"/>
          <ac:spMkLst>
            <pc:docMk/>
            <pc:sldMk cId="0" sldId="262"/>
            <ac:spMk id="34" creationId="{4BF1246D-E5D1-881F-3BA1-F2148899CD3A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36" creationId="{735965A3-F073-F029-6DF8-228F03DE8978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38" creationId="{6D6B279A-3494-3077-D37A-90C05A736C2F}"/>
          </ac:spMkLst>
        </pc:spChg>
        <pc:spChg chg="mod">
          <ac:chgData name="Phan, Tiffany M Capt USAF USAFA AW/ESCS" userId="a0ed988f-3bd3-448a-ab68-f6eca8eadb00" providerId="ADAL" clId="{D74FDB2A-C6F9-423C-9DA7-5C8A44CC196C}" dt="2026-08-27T22:46:55.815" v="2652" actId="1076"/>
          <ac:spMkLst>
            <pc:docMk/>
            <pc:sldMk cId="0" sldId="262"/>
            <ac:spMk id="48" creationId="{81B3B532-1974-CFEC-A7B9-F92307FF0089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50" creationId="{5E8F6C1C-A193-BFC5-E27C-9CA62B311B5D}"/>
          </ac:spMkLst>
        </pc:spChg>
        <pc:spChg chg="mod">
          <ac:chgData name="Phan, Tiffany M Capt USAF USAFA AW/ESCS" userId="a0ed988f-3bd3-448a-ab68-f6eca8eadb00" providerId="ADAL" clId="{D74FDB2A-C6F9-423C-9DA7-5C8A44CC196C}" dt="2026-08-27T22:46:55.815" v="2652" actId="1076"/>
          <ac:spMkLst>
            <pc:docMk/>
            <pc:sldMk cId="0" sldId="262"/>
            <ac:spMk id="52" creationId="{D55FDCFB-56CA-CB26-F741-A1F0B0ECC99D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54" creationId="{BE805B78-606B-5B6F-9EA1-FF24B3097542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56" creationId="{4304DA4F-7078-FDAA-F37C-D5A38B04FE81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58" creationId="{1D3E43A0-6BA1-6F80-5A0C-0081A9A22112}"/>
          </ac:spMkLst>
        </pc:spChg>
        <pc:spChg chg="add mod">
          <ac:chgData name="Phan, Tiffany M Capt USAF USAFA AW/ESCS" userId="a0ed988f-3bd3-448a-ab68-f6eca8eadb00" providerId="ADAL" clId="{D74FDB2A-C6F9-423C-9DA7-5C8A44CC196C}" dt="2026-08-27T22:47:02.635" v="2653" actId="1076"/>
          <ac:spMkLst>
            <pc:docMk/>
            <pc:sldMk cId="0" sldId="262"/>
            <ac:spMk id="60" creationId="{9682E85F-8C60-9F68-1B76-E5CF594A2C1F}"/>
          </ac:spMkLst>
        </pc:spChg>
      </pc:sldChg>
      <pc:sldChg chg="modNotesTx">
        <pc:chgData name="Phan, Tiffany M Capt USAF USAFA AW/ESCS" userId="a0ed988f-3bd3-448a-ab68-f6eca8eadb00" providerId="ADAL" clId="{D74FDB2A-C6F9-423C-9DA7-5C8A44CC196C}" dt="2026-08-27T22:52:08.452" v="3084" actId="20577"/>
        <pc:sldMkLst>
          <pc:docMk/>
          <pc:sldMk cId="0" sldId="264"/>
        </pc:sldMkLst>
      </pc:sldChg>
      <pc:sldChg chg="modSp mod modAnim modNotesTx">
        <pc:chgData name="Phan, Tiffany M Capt USAF USAFA AW/ESCS" userId="a0ed988f-3bd3-448a-ab68-f6eca8eadb00" providerId="ADAL" clId="{D74FDB2A-C6F9-423C-9DA7-5C8A44CC196C}" dt="2026-08-27T22:27:30.194" v="2010"/>
        <pc:sldMkLst>
          <pc:docMk/>
          <pc:sldMk cId="0" sldId="265"/>
        </pc:sldMkLst>
        <pc:spChg chg="mod">
          <ac:chgData name="Phan, Tiffany M Capt USAF USAFA AW/ESCS" userId="a0ed988f-3bd3-448a-ab68-f6eca8eadb00" providerId="ADAL" clId="{D74FDB2A-C6F9-423C-9DA7-5C8A44CC196C}" dt="2026-08-27T22:11:21.695" v="1790" actId="404"/>
          <ac:spMkLst>
            <pc:docMk/>
            <pc:sldMk cId="0" sldId="265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1:21.695" v="1790" actId="404"/>
          <ac:spMkLst>
            <pc:docMk/>
            <pc:sldMk cId="0" sldId="265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1:21.695" v="1790" actId="404"/>
          <ac:spMkLst>
            <pc:docMk/>
            <pc:sldMk cId="0" sldId="265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1:21.695" v="1790" actId="404"/>
          <ac:spMkLst>
            <pc:docMk/>
            <pc:sldMk cId="0" sldId="265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1:21.695" v="1790" actId="404"/>
          <ac:spMkLst>
            <pc:docMk/>
            <pc:sldMk cId="0" sldId="265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1:21.695" v="1790" actId="404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1:21.695" v="1790" actId="404"/>
          <ac:spMkLst>
            <pc:docMk/>
            <pc:sldMk cId="0" sldId="265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1:21.695" v="1790" actId="404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Phan, Tiffany M Capt USAF USAFA AW/ESCS" userId="a0ed988f-3bd3-448a-ab68-f6eca8eadb00" providerId="ADAL" clId="{D74FDB2A-C6F9-423C-9DA7-5C8A44CC196C}" dt="2026-08-27T22:49:31.773" v="2781" actId="1076"/>
        <pc:sldMkLst>
          <pc:docMk/>
          <pc:sldMk cId="0" sldId="266"/>
        </pc:sldMkLst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07.969" v="1793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12.551" v="1794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9:17.889" v="2778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3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3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3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12:26.603" v="1795" actId="1076"/>
          <ac:spMkLst>
            <pc:docMk/>
            <pc:sldMk cId="0" sldId="266"/>
            <ac:spMk id="3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9:31.773" v="2781" actId="1076"/>
          <ac:spMkLst>
            <pc:docMk/>
            <pc:sldMk cId="0" sldId="266"/>
            <ac:spMk id="3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9:24.371" v="2780" actId="1076"/>
          <ac:spMkLst>
            <pc:docMk/>
            <pc:sldMk cId="0" sldId="266"/>
            <ac:spMk id="38" creationId="{00000000-0000-0000-0000-000000000000}"/>
          </ac:spMkLst>
        </pc:spChg>
      </pc:sldChg>
      <pc:sldChg chg="modSp mod modNotesTx">
        <pc:chgData name="Phan, Tiffany M Capt USAF USAFA AW/ESCS" userId="a0ed988f-3bd3-448a-ab68-f6eca8eadb00" providerId="ADAL" clId="{D74FDB2A-C6F9-423C-9DA7-5C8A44CC196C}" dt="2026-08-27T22:48:17.121" v="2756"/>
        <pc:sldMkLst>
          <pc:docMk/>
          <pc:sldMk cId="0" sldId="267"/>
        </pc:sldMkLst>
        <pc:spChg chg="mod">
          <ac:chgData name="Phan, Tiffany M Capt USAF USAFA AW/ESCS" userId="a0ed988f-3bd3-448a-ab68-f6eca8eadb00" providerId="ADAL" clId="{D74FDB2A-C6F9-423C-9DA7-5C8A44CC196C}" dt="2026-08-27T22:24:12.564" v="1807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4:12.564" v="1807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4:12.564" v="1807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4:12.564" v="1807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4:12.564" v="1807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4:12.564" v="1807" actId="1076"/>
          <ac:spMkLst>
            <pc:docMk/>
            <pc:sldMk cId="0" sldId="267"/>
            <ac:spMk id="11" creationId="{00000000-0000-0000-0000-000000000000}"/>
          </ac:spMkLst>
        </pc:spChg>
      </pc:sldChg>
      <pc:sldChg chg="modSp mod modNotesTx">
        <pc:chgData name="Phan, Tiffany M Capt USAF USAFA AW/ESCS" userId="a0ed988f-3bd3-448a-ab68-f6eca8eadb00" providerId="ADAL" clId="{D74FDB2A-C6F9-423C-9DA7-5C8A44CC196C}" dt="2026-08-27T22:50:16.791" v="2832" actId="20577"/>
        <pc:sldMkLst>
          <pc:docMk/>
          <pc:sldMk cId="0" sldId="268"/>
        </pc:sldMkLst>
        <pc:spChg chg="mod">
          <ac:chgData name="Phan, Tiffany M Capt USAF USAFA AW/ESCS" userId="a0ed988f-3bd3-448a-ab68-f6eca8eadb00" providerId="ADAL" clId="{D74FDB2A-C6F9-423C-9DA7-5C8A44CC196C}" dt="2026-08-27T22:24:33.680" v="1813" actId="404"/>
          <ac:spMkLst>
            <pc:docMk/>
            <pc:sldMk cId="0" sldId="268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4:33.680" v="1813" actId="404"/>
          <ac:spMkLst>
            <pc:docMk/>
            <pc:sldMk cId="0" sldId="268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4:33.680" v="1813" actId="404"/>
          <ac:spMkLst>
            <pc:docMk/>
            <pc:sldMk cId="0" sldId="268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4:33.680" v="1813" actId="404"/>
          <ac:spMkLst>
            <pc:docMk/>
            <pc:sldMk cId="0" sldId="268"/>
            <ac:spMk id="9" creationId="{00000000-0000-0000-0000-000000000000}"/>
          </ac:spMkLst>
        </pc:spChg>
      </pc:sldChg>
      <pc:sldChg chg="addSp delSp modSp mod modNotesTx">
        <pc:chgData name="Phan, Tiffany M Capt USAF USAFA AW/ESCS" userId="a0ed988f-3bd3-448a-ab68-f6eca8eadb00" providerId="ADAL" clId="{D74FDB2A-C6F9-423C-9DA7-5C8A44CC196C}" dt="2026-08-27T22:51:04.873" v="2906" actId="20577"/>
        <pc:sldMkLst>
          <pc:docMk/>
          <pc:sldMk cId="0" sldId="269"/>
        </pc:sldMkLst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6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7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10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11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13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14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15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16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18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342" v="2011" actId="478"/>
          <ac:spMkLst>
            <pc:docMk/>
            <pc:sldMk cId="0" sldId="269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8:18.338" v="2030" actId="103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8:04.722" v="2019" actId="14100"/>
          <ac:spMkLst>
            <pc:docMk/>
            <pc:sldMk cId="0" sldId="269"/>
            <ac:spMk id="2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7:53.794" v="2016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8:11.145" v="2021" actId="14100"/>
          <ac:spMkLst>
            <pc:docMk/>
            <pc:sldMk cId="0" sldId="269"/>
            <ac:spMk id="2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7:53.794" v="2016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8:13.550" v="2022" actId="14100"/>
          <ac:spMkLst>
            <pc:docMk/>
            <pc:sldMk cId="0" sldId="269"/>
            <ac:spMk id="2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7:53.794" v="2016" actId="107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7:46.437" v="2015" actId="1076"/>
          <ac:spMkLst>
            <pc:docMk/>
            <pc:sldMk cId="0" sldId="269"/>
            <ac:spMk id="28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32" creationId="{36019ABC-B5A6-2165-0773-A14D97F6A378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34" creationId="{CA74F6AD-EA5C-03B8-D223-C6182F4F4917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36" creationId="{6E7BD821-B719-7340-AE55-176E3CC4B1DE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40" creationId="{45771F8C-871D-93E7-49C0-6798A6968757}"/>
          </ac:spMkLst>
        </pc:spChg>
        <pc:spChg chg="add del">
          <ac:chgData name="Phan, Tiffany M Capt USAF USAFA AW/ESCS" userId="a0ed988f-3bd3-448a-ab68-f6eca8eadb00" providerId="ADAL" clId="{D74FDB2A-C6F9-423C-9DA7-5C8A44CC196C}" dt="2026-08-27T22:27:30.479" v="2012" actId="22"/>
          <ac:spMkLst>
            <pc:docMk/>
            <pc:sldMk cId="0" sldId="269"/>
            <ac:spMk id="42" creationId="{8CEA7498-8606-D063-4329-EFB7272D1185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44" creationId="{03E4968C-4372-79F6-B350-BB4D62404AAA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46" creationId="{FCAA8170-46E6-08DC-0922-58F18B1F2330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48" creationId="{BEA9864C-4AC4-D18E-2839-C0E923B7C0D2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54" creationId="{3E1B05BD-A2F7-4552-B985-88043D492CC7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56" creationId="{DA9F1C62-B5A4-6BBF-7505-BE411B533870}"/>
          </ac:spMkLst>
        </pc:spChg>
        <pc:spChg chg="mod">
          <ac:chgData name="Phan, Tiffany M Capt USAF USAFA AW/ESCS" userId="a0ed988f-3bd3-448a-ab68-f6eca8eadb00" providerId="ADAL" clId="{D74FDB2A-C6F9-423C-9DA7-5C8A44CC196C}" dt="2026-08-27T22:27:43.418" v="2014" actId="1076"/>
          <ac:spMkLst>
            <pc:docMk/>
            <pc:sldMk cId="0" sldId="269"/>
            <ac:spMk id="58" creationId="{158F49AB-2919-1C0B-E665-074668490662}"/>
          </ac:spMkLst>
        </pc:spChg>
        <pc:spChg chg="add mod">
          <ac:chgData name="Phan, Tiffany M Capt USAF USAFA AW/ESCS" userId="a0ed988f-3bd3-448a-ab68-f6eca8eadb00" providerId="ADAL" clId="{D74FDB2A-C6F9-423C-9DA7-5C8A44CC196C}" dt="2026-08-27T22:28:56.693" v="2052" actId="1036"/>
          <ac:spMkLst>
            <pc:docMk/>
            <pc:sldMk cId="0" sldId="269"/>
            <ac:spMk id="60" creationId="{E9874E2D-1343-EE40-E1FA-DBE7EDF2E81D}"/>
          </ac:spMkLst>
        </pc:spChg>
      </pc:sldChg>
      <pc:sldChg chg="addSp delSp modSp mod modNotesTx">
        <pc:chgData name="Phan, Tiffany M Capt USAF USAFA AW/ESCS" userId="a0ed988f-3bd3-448a-ab68-f6eca8eadb00" providerId="ADAL" clId="{D74FDB2A-C6F9-423C-9DA7-5C8A44CC196C}" dt="2026-08-27T22:53:55.477" v="3271" actId="20577"/>
        <pc:sldMkLst>
          <pc:docMk/>
          <pc:sldMk cId="0" sldId="270"/>
        </pc:sldMkLst>
        <pc:spChg chg="mod">
          <ac:chgData name="Phan, Tiffany M Capt USAF USAFA AW/ESCS" userId="a0ed988f-3bd3-448a-ab68-f6eca8eadb00" providerId="ADAL" clId="{D74FDB2A-C6F9-423C-9DA7-5C8A44CC196C}" dt="2026-08-27T22:30:30.646" v="2083" actId="113"/>
          <ac:spMkLst>
            <pc:docMk/>
            <pc:sldMk cId="0" sldId="270"/>
            <ac:spMk id="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28.493" v="2081" actId="113"/>
          <ac:spMkLst>
            <pc:docMk/>
            <pc:sldMk cId="0" sldId="270"/>
            <ac:spMk id="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14.054" v="2072" actId="404"/>
          <ac:spMkLst>
            <pc:docMk/>
            <pc:sldMk cId="0" sldId="270"/>
            <ac:spMk id="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15.215" v="2074" actId="404"/>
          <ac:spMkLst>
            <pc:docMk/>
            <pc:sldMk cId="0" sldId="270"/>
            <ac:spMk id="5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15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16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29:29.156" v="2053" actId="478"/>
          <ac:spMkLst>
            <pc:docMk/>
            <pc:sldMk cId="0" sldId="270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15.215" v="2074" actId="404"/>
          <ac:spMkLst>
            <pc:docMk/>
            <pc:sldMk cId="0" sldId="270"/>
            <ac:spMk id="2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19.620" v="2078" actId="403"/>
          <ac:spMkLst>
            <pc:docMk/>
            <pc:sldMk cId="0" sldId="270"/>
            <ac:spMk id="2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9:34.763" v="2058" actId="403"/>
          <ac:spMkLst>
            <pc:docMk/>
            <pc:sldMk cId="0" sldId="270"/>
            <ac:spMk id="2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22.663" v="2079" actId="113"/>
          <ac:spMkLst>
            <pc:docMk/>
            <pc:sldMk cId="0" sldId="270"/>
            <ac:spMk id="2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29:34.763" v="2058" actId="403"/>
          <ac:spMkLst>
            <pc:docMk/>
            <pc:sldMk cId="0" sldId="270"/>
            <ac:spMk id="2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25.592" v="2080" actId="113"/>
          <ac:spMkLst>
            <pc:docMk/>
            <pc:sldMk cId="0" sldId="270"/>
            <ac:spMk id="2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34.559" v="2085" actId="113"/>
          <ac:spMkLst>
            <pc:docMk/>
            <pc:sldMk cId="0" sldId="270"/>
            <ac:spMk id="2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0:15.215" v="2074" actId="404"/>
          <ac:spMkLst>
            <pc:docMk/>
            <pc:sldMk cId="0" sldId="270"/>
            <ac:spMk id="28" creationId="{77C3516F-ED15-DE99-F458-C7C461C11169}"/>
          </ac:spMkLst>
        </pc:spChg>
        <pc:spChg chg="add mod">
          <ac:chgData name="Phan, Tiffany M Capt USAF USAFA AW/ESCS" userId="a0ed988f-3bd3-448a-ab68-f6eca8eadb00" providerId="ADAL" clId="{D74FDB2A-C6F9-423C-9DA7-5C8A44CC196C}" dt="2026-08-27T22:30:15.215" v="2074" actId="404"/>
          <ac:spMkLst>
            <pc:docMk/>
            <pc:sldMk cId="0" sldId="270"/>
            <ac:spMk id="30" creationId="{9B296F91-CCDE-D208-B0BD-FBFE7699E88D}"/>
          </ac:spMkLst>
        </pc:spChg>
        <pc:spChg chg="add mod">
          <ac:chgData name="Phan, Tiffany M Capt USAF USAFA AW/ESCS" userId="a0ed988f-3bd3-448a-ab68-f6eca8eadb00" providerId="ADAL" clId="{D74FDB2A-C6F9-423C-9DA7-5C8A44CC196C}" dt="2026-08-27T22:30:15.215" v="2074" actId="404"/>
          <ac:spMkLst>
            <pc:docMk/>
            <pc:sldMk cId="0" sldId="270"/>
            <ac:spMk id="34" creationId="{AA8D5E80-6E68-5853-BBD4-C43551FEEB15}"/>
          </ac:spMkLst>
        </pc:spChg>
        <pc:spChg chg="add mod">
          <ac:chgData name="Phan, Tiffany M Capt USAF USAFA AW/ESCS" userId="a0ed988f-3bd3-448a-ab68-f6eca8eadb00" providerId="ADAL" clId="{D74FDB2A-C6F9-423C-9DA7-5C8A44CC196C}" dt="2026-08-27T22:29:32.163" v="2055" actId="1076"/>
          <ac:spMkLst>
            <pc:docMk/>
            <pc:sldMk cId="0" sldId="270"/>
            <ac:spMk id="36" creationId="{CDC66C0B-D54D-091D-F0E6-8A7660826E64}"/>
          </ac:spMkLst>
        </pc:spChg>
        <pc:spChg chg="add mod">
          <ac:chgData name="Phan, Tiffany M Capt USAF USAFA AW/ESCS" userId="a0ed988f-3bd3-448a-ab68-f6eca8eadb00" providerId="ADAL" clId="{D74FDB2A-C6F9-423C-9DA7-5C8A44CC196C}" dt="2026-08-27T22:30:15.215" v="2074" actId="404"/>
          <ac:spMkLst>
            <pc:docMk/>
            <pc:sldMk cId="0" sldId="270"/>
            <ac:spMk id="38" creationId="{DC08DF43-FD09-2D1C-AE7B-933AB2B95FD7}"/>
          </ac:spMkLst>
        </pc:spChg>
        <pc:spChg chg="add mod">
          <ac:chgData name="Phan, Tiffany M Capt USAF USAFA AW/ESCS" userId="a0ed988f-3bd3-448a-ab68-f6eca8eadb00" providerId="ADAL" clId="{D74FDB2A-C6F9-423C-9DA7-5C8A44CC196C}" dt="2026-08-27T22:30:15.215" v="2074" actId="404"/>
          <ac:spMkLst>
            <pc:docMk/>
            <pc:sldMk cId="0" sldId="270"/>
            <ac:spMk id="42" creationId="{5690D193-0CF4-49DB-CD76-93E2818E3CBB}"/>
          </ac:spMkLst>
        </pc:spChg>
        <pc:spChg chg="mod">
          <ac:chgData name="Phan, Tiffany M Capt USAF USAFA AW/ESCS" userId="a0ed988f-3bd3-448a-ab68-f6eca8eadb00" providerId="ADAL" clId="{D74FDB2A-C6F9-423C-9DA7-5C8A44CC196C}" dt="2026-08-27T22:29:32.163" v="2055" actId="1076"/>
          <ac:spMkLst>
            <pc:docMk/>
            <pc:sldMk cId="0" sldId="270"/>
            <ac:spMk id="44" creationId="{9D58EFF7-57B5-9979-269B-5A81317273FB}"/>
          </ac:spMkLst>
        </pc:spChg>
        <pc:spChg chg="add mod">
          <ac:chgData name="Phan, Tiffany M Capt USAF USAFA AW/ESCS" userId="a0ed988f-3bd3-448a-ab68-f6eca8eadb00" providerId="ADAL" clId="{D74FDB2A-C6F9-423C-9DA7-5C8A44CC196C}" dt="2026-08-27T22:29:32.163" v="2055" actId="1076"/>
          <ac:spMkLst>
            <pc:docMk/>
            <pc:sldMk cId="0" sldId="270"/>
            <ac:spMk id="46" creationId="{01E468E4-A4E6-0113-5EF4-519645C38790}"/>
          </ac:spMkLst>
        </pc:spChg>
        <pc:spChg chg="add mod">
          <ac:chgData name="Phan, Tiffany M Capt USAF USAFA AW/ESCS" userId="a0ed988f-3bd3-448a-ab68-f6eca8eadb00" providerId="ADAL" clId="{D74FDB2A-C6F9-423C-9DA7-5C8A44CC196C}" dt="2026-08-27T22:30:14.054" v="2072" actId="404"/>
          <ac:spMkLst>
            <pc:docMk/>
            <pc:sldMk cId="0" sldId="270"/>
            <ac:spMk id="48" creationId="{5D4923F3-38D6-6ED9-EBAA-4BA05984C563}"/>
          </ac:spMkLst>
        </pc:spChg>
        <pc:spChg chg="add mod">
          <ac:chgData name="Phan, Tiffany M Capt USAF USAFA AW/ESCS" userId="a0ed988f-3bd3-448a-ab68-f6eca8eadb00" providerId="ADAL" clId="{D74FDB2A-C6F9-423C-9DA7-5C8A44CC196C}" dt="2026-08-27T22:30:14.054" v="2072" actId="404"/>
          <ac:spMkLst>
            <pc:docMk/>
            <pc:sldMk cId="0" sldId="270"/>
            <ac:spMk id="50" creationId="{C9C915A3-D985-FC15-0F25-3227BC744A2D}"/>
          </ac:spMkLst>
        </pc:spChg>
        <pc:spChg chg="add mod">
          <ac:chgData name="Phan, Tiffany M Capt USAF USAFA AW/ESCS" userId="a0ed988f-3bd3-448a-ab68-f6eca8eadb00" providerId="ADAL" clId="{D74FDB2A-C6F9-423C-9DA7-5C8A44CC196C}" dt="2026-08-27T22:30:14.054" v="2072" actId="404"/>
          <ac:spMkLst>
            <pc:docMk/>
            <pc:sldMk cId="0" sldId="270"/>
            <ac:spMk id="52" creationId="{F91B3804-8552-E28A-3CA5-0526DE28F24C}"/>
          </ac:spMkLst>
        </pc:spChg>
        <pc:spChg chg="add">
          <ac:chgData name="Phan, Tiffany M Capt USAF USAFA AW/ESCS" userId="a0ed988f-3bd3-448a-ab68-f6eca8eadb00" providerId="ADAL" clId="{D74FDB2A-C6F9-423C-9DA7-5C8A44CC196C}" dt="2026-08-27T22:29:29.488" v="2054" actId="22"/>
          <ac:spMkLst>
            <pc:docMk/>
            <pc:sldMk cId="0" sldId="270"/>
            <ac:spMk id="54" creationId="{E1F4D41F-FD23-762A-5A75-90B308C04661}"/>
          </ac:spMkLst>
        </pc:spChg>
      </pc:sldChg>
      <pc:sldChg chg="modSp mod modNotesTx">
        <pc:chgData name="Phan, Tiffany M Capt USAF USAFA AW/ESCS" userId="a0ed988f-3bd3-448a-ab68-f6eca8eadb00" providerId="ADAL" clId="{D74FDB2A-C6F9-423C-9DA7-5C8A44CC196C}" dt="2026-08-27T22:53:06.866" v="3192" actId="20577"/>
        <pc:sldMkLst>
          <pc:docMk/>
          <pc:sldMk cId="0" sldId="271"/>
        </pc:sldMkLst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1:01.571" v="2086" actId="1076"/>
          <ac:spMkLst>
            <pc:docMk/>
            <pc:sldMk cId="0" sldId="271"/>
            <ac:spMk id="18" creationId="{00000000-0000-0000-0000-000000000000}"/>
          </ac:spMkLst>
        </pc:spChg>
      </pc:sldChg>
      <pc:sldChg chg="addSp delSp modSp mod modNotesTx">
        <pc:chgData name="Phan, Tiffany M Capt USAF USAFA AW/ESCS" userId="a0ed988f-3bd3-448a-ab68-f6eca8eadb00" providerId="ADAL" clId="{D74FDB2A-C6F9-423C-9DA7-5C8A44CC196C}" dt="2026-08-27T22:42:16.354" v="2362" actId="20577"/>
        <pc:sldMkLst>
          <pc:docMk/>
          <pc:sldMk cId="0" sldId="272"/>
        </pc:sldMkLst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8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13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1:57.168" v="2087" actId="478"/>
          <ac:spMkLst>
            <pc:docMk/>
            <pc:sldMk cId="0" sldId="272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2:01.367" v="2305" actId="1037"/>
          <ac:spMkLst>
            <pc:docMk/>
            <pc:sldMk cId="0" sldId="272"/>
            <ac:spMk id="2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2:01.367" v="2305" actId="1037"/>
          <ac:spMkLst>
            <pc:docMk/>
            <pc:sldMk cId="0" sldId="272"/>
            <ac:spMk id="2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2:01.367" v="2305" actId="1037"/>
          <ac:spMkLst>
            <pc:docMk/>
            <pc:sldMk cId="0" sldId="272"/>
            <ac:spMk id="2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2:01.367" v="2305" actId="1037"/>
          <ac:spMkLst>
            <pc:docMk/>
            <pc:sldMk cId="0" sldId="272"/>
            <ac:spMk id="2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2:01.367" v="2305" actId="1037"/>
          <ac:spMkLst>
            <pc:docMk/>
            <pc:sldMk cId="0" sldId="272"/>
            <ac:spMk id="2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2:01.367" v="2305" actId="1037"/>
          <ac:spMkLst>
            <pc:docMk/>
            <pc:sldMk cId="0" sldId="272"/>
            <ac:spMk id="2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2:01.367" v="2305" actId="1037"/>
          <ac:spMkLst>
            <pc:docMk/>
            <pc:sldMk cId="0" sldId="272"/>
            <ac:spMk id="2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42:01.367" v="2305" actId="1037"/>
          <ac:spMkLst>
            <pc:docMk/>
            <pc:sldMk cId="0" sldId="272"/>
            <ac:spMk id="2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2:15.443" v="2092" actId="1076"/>
          <ac:spMkLst>
            <pc:docMk/>
            <pc:sldMk cId="0" sldId="272"/>
            <ac:spMk id="28" creationId="{00000000-0000-0000-0000-000000000000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32" creationId="{FA6AB5C3-C445-4205-9F86-CE65029484F0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34" creationId="{7675BD26-0A7C-E830-EACB-FC1BE696254A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36" creationId="{737865F1-1C15-78A9-1991-97DA564DE62F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38" creationId="{272C17A7-D4F6-1694-2B81-A76F502ADBA4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42" creationId="{DBCC174E-868B-A2E9-096D-23274839EA2F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48" creationId="{419A9472-5F4B-BCD8-5477-33559E064B16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50" creationId="{07977571-36F4-8205-4DFA-567143BE0E41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52" creationId="{AFCCEAC3-1D29-F35E-0469-B6B831E903DE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54" creationId="{EB1A83A7-1EE8-E126-7D69-29C1D3A2941C}"/>
          </ac:spMkLst>
        </pc:spChg>
        <pc:spChg chg="add">
          <ac:chgData name="Phan, Tiffany M Capt USAF USAFA AW/ESCS" userId="a0ed988f-3bd3-448a-ab68-f6eca8eadb00" providerId="ADAL" clId="{D74FDB2A-C6F9-423C-9DA7-5C8A44CC196C}" dt="2026-08-27T22:31:57.671" v="2088" actId="22"/>
          <ac:spMkLst>
            <pc:docMk/>
            <pc:sldMk cId="0" sldId="272"/>
            <ac:spMk id="56" creationId="{C70AFE09-B805-EA41-0E3A-563BC9E1B88D}"/>
          </ac:spMkLst>
        </pc:spChg>
        <pc:picChg chg="add mod ord">
          <ac:chgData name="Phan, Tiffany M Capt USAF USAFA AW/ESCS" userId="a0ed988f-3bd3-448a-ab68-f6eca8eadb00" providerId="ADAL" clId="{D74FDB2A-C6F9-423C-9DA7-5C8A44CC196C}" dt="2026-08-27T22:41:54.886" v="2288" actId="1076"/>
          <ac:picMkLst>
            <pc:docMk/>
            <pc:sldMk cId="0" sldId="272"/>
            <ac:picMk id="58" creationId="{66B7110D-4FFE-0136-9777-87586EECBD2A}"/>
          </ac:picMkLst>
        </pc:picChg>
      </pc:sldChg>
      <pc:sldChg chg="modSp mod">
        <pc:chgData name="Phan, Tiffany M Capt USAF USAFA AW/ESCS" userId="a0ed988f-3bd3-448a-ab68-f6eca8eadb00" providerId="ADAL" clId="{D74FDB2A-C6F9-423C-9DA7-5C8A44CC196C}" dt="2026-08-27T22:33:40.780" v="2159" actId="20577"/>
        <pc:sldMkLst>
          <pc:docMk/>
          <pc:sldMk cId="0" sldId="273"/>
        </pc:sldMkLst>
        <pc:spChg chg="mod">
          <ac:chgData name="Phan, Tiffany M Capt USAF USAFA AW/ESCS" userId="a0ed988f-3bd3-448a-ab68-f6eca8eadb00" providerId="ADAL" clId="{D74FDB2A-C6F9-423C-9DA7-5C8A44CC196C}" dt="2026-08-27T22:33:38.002" v="2158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38.002" v="2158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38.002" v="2158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38.002" v="2158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38.002" v="2158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38.002" v="2158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38.002" v="2158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38.002" v="2158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40.780" v="2159" actId="20577"/>
          <ac:spMkLst>
            <pc:docMk/>
            <pc:sldMk cId="0" sldId="273"/>
            <ac:spMk id="14" creationId="{00000000-0000-0000-0000-000000000000}"/>
          </ac:spMkLst>
        </pc:spChg>
      </pc:sldChg>
      <pc:sldChg chg="modSp mod modNotesTx">
        <pc:chgData name="Phan, Tiffany M Capt USAF USAFA AW/ESCS" userId="a0ed988f-3bd3-448a-ab68-f6eca8eadb00" providerId="ADAL" clId="{D74FDB2A-C6F9-423C-9DA7-5C8A44CC196C}" dt="2026-08-27T22:54:43.472" v="3272" actId="20577"/>
        <pc:sldMkLst>
          <pc:docMk/>
          <pc:sldMk cId="0" sldId="274"/>
        </pc:sldMkLst>
        <pc:spChg chg="mod">
          <ac:chgData name="Phan, Tiffany M Capt USAF USAFA AW/ESCS" userId="a0ed988f-3bd3-448a-ab68-f6eca8eadb00" providerId="ADAL" clId="{D74FDB2A-C6F9-423C-9DA7-5C8A44CC196C}" dt="2026-08-27T22:33:47.320" v="2162" actId="403"/>
          <ac:spMkLst>
            <pc:docMk/>
            <pc:sldMk cId="0" sldId="274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47.320" v="2162" actId="403"/>
          <ac:spMkLst>
            <pc:docMk/>
            <pc:sldMk cId="0" sldId="274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47.320" v="2162" actId="403"/>
          <ac:spMkLst>
            <pc:docMk/>
            <pc:sldMk cId="0" sldId="274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47.320" v="2162" actId="403"/>
          <ac:spMkLst>
            <pc:docMk/>
            <pc:sldMk cId="0" sldId="274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4:04.929" v="2187" actId="103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3:54.549" v="2165" actId="1076"/>
          <ac:spMkLst>
            <pc:docMk/>
            <pc:sldMk cId="0" sldId="274"/>
            <ac:spMk id="12" creationId="{00000000-0000-0000-0000-000000000000}"/>
          </ac:spMkLst>
        </pc:spChg>
      </pc:sldChg>
      <pc:sldChg chg="addSp delSp modSp mod modNotesTx">
        <pc:chgData name="Phan, Tiffany M Capt USAF USAFA AW/ESCS" userId="a0ed988f-3bd3-448a-ab68-f6eca8eadb00" providerId="ADAL" clId="{D74FDB2A-C6F9-423C-9DA7-5C8A44CC196C}" dt="2026-08-27T22:55:50.349" v="3301" actId="1036"/>
        <pc:sldMkLst>
          <pc:docMk/>
          <pc:sldMk cId="0" sldId="275"/>
        </pc:sldMkLst>
        <pc:spChg chg="mod">
          <ac:chgData name="Phan, Tiffany M Capt USAF USAFA AW/ESCS" userId="a0ed988f-3bd3-448a-ab68-f6eca8eadb00" providerId="ADAL" clId="{D74FDB2A-C6F9-423C-9DA7-5C8A44CC196C}" dt="2026-08-27T22:34:33.372" v="2198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5:34.406" v="2235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5:50.349" v="3301" actId="1036"/>
          <ac:spMkLst>
            <pc:docMk/>
            <pc:sldMk cId="0" sldId="275"/>
            <ac:spMk id="8" creationId="{00000000-0000-0000-0000-000000000000}"/>
          </ac:spMkLst>
        </pc:spChg>
        <pc:spChg chg="add del">
          <ac:chgData name="Phan, Tiffany M Capt USAF USAFA AW/ESCS" userId="a0ed988f-3bd3-448a-ab68-f6eca8eadb00" providerId="ADAL" clId="{D74FDB2A-C6F9-423C-9DA7-5C8A44CC196C}" dt="2026-08-27T22:55:22.503" v="3274" actId="22"/>
          <ac:spMkLst>
            <pc:docMk/>
            <pc:sldMk cId="0" sldId="275"/>
            <ac:spMk id="10" creationId="{595DD936-35A0-E54F-98CF-7BD6DC990B25}"/>
          </ac:spMkLst>
        </pc:spChg>
      </pc:sldChg>
      <pc:sldChg chg="modSp mod modNotesTx">
        <pc:chgData name="Phan, Tiffany M Capt USAF USAFA AW/ESCS" userId="a0ed988f-3bd3-448a-ab68-f6eca8eadb00" providerId="ADAL" clId="{D74FDB2A-C6F9-423C-9DA7-5C8A44CC196C}" dt="2026-08-27T22:56:39.133" v="3303" actId="20577"/>
        <pc:sldMkLst>
          <pc:docMk/>
          <pc:sldMk cId="0" sldId="276"/>
        </pc:sldMkLst>
        <pc:spChg chg="mod">
          <ac:chgData name="Phan, Tiffany M Capt USAF USAFA AW/ESCS" userId="a0ed988f-3bd3-448a-ab68-f6eca8eadb00" providerId="ADAL" clId="{D74FDB2A-C6F9-423C-9DA7-5C8A44CC196C}" dt="2026-08-27T22:36:06.859" v="2242" actId="1076"/>
          <ac:spMkLst>
            <pc:docMk/>
            <pc:sldMk cId="0" sldId="276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6:06.859" v="2242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6:06.859" v="2242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6:06.859" v="2242" actId="1076"/>
          <ac:spMkLst>
            <pc:docMk/>
            <pc:sldMk cId="0" sldId="276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6:06.859" v="2242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5:49.367" v="2240" actId="404"/>
          <ac:spMkLst>
            <pc:docMk/>
            <pc:sldMk cId="0" sldId="276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5:56.806" v="2241" actId="20577"/>
          <ac:spMkLst>
            <pc:docMk/>
            <pc:sldMk cId="0" sldId="276"/>
            <ac:spMk id="12" creationId="{00000000-0000-0000-0000-000000000000}"/>
          </ac:spMkLst>
        </pc:spChg>
      </pc:sldChg>
      <pc:sldChg chg="modSp mod">
        <pc:chgData name="Phan, Tiffany M Capt USAF USAFA AW/ESCS" userId="a0ed988f-3bd3-448a-ab68-f6eca8eadb00" providerId="ADAL" clId="{D74FDB2A-C6F9-423C-9DA7-5C8A44CC196C}" dt="2026-08-27T23:00:29.421" v="3523" actId="1035"/>
        <pc:sldMkLst>
          <pc:docMk/>
          <pc:sldMk cId="0" sldId="277"/>
        </pc:sldMkLst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3:00:29.421" v="3523" actId="1035"/>
          <ac:spMkLst>
            <pc:docMk/>
            <pc:sldMk cId="0" sldId="277"/>
            <ac:spMk id="15" creationId="{00000000-0000-0000-0000-000000000000}"/>
          </ac:spMkLst>
        </pc:spChg>
      </pc:sldChg>
      <pc:sldChg chg="modSp mod modAnim modNotesTx">
        <pc:chgData name="Phan, Tiffany M Capt USAF USAFA AW/ESCS" userId="a0ed988f-3bd3-448a-ab68-f6eca8eadb00" providerId="ADAL" clId="{D74FDB2A-C6F9-423C-9DA7-5C8A44CC196C}" dt="2026-08-27T22:56:28.740" v="3302"/>
        <pc:sldMkLst>
          <pc:docMk/>
          <pc:sldMk cId="0" sldId="278"/>
        </pc:sldMkLst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9.803" v="2253" actId="107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24.629" v="2252" actId="107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7:36.808" v="2254" actId="1076"/>
          <ac:spMkLst>
            <pc:docMk/>
            <pc:sldMk cId="0" sldId="278"/>
            <ac:spMk id="16" creationId="{00000000-0000-0000-0000-000000000000}"/>
          </ac:spMkLst>
        </pc:spChg>
      </pc:sldChg>
      <pc:sldChg chg="modSp mod modNotesTx">
        <pc:chgData name="Phan, Tiffany M Capt USAF USAFA AW/ESCS" userId="a0ed988f-3bd3-448a-ab68-f6eca8eadb00" providerId="ADAL" clId="{D74FDB2A-C6F9-423C-9DA7-5C8A44CC196C}" dt="2026-08-27T22:57:18.253" v="3394" actId="20577"/>
        <pc:sldMkLst>
          <pc:docMk/>
          <pc:sldMk cId="0" sldId="279"/>
        </pc:sldMkLst>
        <pc:spChg chg="mod">
          <ac:chgData name="Phan, Tiffany M Capt USAF USAFA AW/ESCS" userId="a0ed988f-3bd3-448a-ab68-f6eca8eadb00" providerId="ADAL" clId="{D74FDB2A-C6F9-423C-9DA7-5C8A44CC196C}" dt="2026-08-27T22:38:21.723" v="2263" actId="1076"/>
          <ac:spMkLst>
            <pc:docMk/>
            <pc:sldMk cId="0" sldId="279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4.130" v="2261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18.702" v="2262" actId="1076"/>
          <ac:spMkLst>
            <pc:docMk/>
            <pc:sldMk cId="0" sldId="279"/>
            <ac:spMk id="17" creationId="{00000000-0000-0000-0000-000000000000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8-27T22:39:18.411" v="2277" actId="1076"/>
        <pc:sldMkLst>
          <pc:docMk/>
          <pc:sldMk cId="0" sldId="281"/>
        </pc:sldMkLst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7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10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11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12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13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14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15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18" creationId="{00000000-0000-0000-0000-000000000000}"/>
          </ac:spMkLst>
        </pc:spChg>
        <pc:spChg chg="del">
          <ac:chgData name="Phan, Tiffany M Capt USAF USAFA AW/ESCS" userId="a0ed988f-3bd3-448a-ab68-f6eca8eadb00" providerId="ADAL" clId="{D74FDB2A-C6F9-423C-9DA7-5C8A44CC196C}" dt="2026-08-27T22:38:34.352" v="2264" actId="478"/>
          <ac:spMkLst>
            <pc:docMk/>
            <pc:sldMk cId="0" sldId="281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58.822" v="2273" actId="1076"/>
          <ac:spMkLst>
            <pc:docMk/>
            <pc:sldMk cId="0" sldId="281"/>
            <ac:spMk id="2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9:06.542" v="2274" actId="14100"/>
          <ac:spMkLst>
            <pc:docMk/>
            <pc:sldMk cId="0" sldId="281"/>
            <ac:spMk id="2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58.822" v="2273" actId="1076"/>
          <ac:spMkLst>
            <pc:docMk/>
            <pc:sldMk cId="0" sldId="281"/>
            <ac:spMk id="2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9:06.542" v="2274" actId="14100"/>
          <ac:spMkLst>
            <pc:docMk/>
            <pc:sldMk cId="0" sldId="281"/>
            <ac:spMk id="2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58.822" v="2273" actId="1076"/>
          <ac:spMkLst>
            <pc:docMk/>
            <pc:sldMk cId="0" sldId="281"/>
            <ac:spMk id="2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9:06.542" v="2274" actId="14100"/>
          <ac:spMkLst>
            <pc:docMk/>
            <pc:sldMk cId="0" sldId="281"/>
            <ac:spMk id="2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58.822" v="2273" actId="1076"/>
          <ac:spMkLst>
            <pc:docMk/>
            <pc:sldMk cId="0" sldId="281"/>
            <ac:spMk id="2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9:06.542" v="2274" actId="14100"/>
          <ac:spMkLst>
            <pc:docMk/>
            <pc:sldMk cId="0" sldId="281"/>
            <ac:spMk id="2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8:58.822" v="2273" actId="1076"/>
          <ac:spMkLst>
            <pc:docMk/>
            <pc:sldMk cId="0" sldId="281"/>
            <ac:spMk id="2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9:06.542" v="2274" actId="14100"/>
          <ac:spMkLst>
            <pc:docMk/>
            <pc:sldMk cId="0" sldId="281"/>
            <ac:spMk id="2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39:18.411" v="2277" actId="1076"/>
          <ac:spMkLst>
            <pc:docMk/>
            <pc:sldMk cId="0" sldId="281"/>
            <ac:spMk id="30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32" creationId="{FF16E70E-4065-CC04-F25F-CAD72CC48FBB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36" creationId="{088D3737-3A71-8095-2A9E-FEABE0BE6009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38" creationId="{9E7FA421-01B9-F919-085C-0655C7013D05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40" creationId="{DAEA49AD-714E-34A5-C886-75AFD0A6292A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44" creationId="{3DF810E3-B7F5-A274-A912-240DEA6EFCFD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48" creationId="{30A28081-DBC4-34C4-F3F7-4F55EE97EF43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50" creationId="{F1D5CD76-BC13-13ED-C010-7DB54BBBC964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52" creationId="{7EAFFDCA-C342-289C-A194-C0790B3C2D0E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54" creationId="{1C5AD877-E938-4B33-B04B-5B8804E2861B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2:38:41.665" v="2268" actId="22"/>
          <ac:spMkLst>
            <pc:docMk/>
            <pc:sldMk cId="0" sldId="281"/>
            <ac:spMk id="56" creationId="{9B64767B-A50E-36EA-6B89-0CA706D4413D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60" creationId="{0D4667DD-5B35-9A52-EF5F-FB093599320B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62" creationId="{879F5F42-E1BB-38F1-037C-010CD4F78E3A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66" creationId="{350C9266-C5F3-4435-8B90-2324F227B062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68" creationId="{38208C62-2635-1AD3-7DC3-A3F3D2B691B8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70" creationId="{5A5DBB0B-B2F2-2AEF-2F61-6B84D5921F20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72" creationId="{6382625C-7167-FE5A-8083-E9E8858C1458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74" creationId="{83EE15A1-59E9-639E-E68D-2565F61CC9A9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76" creationId="{0E237781-A0CD-1654-6BD2-8A5C97BA9F8E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78" creationId="{B30A69E6-8EBB-46F9-912D-7B0EFFEE62A3}"/>
          </ac:spMkLst>
        </pc:spChg>
        <pc:spChg chg="add">
          <ac:chgData name="Phan, Tiffany M Capt USAF USAFA AW/ESCS" userId="a0ed988f-3bd3-448a-ab68-f6eca8eadb00" providerId="ADAL" clId="{D74FDB2A-C6F9-423C-9DA7-5C8A44CC196C}" dt="2026-08-27T22:38:42.178" v="2269" actId="22"/>
          <ac:spMkLst>
            <pc:docMk/>
            <pc:sldMk cId="0" sldId="281"/>
            <ac:spMk id="82" creationId="{64D62A3D-9FDE-A592-DF00-910DAC8B2514}"/>
          </ac:spMkLst>
        </pc:spChg>
      </pc:sldChg>
      <pc:sldChg chg="addSp modSp mod">
        <pc:chgData name="Phan, Tiffany M Capt USAF USAFA AW/ESCS" userId="a0ed988f-3bd3-448a-ab68-f6eca8eadb00" providerId="ADAL" clId="{D74FDB2A-C6F9-423C-9DA7-5C8A44CC196C}" dt="2026-08-27T22:59:53.160" v="3486" actId="1036"/>
        <pc:sldMkLst>
          <pc:docMk/>
          <pc:sldMk cId="0" sldId="282"/>
        </pc:sldMkLst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7T22:59:28.586" v="3458" actId="1035"/>
          <ac:spMkLst>
            <pc:docMk/>
            <pc:sldMk cId="0" sldId="282"/>
            <ac:spMk id="15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8-27T22:59:37.220" v="3459" actId="1076"/>
          <ac:spMkLst>
            <pc:docMk/>
            <pc:sldMk cId="0" sldId="282"/>
            <ac:spMk id="18" creationId="{AFFBA6A3-9FEC-FF34-DF38-1FF95AA8BEDF}"/>
          </ac:spMkLst>
        </pc:spChg>
        <pc:spChg chg="add mod">
          <ac:chgData name="Phan, Tiffany M Capt USAF USAFA AW/ESCS" userId="a0ed988f-3bd3-448a-ab68-f6eca8eadb00" providerId="ADAL" clId="{D74FDB2A-C6F9-423C-9DA7-5C8A44CC196C}" dt="2026-08-27T22:59:48.792" v="3471" actId="1036"/>
          <ac:spMkLst>
            <pc:docMk/>
            <pc:sldMk cId="0" sldId="282"/>
            <ac:spMk id="20" creationId="{FA7C7206-D68B-44E8-CD53-8291DF130827}"/>
          </ac:spMkLst>
        </pc:spChg>
        <pc:spChg chg="add mod">
          <ac:chgData name="Phan, Tiffany M Capt USAF USAFA AW/ESCS" userId="a0ed988f-3bd3-448a-ab68-f6eca8eadb00" providerId="ADAL" clId="{D74FDB2A-C6F9-423C-9DA7-5C8A44CC196C}" dt="2026-08-27T22:59:53.160" v="3486" actId="1036"/>
          <ac:spMkLst>
            <pc:docMk/>
            <pc:sldMk cId="0" sldId="282"/>
            <ac:spMk id="22" creationId="{882EA3EC-3587-B0FD-DFF3-0863047689F0}"/>
          </ac:spMkLst>
        </pc:spChg>
      </pc:sldChg>
      <pc:sldChg chg="addSp delSp modSp mod modNotesTx">
        <pc:chgData name="Phan, Tiffany M Capt USAF USAFA AW/ESCS" userId="a0ed988f-3bd3-448a-ab68-f6eca8eadb00" providerId="ADAL" clId="{D74FDB2A-C6F9-423C-9DA7-5C8A44CC196C}" dt="2026-08-27T21:58:30.562" v="1273" actId="478"/>
        <pc:sldMkLst>
          <pc:docMk/>
          <pc:sldMk cId="2327750840" sldId="283"/>
        </pc:sldMkLst>
        <pc:spChg chg="add del">
          <ac:chgData name="Phan, Tiffany M Capt USAF USAFA AW/ESCS" userId="a0ed988f-3bd3-448a-ab68-f6eca8eadb00" providerId="ADAL" clId="{D74FDB2A-C6F9-423C-9DA7-5C8A44CC196C}" dt="2026-08-27T21:58:30.562" v="1273" actId="478"/>
          <ac:spMkLst>
            <pc:docMk/>
            <pc:sldMk cId="2327750840" sldId="283"/>
            <ac:spMk id="2" creationId="{73CD2CB5-2871-9056-9AE5-71D3A5F0AD4D}"/>
          </ac:spMkLst>
        </pc:spChg>
        <pc:spChg chg="add del">
          <ac:chgData name="Phan, Tiffany M Capt USAF USAFA AW/ESCS" userId="a0ed988f-3bd3-448a-ab68-f6eca8eadb00" providerId="ADAL" clId="{D74FDB2A-C6F9-423C-9DA7-5C8A44CC196C}" dt="2026-08-27T21:58:30.562" v="1273" actId="478"/>
          <ac:spMkLst>
            <pc:docMk/>
            <pc:sldMk cId="2327750840" sldId="283"/>
            <ac:spMk id="3" creationId="{6317A2EA-2B73-B448-6DC7-70EFD5475635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6" creationId="{1281ABEC-AA05-A8B3-94CA-C49779F6A77D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7" creationId="{EACCE0FD-FC2E-D452-AE2B-B56ECA22EBAB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8" creationId="{40698BF4-372B-1659-F164-666567B9711D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9" creationId="{00CD63B2-B160-E33C-007A-844C35F7EB95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11" creationId="{6368FB9A-143D-049E-9E25-8772B55B1D22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12" creationId="{DD1FF42B-75C7-C1DC-ECD2-1D8D7AAFD8C9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13" creationId="{49BC266D-BC79-F94C-A552-8757657B5401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14" creationId="{A08B91E6-ADE0-DE02-7F06-88FEE045F416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16" creationId="{60352C82-CF78-2B8E-1616-F5CC2B254B4A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0:49:09.370" v="98" actId="478"/>
          <ac:spMkLst>
            <pc:docMk/>
            <pc:sldMk cId="2327750840" sldId="283"/>
            <ac:spMk id="17" creationId="{10FF2A3E-D034-1B05-88EC-77D3ABDA1F85}"/>
          </ac:spMkLst>
        </pc:spChg>
        <pc:spChg chg="mod">
          <ac:chgData name="Phan, Tiffany M Capt USAF USAFA AW/ESCS" userId="a0ed988f-3bd3-448a-ab68-f6eca8eadb00" providerId="ADAL" clId="{D74FDB2A-C6F9-423C-9DA7-5C8A44CC196C}" dt="2026-08-27T20:49:35.307" v="102" actId="1076"/>
          <ac:spMkLst>
            <pc:docMk/>
            <pc:sldMk cId="2327750840" sldId="283"/>
            <ac:spMk id="18" creationId="{4E9CDB39-0B5F-1FA1-794E-97A48B8DDDF4}"/>
          </ac:spMkLst>
        </pc:spChg>
        <pc:spChg chg="mod">
          <ac:chgData name="Phan, Tiffany M Capt USAF USAFA AW/ESCS" userId="a0ed988f-3bd3-448a-ab68-f6eca8eadb00" providerId="ADAL" clId="{D74FDB2A-C6F9-423C-9DA7-5C8A44CC196C}" dt="2026-08-27T20:49:35.307" v="102" actId="1076"/>
          <ac:spMkLst>
            <pc:docMk/>
            <pc:sldMk cId="2327750840" sldId="283"/>
            <ac:spMk id="22" creationId="{F96E665F-68C5-AB7A-0FA3-04A3DB19D43D}"/>
          </ac:spMkLst>
        </pc:spChg>
        <pc:spChg chg="mod">
          <ac:chgData name="Phan, Tiffany M Capt USAF USAFA AW/ESCS" userId="a0ed988f-3bd3-448a-ab68-f6eca8eadb00" providerId="ADAL" clId="{D74FDB2A-C6F9-423C-9DA7-5C8A44CC196C}" dt="2026-08-27T20:49:35.307" v="102" actId="1076"/>
          <ac:spMkLst>
            <pc:docMk/>
            <pc:sldMk cId="2327750840" sldId="283"/>
            <ac:spMk id="26" creationId="{F9D54497-3F40-FC6D-E8CF-3E4FAA13EA91}"/>
          </ac:spMkLst>
        </pc:spChg>
        <pc:spChg chg="mod">
          <ac:chgData name="Phan, Tiffany M Capt USAF USAFA AW/ESCS" userId="a0ed988f-3bd3-448a-ab68-f6eca8eadb00" providerId="ADAL" clId="{D74FDB2A-C6F9-423C-9DA7-5C8A44CC196C}" dt="2026-08-27T20:49:35.307" v="102" actId="1076"/>
          <ac:spMkLst>
            <pc:docMk/>
            <pc:sldMk cId="2327750840" sldId="283"/>
            <ac:spMk id="28" creationId="{50589199-CD97-74AF-9729-DD07FE2A3090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30" creationId="{94804A7F-4984-EEC3-C5C9-D98EFD1F6471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32" creationId="{AF319473-A59D-7F72-FF4F-89935234B2CA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38" creationId="{69879830-30F9-6683-2316-835B6BED0CC0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40" creationId="{FC3B82FD-DFB4-3630-0888-1BE59F1F086D}"/>
          </ac:spMkLst>
        </pc:spChg>
        <pc:spChg chg="mod">
          <ac:chgData name="Phan, Tiffany M Capt USAF USAFA AW/ESCS" userId="a0ed988f-3bd3-448a-ab68-f6eca8eadb00" providerId="ADAL" clId="{D74FDB2A-C6F9-423C-9DA7-5C8A44CC196C}" dt="2026-08-27T20:49:35.307" v="102" actId="1076"/>
          <ac:spMkLst>
            <pc:docMk/>
            <pc:sldMk cId="2327750840" sldId="283"/>
            <ac:spMk id="42" creationId="{F3FD1931-7851-5317-248E-C5CCBCAA0213}"/>
          </ac:spMkLst>
        </pc:spChg>
        <pc:spChg chg="mod">
          <ac:chgData name="Phan, Tiffany M Capt USAF USAFA AW/ESCS" userId="a0ed988f-3bd3-448a-ab68-f6eca8eadb00" providerId="ADAL" clId="{D74FDB2A-C6F9-423C-9DA7-5C8A44CC196C}" dt="2026-08-27T20:49:35.307" v="102" actId="1076"/>
          <ac:spMkLst>
            <pc:docMk/>
            <pc:sldMk cId="2327750840" sldId="283"/>
            <ac:spMk id="44" creationId="{AA4BA0C2-5CD8-FA2C-07AE-7BE9019B7A60}"/>
          </ac:spMkLst>
        </pc:spChg>
        <pc:spChg chg="mod">
          <ac:chgData name="Phan, Tiffany M Capt USAF USAFA AW/ESCS" userId="a0ed988f-3bd3-448a-ab68-f6eca8eadb00" providerId="ADAL" clId="{D74FDB2A-C6F9-423C-9DA7-5C8A44CC196C}" dt="2026-08-27T20:48:31.102" v="95" actId="1076"/>
          <ac:spMkLst>
            <pc:docMk/>
            <pc:sldMk cId="2327750840" sldId="283"/>
            <ac:spMk id="49" creationId="{AA06C389-FD6E-180B-E51E-AC7A9568DAAC}"/>
          </ac:spMkLst>
        </pc:spChg>
        <pc:spChg chg="del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50" creationId="{10015514-6816-CBB6-8E2D-4C3AAC71AA3C}"/>
          </ac:spMkLst>
        </pc:spChg>
        <pc:spChg chg="mod">
          <ac:chgData name="Phan, Tiffany M Capt USAF USAFA AW/ESCS" userId="a0ed988f-3bd3-448a-ab68-f6eca8eadb00" providerId="ADAL" clId="{D74FDB2A-C6F9-423C-9DA7-5C8A44CC196C}" dt="2026-08-27T20:50:15.185" v="107" actId="1076"/>
          <ac:spMkLst>
            <pc:docMk/>
            <pc:sldMk cId="2327750840" sldId="283"/>
            <ac:spMk id="52" creationId="{764FFEA2-2389-501F-23C0-F9B4A4BC46E9}"/>
          </ac:spMkLst>
        </pc:spChg>
        <pc:spChg chg="mod">
          <ac:chgData name="Phan, Tiffany M Capt USAF USAFA AW/ESCS" userId="a0ed988f-3bd3-448a-ab68-f6eca8eadb00" providerId="ADAL" clId="{D74FDB2A-C6F9-423C-9DA7-5C8A44CC196C}" dt="2026-08-27T20:50:15.185" v="107" actId="1076"/>
          <ac:spMkLst>
            <pc:docMk/>
            <pc:sldMk cId="2327750840" sldId="283"/>
            <ac:spMk id="53" creationId="{D550E4AF-3DC4-28C2-0439-65706051BE03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54" creationId="{930C72DB-8DE0-F9A5-A5EE-1A89B01B66F7}"/>
          </ac:spMkLst>
        </pc:spChg>
        <pc:spChg chg="mod">
          <ac:chgData name="Phan, Tiffany M Capt USAF USAFA AW/ESCS" userId="a0ed988f-3bd3-448a-ab68-f6eca8eadb00" providerId="ADAL" clId="{D74FDB2A-C6F9-423C-9DA7-5C8A44CC196C}" dt="2026-08-27T20:50:15.185" v="107" actId="1076"/>
          <ac:spMkLst>
            <pc:docMk/>
            <pc:sldMk cId="2327750840" sldId="283"/>
            <ac:spMk id="55" creationId="{D9B68B7E-43DF-8A0B-C8E2-44DAB14A3A1B}"/>
          </ac:spMkLst>
        </pc:spChg>
        <pc:spChg chg="mod">
          <ac:chgData name="Phan, Tiffany M Capt USAF USAFA AW/ESCS" userId="a0ed988f-3bd3-448a-ab68-f6eca8eadb00" providerId="ADAL" clId="{D74FDB2A-C6F9-423C-9DA7-5C8A44CC196C}" dt="2026-08-27T20:50:15.185" v="107" actId="1076"/>
          <ac:spMkLst>
            <pc:docMk/>
            <pc:sldMk cId="2327750840" sldId="283"/>
            <ac:spMk id="56" creationId="{F0EBE14A-E231-8013-69B2-A1DAEAD6F2CD}"/>
          </ac:spMkLst>
        </pc:spChg>
        <pc:spChg chg="mod">
          <ac:chgData name="Phan, Tiffany M Capt USAF USAFA AW/ESCS" userId="a0ed988f-3bd3-448a-ab68-f6eca8eadb00" providerId="ADAL" clId="{D74FDB2A-C6F9-423C-9DA7-5C8A44CC196C}" dt="2026-08-27T20:50:15.185" v="107" actId="1076"/>
          <ac:spMkLst>
            <pc:docMk/>
            <pc:sldMk cId="2327750840" sldId="283"/>
            <ac:spMk id="57" creationId="{19A48A72-D10E-4C09-AA55-8DD5345003C1}"/>
          </ac:spMkLst>
        </pc:spChg>
        <pc:spChg chg="mod">
          <ac:chgData name="Phan, Tiffany M Capt USAF USAFA AW/ESCS" userId="a0ed988f-3bd3-448a-ab68-f6eca8eadb00" providerId="ADAL" clId="{D74FDB2A-C6F9-423C-9DA7-5C8A44CC196C}" dt="2026-08-27T20:50:15.185" v="107" actId="1076"/>
          <ac:spMkLst>
            <pc:docMk/>
            <pc:sldMk cId="2327750840" sldId="283"/>
            <ac:spMk id="58" creationId="{616D5D14-1A10-D3AA-31DE-E381BA6AAE5B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59" creationId="{5EB7447C-5343-9BAE-19FF-2216F60B6C19}"/>
          </ac:spMkLst>
        </pc:spChg>
        <pc:spChg chg="mod">
          <ac:chgData name="Phan, Tiffany M Capt USAF USAFA AW/ESCS" userId="a0ed988f-3bd3-448a-ab68-f6eca8eadb00" providerId="ADAL" clId="{D74FDB2A-C6F9-423C-9DA7-5C8A44CC196C}" dt="2026-08-27T20:50:15.185" v="107" actId="1076"/>
          <ac:spMkLst>
            <pc:docMk/>
            <pc:sldMk cId="2327750840" sldId="283"/>
            <ac:spMk id="60" creationId="{F477D96C-6556-C02E-8DE7-D3268E306226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61" creationId="{BB82099F-939E-636B-07DC-8C578F7E4EF2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62" creationId="{F13E8A96-FD17-8E85-7C2C-BF876D7FEE53}"/>
          </ac:spMkLst>
        </pc:spChg>
        <pc:spChg chg="del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63" creationId="{2A8A2A03-65CD-CE13-E19F-2B3C70FF46D4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65" creationId="{9A96D289-E7EE-321F-D4FC-AC6DDC5E9B20}"/>
          </ac:spMkLst>
        </pc:spChg>
        <pc:spChg chg="del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66" creationId="{AB452579-C5C2-D418-4093-F66BCD1603D7}"/>
          </ac:spMkLst>
        </pc:spChg>
        <pc:spChg chg="del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68" creationId="{22552278-6AB9-17DD-4B6B-BD78179E2DC8}"/>
          </ac:spMkLst>
        </pc:spChg>
        <pc:spChg chg="del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69" creationId="{E7D00F42-1FA0-B606-73E3-D77C3777D0A0}"/>
          </ac:spMkLst>
        </pc:spChg>
        <pc:spChg chg="del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70" creationId="{B24450D4-A2D5-79E4-AE64-F7921CA683EB}"/>
          </ac:spMkLst>
        </pc:spChg>
        <pc:spChg chg="del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71" creationId="{E119E764-F033-AB14-E31D-E357CA5DE838}"/>
          </ac:spMkLst>
        </pc:spChg>
        <pc:spChg chg="del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72" creationId="{4451E56F-AF31-588F-F2CA-A1E68ABB2633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73" creationId="{19B4E2C8-E336-0D18-1EFA-F8D1EEEEF9CA}"/>
          </ac:spMkLst>
        </pc:spChg>
        <pc:spChg chg="mod">
          <ac:chgData name="Phan, Tiffany M Capt USAF USAFA AW/ESCS" userId="a0ed988f-3bd3-448a-ab68-f6eca8eadb00" providerId="ADAL" clId="{D74FDB2A-C6F9-423C-9DA7-5C8A44CC196C}" dt="2026-08-27T20:50:59.218" v="113" actId="1076"/>
          <ac:spMkLst>
            <pc:docMk/>
            <pc:sldMk cId="2327750840" sldId="283"/>
            <ac:spMk id="74" creationId="{2339333D-AC5C-2EEB-70DC-48F9B1900745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11.188" v="114" actId="478"/>
          <ac:spMkLst>
            <pc:docMk/>
            <pc:sldMk cId="2327750840" sldId="283"/>
            <ac:spMk id="76" creationId="{F6B88AEE-1BAF-EB3D-8258-74FE3B8FD6DA}"/>
          </ac:spMkLst>
        </pc:spChg>
        <pc:spChg chg="mod">
          <ac:chgData name="Phan, Tiffany M Capt USAF USAFA AW/ESCS" userId="a0ed988f-3bd3-448a-ab68-f6eca8eadb00" providerId="ADAL" clId="{D74FDB2A-C6F9-423C-9DA7-5C8A44CC196C}" dt="2026-08-27T20:50:23.308" v="108" actId="1076"/>
          <ac:spMkLst>
            <pc:docMk/>
            <pc:sldMk cId="2327750840" sldId="283"/>
            <ac:spMk id="80" creationId="{C60F5E8D-E6F7-8C95-10BC-1079EADA7C0E}"/>
          </ac:spMkLst>
        </pc:spChg>
        <pc:spChg chg="mod">
          <ac:chgData name="Phan, Tiffany M Capt USAF USAFA AW/ESCS" userId="a0ed988f-3bd3-448a-ab68-f6eca8eadb00" providerId="ADAL" clId="{D74FDB2A-C6F9-423C-9DA7-5C8A44CC196C}" dt="2026-08-27T20:50:23.308" v="108" actId="1076"/>
          <ac:spMkLst>
            <pc:docMk/>
            <pc:sldMk cId="2327750840" sldId="283"/>
            <ac:spMk id="81" creationId="{99EBF49B-CEEE-FC90-9056-34916196C82F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82" creationId="{F111013E-0252-C379-B523-B9FC308FB6D8}"/>
          </ac:spMkLst>
        </pc:spChg>
        <pc:spChg chg="mod">
          <ac:chgData name="Phan, Tiffany M Capt USAF USAFA AW/ESCS" userId="a0ed988f-3bd3-448a-ab68-f6eca8eadb00" providerId="ADAL" clId="{D74FDB2A-C6F9-423C-9DA7-5C8A44CC196C}" dt="2026-08-27T20:50:23.308" v="108" actId="1076"/>
          <ac:spMkLst>
            <pc:docMk/>
            <pc:sldMk cId="2327750840" sldId="283"/>
            <ac:spMk id="83" creationId="{858C3B28-45B8-2E58-D066-B93D2F7B3B06}"/>
          </ac:spMkLst>
        </pc:spChg>
        <pc:spChg chg="del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84" creationId="{6F78DBFB-EBF8-CBAD-8C87-919CD893F9F0}"/>
          </ac:spMkLst>
        </pc:spChg>
        <pc:spChg chg="del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86" creationId="{D5647BDB-410E-EA32-CD66-6BF5FB140E51}"/>
          </ac:spMkLst>
        </pc:spChg>
        <pc:spChg chg="mod">
          <ac:chgData name="Phan, Tiffany M Capt USAF USAFA AW/ESCS" userId="a0ed988f-3bd3-448a-ab68-f6eca8eadb00" providerId="ADAL" clId="{D74FDB2A-C6F9-423C-9DA7-5C8A44CC196C}" dt="2026-08-27T20:50:23.308" v="108" actId="1076"/>
          <ac:spMkLst>
            <pc:docMk/>
            <pc:sldMk cId="2327750840" sldId="283"/>
            <ac:spMk id="87" creationId="{2B9A3274-92B6-EB42-0637-479B2954F5AB}"/>
          </ac:spMkLst>
        </pc:spChg>
        <pc:spChg chg="mod">
          <ac:chgData name="Phan, Tiffany M Capt USAF USAFA AW/ESCS" userId="a0ed988f-3bd3-448a-ab68-f6eca8eadb00" providerId="ADAL" clId="{D74FDB2A-C6F9-423C-9DA7-5C8A44CC196C}" dt="2026-08-27T20:50:23.308" v="108" actId="1076"/>
          <ac:spMkLst>
            <pc:docMk/>
            <pc:sldMk cId="2327750840" sldId="283"/>
            <ac:spMk id="88" creationId="{2970740F-85FF-DB56-12B0-A805088E141D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89" creationId="{277227DD-7F99-91FF-9305-0D5F17A325A6}"/>
          </ac:spMkLst>
        </pc:spChg>
        <pc:spChg chg="mod">
          <ac:chgData name="Phan, Tiffany M Capt USAF USAFA AW/ESCS" userId="a0ed988f-3bd3-448a-ab68-f6eca8eadb00" providerId="ADAL" clId="{D74FDB2A-C6F9-423C-9DA7-5C8A44CC196C}" dt="2026-08-27T20:50:23.308" v="108" actId="1076"/>
          <ac:spMkLst>
            <pc:docMk/>
            <pc:sldMk cId="2327750840" sldId="283"/>
            <ac:spMk id="90" creationId="{ABECFDC5-F4F1-6265-824D-7B34CCE52F50}"/>
          </ac:spMkLst>
        </pc:spChg>
        <pc:spChg chg="mod">
          <ac:chgData name="Phan, Tiffany M Capt USAF USAFA AW/ESCS" userId="a0ed988f-3bd3-448a-ab68-f6eca8eadb00" providerId="ADAL" clId="{D74FDB2A-C6F9-423C-9DA7-5C8A44CC196C}" dt="2026-08-27T20:50:23.308" v="108" actId="1076"/>
          <ac:spMkLst>
            <pc:docMk/>
            <pc:sldMk cId="2327750840" sldId="283"/>
            <ac:spMk id="91" creationId="{4F288795-791A-FA85-B4F1-EA1268D93CE6}"/>
          </ac:spMkLst>
        </pc:spChg>
        <pc:spChg chg="mod">
          <ac:chgData name="Phan, Tiffany M Capt USAF USAFA AW/ESCS" userId="a0ed988f-3bd3-448a-ab68-f6eca8eadb00" providerId="ADAL" clId="{D74FDB2A-C6F9-423C-9DA7-5C8A44CC196C}" dt="2026-08-27T20:50:23.308" v="108" actId="1076"/>
          <ac:spMkLst>
            <pc:docMk/>
            <pc:sldMk cId="2327750840" sldId="283"/>
            <ac:spMk id="92" creationId="{EBAD303E-3EC0-BACF-C902-A8D0D3DD484C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0:36.857" v="109" actId="478"/>
          <ac:spMkLst>
            <pc:docMk/>
            <pc:sldMk cId="2327750840" sldId="283"/>
            <ac:spMk id="93" creationId="{5327890C-DD0E-6080-B8E2-7614BB04560A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94" creationId="{4E958263-4862-936D-13BD-27CD4571E623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96" creationId="{169A5F6E-1E2A-5486-BA19-2BDBFD562FD6}"/>
          </ac:spMkLst>
        </pc:spChg>
        <pc:spChg chg="mod">
          <ac:chgData name="Phan, Tiffany M Capt USAF USAFA AW/ESCS" userId="a0ed988f-3bd3-448a-ab68-f6eca8eadb00" providerId="ADAL" clId="{D74FDB2A-C6F9-423C-9DA7-5C8A44CC196C}" dt="2026-08-27T20:48:31.102" v="95" actId="1076"/>
          <ac:spMkLst>
            <pc:docMk/>
            <pc:sldMk cId="2327750840" sldId="283"/>
            <ac:spMk id="97" creationId="{D3A2F0EC-4A47-BC4C-EB22-5D922BD789DB}"/>
          </ac:spMkLst>
        </pc:spChg>
        <pc:spChg chg="mod">
          <ac:chgData name="Phan, Tiffany M Capt USAF USAFA AW/ESCS" userId="a0ed988f-3bd3-448a-ab68-f6eca8eadb00" providerId="ADAL" clId="{D74FDB2A-C6F9-423C-9DA7-5C8A44CC196C}" dt="2026-08-27T20:48:22.944" v="94" actId="1076"/>
          <ac:spMkLst>
            <pc:docMk/>
            <pc:sldMk cId="2327750840" sldId="283"/>
            <ac:spMk id="99" creationId="{02EB3E6D-6EDC-BC5B-4AF7-E37ACE3DAB49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101" creationId="{FE505E08-3035-49B1-06BE-F3D020C68924}"/>
          </ac:spMkLst>
        </pc:spChg>
        <pc:spChg chg="mod">
          <ac:chgData name="Phan, Tiffany M Capt USAF USAFA AW/ESCS" userId="a0ed988f-3bd3-448a-ab68-f6eca8eadb00" providerId="ADAL" clId="{D74FDB2A-C6F9-423C-9DA7-5C8A44CC196C}" dt="2026-08-27T20:48:22.944" v="94" actId="1076"/>
          <ac:spMkLst>
            <pc:docMk/>
            <pc:sldMk cId="2327750840" sldId="283"/>
            <ac:spMk id="102" creationId="{5D99CA98-6366-1D0A-6785-639F285D97A6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103" creationId="{C1686D63-0C1A-56D4-B8FC-496DE6B29E72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105" creationId="{4F9EEF0C-C9E8-639E-85C0-13F1F985FD81}"/>
          </ac:spMkLst>
        </pc:spChg>
        <pc:spChg chg="del mod">
          <ac:chgData name="Phan, Tiffany M Capt USAF USAFA AW/ESCS" userId="a0ed988f-3bd3-448a-ab68-f6eca8eadb00" providerId="ADAL" clId="{D74FDB2A-C6F9-423C-9DA7-5C8A44CC196C}" dt="2026-08-27T20:49:53.852" v="103" actId="478"/>
          <ac:spMkLst>
            <pc:docMk/>
            <pc:sldMk cId="2327750840" sldId="283"/>
            <ac:spMk id="106" creationId="{80305171-9CF8-E418-F739-30FD1D842BBC}"/>
          </ac:spMkLst>
        </pc:spChg>
        <pc:spChg chg="mod">
          <ac:chgData name="Phan, Tiffany M Capt USAF USAFA AW/ESCS" userId="a0ed988f-3bd3-448a-ab68-f6eca8eadb00" providerId="ADAL" clId="{D74FDB2A-C6F9-423C-9DA7-5C8A44CC196C}" dt="2026-08-27T20:47:40.040" v="7" actId="1076"/>
          <ac:spMkLst>
            <pc:docMk/>
            <pc:sldMk cId="2327750840" sldId="283"/>
            <ac:spMk id="107" creationId="{B0E225E0-6E4A-5DC5-5C4D-49DDD92A2DA9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08" creationId="{CD4CC3E4-9376-AE77-651D-1E2A6B0EC262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09" creationId="{D92B118D-A547-5353-6BB1-011EE72E5E29}"/>
          </ac:spMkLst>
        </pc:spChg>
        <pc:spChg chg="del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10" creationId="{DC8FA174-7724-E844-1404-570CD4AE89BD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12" creationId="{49999924-2E38-D8FB-AB7A-DEE1C87B6E0B}"/>
          </ac:spMkLst>
        </pc:spChg>
        <pc:spChg chg="del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13" creationId="{62D65EDD-8E67-CB78-03C6-69CE62776BE8}"/>
          </ac:spMkLst>
        </pc:spChg>
        <pc:spChg chg="del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15" creationId="{7AEED912-2DD7-D1CE-FFFD-424898615F50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17" creationId="{1B48ADE8-A854-41DD-7F41-F166D65D0A4F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18" creationId="{5DA63B6D-24DF-D5B9-B2C1-9214DBCB0FB8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20" creationId="{E8C92C2A-E52A-D02E-5EA8-4C78EC67F1A1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53.907" v="121" actId="478"/>
          <ac:spMkLst>
            <pc:docMk/>
            <pc:sldMk cId="2327750840" sldId="283"/>
            <ac:spMk id="121" creationId="{AA81C018-1C15-53E7-E8B5-B7B68B8FA305}"/>
          </ac:spMkLst>
        </pc:spChg>
        <pc:spChg chg="del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22" creationId="{F1631086-05B9-B249-DDC0-F0625025B0CE}"/>
          </ac:spMkLst>
        </pc:spChg>
        <pc:spChg chg="del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23" creationId="{1D10727F-1398-0937-950C-88D49FA5FE39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24" creationId="{9C00C43D-2E64-94DF-E035-66E6C08E1ED0}"/>
          </ac:spMkLst>
        </pc:spChg>
        <pc:spChg chg="del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25" creationId="{C134E9F0-5B68-2406-7265-CBAD5B01A839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26" creationId="{8A2BAC8B-20D6-D997-33B5-E207CD47016F}"/>
          </ac:spMkLst>
        </pc:spChg>
        <pc:spChg chg="del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27" creationId="{AF1C2BE9-81BF-4E2F-E8FC-A0CE190D0CA1}"/>
          </ac:spMkLst>
        </pc:spChg>
        <pc:spChg chg="del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28" creationId="{4CACD165-CB1F-5EED-9142-3F3C3B321918}"/>
          </ac:spMkLst>
        </pc:spChg>
        <pc:spChg chg="del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30" creationId="{BF7C0FBB-538B-B301-805C-E6E2628F0D4C}"/>
          </ac:spMkLst>
        </pc:spChg>
        <pc:spChg chg="del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31" creationId="{2C366C6E-8004-8D52-9C06-950C2A7CDACC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1:28.622" v="117" actId="478"/>
          <ac:spMkLst>
            <pc:docMk/>
            <pc:sldMk cId="2327750840" sldId="283"/>
            <ac:spMk id="132" creationId="{3D6F8767-9E40-9852-BDE7-70030A5914AD}"/>
          </ac:spMkLst>
        </pc:spChg>
        <pc:spChg chg="mod">
          <ac:chgData name="Phan, Tiffany M Capt USAF USAFA AW/ESCS" userId="a0ed988f-3bd3-448a-ab68-f6eca8eadb00" providerId="ADAL" clId="{D74FDB2A-C6F9-423C-9DA7-5C8A44CC196C}" dt="2026-08-27T20:47:19.174" v="5" actId="1076"/>
          <ac:spMkLst>
            <pc:docMk/>
            <pc:sldMk cId="2327750840" sldId="283"/>
            <ac:spMk id="134" creationId="{8D25DE7F-5BA5-2BA2-69B2-8793410EF09C}"/>
          </ac:spMkLst>
        </pc:spChg>
        <pc:spChg chg="mod">
          <ac:chgData name="Phan, Tiffany M Capt USAF USAFA AW/ESCS" userId="a0ed988f-3bd3-448a-ab68-f6eca8eadb00" providerId="ADAL" clId="{D74FDB2A-C6F9-423C-9DA7-5C8A44CC196C}" dt="2026-08-27T20:50:59.218" v="113" actId="1076"/>
          <ac:spMkLst>
            <pc:docMk/>
            <pc:sldMk cId="2327750840" sldId="283"/>
            <ac:spMk id="135" creationId="{003E4FC1-0BD8-DC0C-4234-3438594021A6}"/>
          </ac:spMkLst>
        </pc:spChg>
        <pc:spChg chg="mod">
          <ac:chgData name="Phan, Tiffany M Capt USAF USAFA AW/ESCS" userId="a0ed988f-3bd3-448a-ab68-f6eca8eadb00" providerId="ADAL" clId="{D74FDB2A-C6F9-423C-9DA7-5C8A44CC196C}" dt="2026-08-27T20:52:13.661" v="127" actId="1076"/>
          <ac:spMkLst>
            <pc:docMk/>
            <pc:sldMk cId="2327750840" sldId="283"/>
            <ac:spMk id="136" creationId="{B308AB5B-D81C-2B2D-D4B9-0DE3C4420BCA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37" creationId="{AEE296A8-BFB2-9643-5ABA-DBBD24392668}"/>
          </ac:spMkLst>
        </pc:spChg>
        <pc:spChg chg="del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38" creationId="{6259F9ED-5185-E1F1-8D46-E3889EF9FFE6}"/>
          </ac:spMkLst>
        </pc:spChg>
        <pc:spChg chg="del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39" creationId="{9CA848FF-086A-3A38-A948-824D2B052554}"/>
          </ac:spMkLst>
        </pc:spChg>
        <pc:spChg chg="del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40" creationId="{E6C80486-1CA2-508E-2DA3-618A89F11A36}"/>
          </ac:spMkLst>
        </pc:spChg>
        <pc:spChg chg="mod">
          <ac:chgData name="Phan, Tiffany M Capt USAF USAFA AW/ESCS" userId="a0ed988f-3bd3-448a-ab68-f6eca8eadb00" providerId="ADAL" clId="{D74FDB2A-C6F9-423C-9DA7-5C8A44CC196C}" dt="2026-08-27T20:52:13.661" v="127" actId="1076"/>
          <ac:spMkLst>
            <pc:docMk/>
            <pc:sldMk cId="2327750840" sldId="283"/>
            <ac:spMk id="141" creationId="{3FBE3CD1-7D55-F072-3A3B-914039E3FD08}"/>
          </ac:spMkLst>
        </pc:spChg>
        <pc:spChg chg="del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42" creationId="{A1D37D82-A4B7-3F20-A878-E28DDF371F86}"/>
          </ac:spMkLst>
        </pc:spChg>
        <pc:spChg chg="del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43" creationId="{666778C9-2BD1-0802-4B40-3AEA793C2DA0}"/>
          </ac:spMkLst>
        </pc:spChg>
        <pc:spChg chg="del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44" creationId="{57B96168-E835-1B7C-CBC6-ED8727661CFC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46" creationId="{E4BCFC3E-6B6E-1816-8442-A28471B86B9B}"/>
          </ac:spMkLst>
        </pc:spChg>
        <pc:spChg chg="del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47" creationId="{0C98B0AB-6A40-9D59-9FA3-CE84226BDCFD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26.720" v="128" actId="478"/>
          <ac:spMkLst>
            <pc:docMk/>
            <pc:sldMk cId="2327750840" sldId="283"/>
            <ac:spMk id="148" creationId="{03AE6187-FC34-3FFD-A8F8-D94709C3FB9F}"/>
          </ac:spMkLst>
        </pc:spChg>
        <pc:spChg chg="mod">
          <ac:chgData name="Phan, Tiffany M Capt USAF USAFA AW/ESCS" userId="a0ed988f-3bd3-448a-ab68-f6eca8eadb00" providerId="ADAL" clId="{D74FDB2A-C6F9-423C-9DA7-5C8A44CC196C}" dt="2026-08-27T20:47:14.819" v="4" actId="1076"/>
          <ac:spMkLst>
            <pc:docMk/>
            <pc:sldMk cId="2327750840" sldId="283"/>
            <ac:spMk id="149" creationId="{206FACC4-E306-A652-10E6-54439567F86E}"/>
          </ac:spMkLst>
        </pc:spChg>
        <pc:spChg chg="del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50" creationId="{670DEF99-93F3-50F5-DDAE-507A6F35F188}"/>
          </ac:spMkLst>
        </pc:spChg>
        <pc:spChg chg="del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51" creationId="{2FE51D0E-2991-B17E-70B7-FF2916E1FBD9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53" creationId="{B2EFFA27-3D42-F97F-895C-19402B574ED3}"/>
          </ac:spMkLst>
        </pc:spChg>
        <pc:spChg chg="del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56" creationId="{08508491-31A5-31D8-5AC7-DCB12BBE486A}"/>
          </ac:spMkLst>
        </pc:spChg>
        <pc:spChg chg="del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58" creationId="{EDAF043D-456F-72CC-B14C-3811E07A75FA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59" creationId="{8CF10C51-DD05-D90A-870C-6E4F1418071F}"/>
          </ac:spMkLst>
        </pc:spChg>
        <pc:spChg chg="del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60" creationId="{3E107A1A-D92F-1061-93F0-42A954311B24}"/>
          </ac:spMkLst>
        </pc:spChg>
        <pc:spChg chg="del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61" creationId="{BEEC5975-F25B-9B1E-914E-329B326F60F0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62" creationId="{CD717E81-AACA-B0CD-3D7A-32A9B3768D12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58.696" v="136" actId="478"/>
          <ac:spMkLst>
            <pc:docMk/>
            <pc:sldMk cId="2327750840" sldId="283"/>
            <ac:spMk id="163" creationId="{5EC2124E-75F6-60D5-CC2A-0DD7551ACFC5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64" creationId="{204FA52C-441D-4595-D9A6-98881DA6245E}"/>
          </ac:spMkLst>
        </pc:spChg>
        <pc:spChg chg="del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65" creationId="{D9F889EC-D854-E0E9-A944-F7FFFF19375C}"/>
          </ac:spMkLst>
        </pc:spChg>
        <pc:spChg chg="del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66" creationId="{D3D48059-7DA2-C64F-FD9C-47878ED4E14A}"/>
          </ac:spMkLst>
        </pc:spChg>
        <pc:spChg chg="mod">
          <ac:chgData name="Phan, Tiffany M Capt USAF USAFA AW/ESCS" userId="a0ed988f-3bd3-448a-ab68-f6eca8eadb00" providerId="ADAL" clId="{D74FDB2A-C6F9-423C-9DA7-5C8A44CC196C}" dt="2026-08-27T20:52:13.661" v="127" actId="1076"/>
          <ac:spMkLst>
            <pc:docMk/>
            <pc:sldMk cId="2327750840" sldId="283"/>
            <ac:spMk id="168" creationId="{FF50ED58-C6F3-73F1-BFCF-E6C319FD16C3}"/>
          </ac:spMkLst>
        </pc:spChg>
        <pc:spChg chg="del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69" creationId="{6704BF64-B9F4-7D68-F4BA-0422FE909DB5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70" creationId="{DEC86D74-A136-C3B9-0DE2-EE178842F3E7}"/>
          </ac:spMkLst>
        </pc:spChg>
        <pc:spChg chg="del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71" creationId="{52F78214-B66C-69AD-F455-920CDB69A8AD}"/>
          </ac:spMkLst>
        </pc:spChg>
        <pc:spChg chg="del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72" creationId="{E4B3611A-DD9E-2E65-48C9-A62E6920C9B5}"/>
          </ac:spMkLst>
        </pc:spChg>
        <pc:spChg chg="mod">
          <ac:chgData name="Phan, Tiffany M Capt USAF USAFA AW/ESCS" userId="a0ed988f-3bd3-448a-ab68-f6eca8eadb00" providerId="ADAL" clId="{D74FDB2A-C6F9-423C-9DA7-5C8A44CC196C}" dt="2026-08-27T20:52:13.661" v="127" actId="1076"/>
          <ac:spMkLst>
            <pc:docMk/>
            <pc:sldMk cId="2327750840" sldId="283"/>
            <ac:spMk id="173" creationId="{ACC2E5E8-98CD-1F07-F83F-2BF4179328F1}"/>
          </ac:spMkLst>
        </pc:spChg>
        <pc:spChg chg="del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74" creationId="{F7663ACD-A168-D497-52B8-8ED8D84411B6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76" creationId="{E3C265E6-5F9B-7419-AE9E-96F1836403FE}"/>
          </ac:spMkLst>
        </pc:spChg>
        <pc:spChg chg="del mod">
          <ac:chgData name="Phan, Tiffany M Capt USAF USAFA AW/ESCS" userId="a0ed988f-3bd3-448a-ab68-f6eca8eadb00" providerId="ADAL" clId="{D74FDB2A-C6F9-423C-9DA7-5C8A44CC196C}" dt="2026-08-27T20:52:44.755" v="133" actId="478"/>
          <ac:spMkLst>
            <pc:docMk/>
            <pc:sldMk cId="2327750840" sldId="283"/>
            <ac:spMk id="177" creationId="{8848E2D7-F772-57CE-2D9C-35EF9574FE6C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0:59.840" v="437" actId="1076"/>
          <ac:spMkLst>
            <pc:docMk/>
            <pc:sldMk cId="2327750840" sldId="283"/>
            <ac:spMk id="299" creationId="{04469FD2-448B-6651-77AC-40FD1D403FC2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1:22.513" v="493" actId="1037"/>
          <ac:spMkLst>
            <pc:docMk/>
            <pc:sldMk cId="2327750840" sldId="283"/>
            <ac:spMk id="300" creationId="{5430A28C-0971-0E8B-2769-1A8DCA96289C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2:52.747" v="510" actId="1076"/>
          <ac:spMkLst>
            <pc:docMk/>
            <pc:sldMk cId="2327750840" sldId="283"/>
            <ac:spMk id="301" creationId="{DDD0220F-1D1D-CA75-86C1-C7885BC45359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2:47.891" v="507" actId="20577"/>
          <ac:spMkLst>
            <pc:docMk/>
            <pc:sldMk cId="2327750840" sldId="283"/>
            <ac:spMk id="302" creationId="{856A9929-9994-CC2F-EF37-084596BE8700}"/>
          </ac:spMkLst>
        </pc:spChg>
        <pc:grpChg chg="mod">
          <ac:chgData name="Phan, Tiffany M Capt USAF USAFA AW/ESCS" userId="a0ed988f-3bd3-448a-ab68-f6eca8eadb00" providerId="ADAL" clId="{D74FDB2A-C6F9-423C-9DA7-5C8A44CC196C}" dt="2026-08-27T20:57:25.470" v="211"/>
          <ac:grpSpMkLst>
            <pc:docMk/>
            <pc:sldMk cId="2327750840" sldId="283"/>
            <ac:grpSpMk id="186" creationId="{7CBE3214-BA9C-C803-9419-C5AB24524CDF}"/>
          </ac:grpSpMkLst>
        </pc:grpChg>
        <pc:grpChg chg="mod">
          <ac:chgData name="Phan, Tiffany M Capt USAF USAFA AW/ESCS" userId="a0ed988f-3bd3-448a-ab68-f6eca8eadb00" providerId="ADAL" clId="{D74FDB2A-C6F9-423C-9DA7-5C8A44CC196C}" dt="2026-08-27T20:57:24.352" v="206"/>
          <ac:grpSpMkLst>
            <pc:docMk/>
            <pc:sldMk cId="2327750840" sldId="283"/>
            <ac:grpSpMk id="191" creationId="{C9E8E6A7-0431-84E6-4AB8-6930C159A063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9:46.648" v="431" actId="1036"/>
          <ac:grpSpMkLst>
            <pc:docMk/>
            <pc:sldMk cId="2327750840" sldId="283"/>
            <ac:grpSpMk id="198" creationId="{D66556EA-1477-79E1-E7BA-5169F2914328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9:46.648" v="431" actId="1036"/>
          <ac:grpSpMkLst>
            <pc:docMk/>
            <pc:sldMk cId="2327750840" sldId="283"/>
            <ac:grpSpMk id="201" creationId="{1386B557-D7E8-F74B-9A9E-820DDDA636B1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2:23.414" v="265"/>
          <ac:grpSpMkLst>
            <pc:docMk/>
            <pc:sldMk cId="2327750840" sldId="283"/>
            <ac:grpSpMk id="206" creationId="{3AB64554-08EC-D986-8817-0BC63E5AB634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0:05.019" v="244"/>
          <ac:grpSpMkLst>
            <pc:docMk/>
            <pc:sldMk cId="2327750840" sldId="283"/>
            <ac:grpSpMk id="214" creationId="{63E1F74F-2092-386D-B699-04165DE32D84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0:33.309" v="251"/>
          <ac:grpSpMkLst>
            <pc:docMk/>
            <pc:sldMk cId="2327750840" sldId="283"/>
            <ac:grpSpMk id="218" creationId="{F392F03F-5077-D72D-059E-ED2C683ED6B8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1:36.231" v="261"/>
          <ac:grpSpMkLst>
            <pc:docMk/>
            <pc:sldMk cId="2327750840" sldId="283"/>
            <ac:grpSpMk id="220" creationId="{4EF1A838-9684-F8A5-E437-65B7BAB249E0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2:37.060" v="269"/>
          <ac:grpSpMkLst>
            <pc:docMk/>
            <pc:sldMk cId="2327750840" sldId="283"/>
            <ac:grpSpMk id="228" creationId="{5CDDE8B1-669C-B1C0-AEE2-84BA0AE797A0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2:28.749" v="267"/>
          <ac:grpSpMkLst>
            <pc:docMk/>
            <pc:sldMk cId="2327750840" sldId="283"/>
            <ac:grpSpMk id="232" creationId="{D1E17E29-DA29-664F-6F35-2263A74322C1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2:46.487" v="271"/>
          <ac:grpSpMkLst>
            <pc:docMk/>
            <pc:sldMk cId="2327750840" sldId="283"/>
            <ac:grpSpMk id="234" creationId="{65BBD511-E95D-D08D-CBDD-872D658F07F9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6:35.921" v="326"/>
          <ac:grpSpMkLst>
            <pc:docMk/>
            <pc:sldMk cId="2327750840" sldId="283"/>
            <ac:grpSpMk id="236" creationId="{155FB4C7-8CE1-8F74-0451-A97FB2384D39}"/>
          </ac:grpSpMkLst>
        </pc:grpChg>
        <pc:grpChg chg="add del mod">
          <ac:chgData name="Phan, Tiffany M Capt USAF USAFA AW/ESCS" userId="a0ed988f-3bd3-448a-ab68-f6eca8eadb00" providerId="ADAL" clId="{D74FDB2A-C6F9-423C-9DA7-5C8A44CC196C}" dt="2026-08-27T21:03:31.872" v="283"/>
          <ac:grpSpMkLst>
            <pc:docMk/>
            <pc:sldMk cId="2327750840" sldId="283"/>
            <ac:grpSpMk id="238" creationId="{E1D805DF-5612-83D0-A579-C5F6AB1F252F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3:31.872" v="283"/>
          <ac:grpSpMkLst>
            <pc:docMk/>
            <pc:sldMk cId="2327750840" sldId="283"/>
            <ac:grpSpMk id="246" creationId="{C8314C15-226C-F20F-BEEC-26601D9D48A6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4:25.900" v="293"/>
          <ac:grpSpMkLst>
            <pc:docMk/>
            <pc:sldMk cId="2327750840" sldId="283"/>
            <ac:grpSpMk id="252" creationId="{D0211589-66C5-D52C-CA4C-3FECF9642784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6:14.934" v="318"/>
          <ac:grpSpMkLst>
            <pc:docMk/>
            <pc:sldMk cId="2327750840" sldId="283"/>
            <ac:grpSpMk id="255" creationId="{71BA9785-43C1-B744-69DF-794651EA7226}"/>
          </ac:grpSpMkLst>
        </pc:grpChg>
        <pc:grpChg chg="add del mod">
          <ac:chgData name="Phan, Tiffany M Capt USAF USAFA AW/ESCS" userId="a0ed988f-3bd3-448a-ab68-f6eca8eadb00" providerId="ADAL" clId="{D74FDB2A-C6F9-423C-9DA7-5C8A44CC196C}" dt="2026-08-27T21:06:38.078" v="327"/>
          <ac:grpSpMkLst>
            <pc:docMk/>
            <pc:sldMk cId="2327750840" sldId="283"/>
            <ac:grpSpMk id="258" creationId="{2D49E9CF-0A61-CE9D-68B6-75BB70F18CD4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4:47.744" v="299"/>
          <ac:grpSpMkLst>
            <pc:docMk/>
            <pc:sldMk cId="2327750840" sldId="283"/>
            <ac:grpSpMk id="261" creationId="{A58C02EE-77C0-54C7-27E0-431DA77D3AF8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5:01.147" v="304"/>
          <ac:grpSpMkLst>
            <pc:docMk/>
            <pc:sldMk cId="2327750840" sldId="283"/>
            <ac:grpSpMk id="266" creationId="{78A56499-7A48-F558-5087-4F2571B5830C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6:01.498" v="317"/>
          <ac:grpSpMkLst>
            <pc:docMk/>
            <pc:sldMk cId="2327750840" sldId="283"/>
            <ac:grpSpMk id="270" creationId="{A2A7D9E9-EE93-12B0-4461-F14C3A7D4657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6:01.498" v="317"/>
          <ac:grpSpMkLst>
            <pc:docMk/>
            <pc:sldMk cId="2327750840" sldId="283"/>
            <ac:grpSpMk id="274" creationId="{F4965A03-B8E0-9605-0128-EEBAF7A8EC88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6:23.024" v="322"/>
          <ac:grpSpMkLst>
            <pc:docMk/>
            <pc:sldMk cId="2327750840" sldId="283"/>
            <ac:grpSpMk id="278" creationId="{4F9B5929-8485-F2FA-8F43-E3E45DD347D9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7:51.926" v="341"/>
          <ac:grpSpMkLst>
            <pc:docMk/>
            <pc:sldMk cId="2327750840" sldId="283"/>
            <ac:grpSpMk id="281" creationId="{76B7467E-FC4A-D516-ED0F-446E5C2A70B6}"/>
          </ac:grpSpMkLst>
        </pc:grpChg>
        <pc:grpChg chg="add del mod">
          <ac:chgData name="Phan, Tiffany M Capt USAF USAFA AW/ESCS" userId="a0ed988f-3bd3-448a-ab68-f6eca8eadb00" providerId="ADAL" clId="{D74FDB2A-C6F9-423C-9DA7-5C8A44CC196C}" dt="2026-08-27T21:07:38.200" v="338"/>
          <ac:grpSpMkLst>
            <pc:docMk/>
            <pc:sldMk cId="2327750840" sldId="283"/>
            <ac:grpSpMk id="284" creationId="{C17EE061-8E03-8FCA-2C85-940E174CBFA9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7:38.200" v="338"/>
          <ac:grpSpMkLst>
            <pc:docMk/>
            <pc:sldMk cId="2327750840" sldId="283"/>
            <ac:grpSpMk id="287" creationId="{23B94CB1-2E1E-0440-A639-D9043F0CDB3D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8:27.500" v="348"/>
          <ac:grpSpMkLst>
            <pc:docMk/>
            <pc:sldMk cId="2327750840" sldId="283"/>
            <ac:grpSpMk id="292" creationId="{5EE2302C-8FEB-EF2C-DD11-C0A9B8AB2266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8:29.409" v="350"/>
          <ac:grpSpMkLst>
            <pc:docMk/>
            <pc:sldMk cId="2327750840" sldId="283"/>
            <ac:grpSpMk id="294" creationId="{FBA9FAD9-F596-1147-6D5C-A08CFB69FA15}"/>
          </ac:grpSpMkLst>
        </pc:grpChg>
        <pc:grpChg chg="del mod">
          <ac:chgData name="Phan, Tiffany M Capt USAF USAFA AW/ESCS" userId="a0ed988f-3bd3-448a-ab68-f6eca8eadb00" providerId="ADAL" clId="{D74FDB2A-C6F9-423C-9DA7-5C8A44CC196C}" dt="2026-08-27T21:08:32.325" v="352"/>
          <ac:grpSpMkLst>
            <pc:docMk/>
            <pc:sldMk cId="2327750840" sldId="283"/>
            <ac:grpSpMk id="296" creationId="{8D70689C-3CC5-36E4-2336-3118E6685D43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08:32.325" v="352"/>
          <ac:grpSpMkLst>
            <pc:docMk/>
            <pc:sldMk cId="2327750840" sldId="283"/>
            <ac:grpSpMk id="298" creationId="{348F06F5-143C-02FF-5F90-A76AD9728668}"/>
          </ac:grpSpMkLst>
        </pc:grpChg>
        <pc:picChg chg="add mod">
          <ac:chgData name="Phan, Tiffany M Capt USAF USAFA AW/ESCS" userId="a0ed988f-3bd3-448a-ab68-f6eca8eadb00" providerId="ADAL" clId="{D74FDB2A-C6F9-423C-9DA7-5C8A44CC196C}" dt="2026-08-27T20:55:37.277" v="186" actId="1076"/>
          <ac:picMkLst>
            <pc:docMk/>
            <pc:sldMk cId="2327750840" sldId="283"/>
            <ac:picMk id="27" creationId="{195F8229-45F8-A618-5325-2B681A38BC07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0:55:21.649" v="180" actId="1076"/>
          <ac:picMkLst>
            <pc:docMk/>
            <pc:sldMk cId="2327750840" sldId="283"/>
            <ac:picMk id="31" creationId="{BD0045CA-0ECB-84CA-A558-10C6A58F1B4C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0:55:35.163" v="185" actId="1076"/>
          <ac:picMkLst>
            <pc:docMk/>
            <pc:sldMk cId="2327750840" sldId="283"/>
            <ac:picMk id="35" creationId="{B948B364-5950-C63A-0A6D-26819C354F1F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0:55:26.312" v="183" actId="1076"/>
          <ac:picMkLst>
            <pc:docMk/>
            <pc:sldMk cId="2327750840" sldId="283"/>
            <ac:picMk id="39" creationId="{7FA5408A-DDEC-6F55-A11A-671669DBDCB3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0:55:22.882" v="181" actId="1076"/>
          <ac:picMkLst>
            <pc:docMk/>
            <pc:sldMk cId="2327750840" sldId="283"/>
            <ac:picMk id="43" creationId="{70B90761-4042-A68C-810D-ACCFDB91A0D6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0:55:47.331" v="190" actId="1076"/>
          <ac:picMkLst>
            <pc:docMk/>
            <pc:sldMk cId="2327750840" sldId="283"/>
            <ac:picMk id="46" creationId="{1D22A31B-6ABD-783F-EFF9-286FD70E3E37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0:55:33.101" v="184" actId="1076"/>
          <ac:picMkLst>
            <pc:docMk/>
            <pc:sldMk cId="2327750840" sldId="283"/>
            <ac:picMk id="48" creationId="{48283C8F-DE00-B3BA-7AD2-440FAD6EE770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0:55:46.151" v="189" actId="1076"/>
          <ac:picMkLst>
            <pc:docMk/>
            <pc:sldMk cId="2327750840" sldId="283"/>
            <ac:picMk id="78" creationId="{DDAFF4EF-E9EC-EAAB-C515-9B2CECD1C3F6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0:55:24.721" v="182" actId="1076"/>
          <ac:picMkLst>
            <pc:docMk/>
            <pc:sldMk cId="2327750840" sldId="283"/>
            <ac:picMk id="178" creationId="{AA546276-9996-6339-FA67-CC87D4B9DD77}"/>
          </ac:picMkLst>
        </pc:picChg>
        <pc:inkChg chg="add del">
          <ac:chgData name="Phan, Tiffany M Capt USAF USAFA AW/ESCS" userId="a0ed988f-3bd3-448a-ab68-f6eca8eadb00" providerId="ADAL" clId="{D74FDB2A-C6F9-423C-9DA7-5C8A44CC196C}" dt="2026-08-27T20:56:17.054" v="192" actId="9405"/>
          <ac:inkMkLst>
            <pc:docMk/>
            <pc:sldMk cId="2327750840" sldId="283"/>
            <ac:inkMk id="179" creationId="{DF89439A-C0A8-B2D3-CC6D-9BC575A7E102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6.915" v="216" actId="9405"/>
          <ac:inkMkLst>
            <pc:docMk/>
            <pc:sldMk cId="2327750840" sldId="283"/>
            <ac:inkMk id="180" creationId="{2A9B9846-BB16-F4D9-7DF9-991288CB85BB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6.144" v="215" actId="9405"/>
          <ac:inkMkLst>
            <pc:docMk/>
            <pc:sldMk cId="2327750840" sldId="283"/>
            <ac:inkMk id="181" creationId="{7AC6269B-FAA1-C2A5-69F9-80ACBB2E0AE7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5.940" v="214" actId="9405"/>
          <ac:inkMkLst>
            <pc:docMk/>
            <pc:sldMk cId="2327750840" sldId="283"/>
            <ac:inkMk id="182" creationId="{C91E6272-D8C8-C89A-6326-36E4633F725B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5.783" v="213" actId="9405"/>
          <ac:inkMkLst>
            <pc:docMk/>
            <pc:sldMk cId="2327750840" sldId="283"/>
            <ac:inkMk id="183" creationId="{4080B550-1FC0-44A4-2261-93D17610C266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5.611" v="212" actId="9405"/>
          <ac:inkMkLst>
            <pc:docMk/>
            <pc:sldMk cId="2327750840" sldId="283"/>
            <ac:inkMk id="184" creationId="{8B247D2E-4789-31E3-0F7A-F484503D1B85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5.470" v="211"/>
          <ac:inkMkLst>
            <pc:docMk/>
            <pc:sldMk cId="2327750840" sldId="283"/>
            <ac:inkMk id="185" creationId="{FC4CC145-AB5A-F240-AC55-A405A78EC1E3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5.281" v="209" actId="9405"/>
          <ac:inkMkLst>
            <pc:docMk/>
            <pc:sldMk cId="2327750840" sldId="283"/>
            <ac:inkMk id="187" creationId="{710C5355-F3B7-808B-FCFE-C160FF8F6F4D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4.950" v="208" actId="9405"/>
          <ac:inkMkLst>
            <pc:docMk/>
            <pc:sldMk cId="2327750840" sldId="283"/>
            <ac:inkMk id="188" creationId="{9B9D7F73-6B1F-FA3C-C60A-3E5221F9FA35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4.525" v="207" actId="9405"/>
          <ac:inkMkLst>
            <pc:docMk/>
            <pc:sldMk cId="2327750840" sldId="283"/>
            <ac:inkMk id="189" creationId="{377F8A53-F042-8803-E98C-677664040DC4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0:57:24.352" v="206"/>
          <ac:inkMkLst>
            <pc:docMk/>
            <pc:sldMk cId="2327750840" sldId="283"/>
            <ac:inkMk id="190" creationId="{486C6533-447D-4889-8B11-B68494F310E2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0:57:30.094" v="218" actId="9405"/>
          <ac:inkMkLst>
            <pc:docMk/>
            <pc:sldMk cId="2327750840" sldId="283"/>
            <ac:inkMk id="192" creationId="{9F103BE9-E3D0-14C5-27EA-C283195AAE44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0:57:34.137" v="220" actId="9405"/>
          <ac:inkMkLst>
            <pc:docMk/>
            <pc:sldMk cId="2327750840" sldId="283"/>
            <ac:inkMk id="193" creationId="{449007BD-7105-B005-1568-A55531BDC862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9:46.648" v="431" actId="1036"/>
          <ac:inkMkLst>
            <pc:docMk/>
            <pc:sldMk cId="2327750840" sldId="283"/>
            <ac:inkMk id="194" creationId="{5CE0270E-358C-C26D-F6D5-E8FB24D51749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9:38.418" v="375" actId="1038"/>
          <ac:inkMkLst>
            <pc:docMk/>
            <pc:sldMk cId="2327750840" sldId="283"/>
            <ac:inkMk id="195" creationId="{C0E9F645-AF0F-0CB4-D767-EDE450EF0BF5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9:38.418" v="375" actId="1038"/>
          <ac:inkMkLst>
            <pc:docMk/>
            <pc:sldMk cId="2327750840" sldId="283"/>
            <ac:inkMk id="196" creationId="{B31D2A39-C763-8F2C-0896-B1CF59E9C0EC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9:38.418" v="375" actId="1038"/>
          <ac:inkMkLst>
            <pc:docMk/>
            <pc:sldMk cId="2327750840" sldId="283"/>
            <ac:inkMk id="197" creationId="{D8879B78-D1AD-7CA9-C944-25EC04FE0458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9:38.418" v="375" actId="1038"/>
          <ac:inkMkLst>
            <pc:docMk/>
            <pc:sldMk cId="2327750840" sldId="283"/>
            <ac:inkMk id="199" creationId="{6654A568-EFC0-0E0F-3B97-8E075294FD5E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9:38.418" v="375" actId="1038"/>
          <ac:inkMkLst>
            <pc:docMk/>
            <pc:sldMk cId="2327750840" sldId="283"/>
            <ac:inkMk id="200" creationId="{CDB489BB-6B6A-A7DC-919B-72697D6ACFE6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9:46.648" v="431" actId="1036"/>
          <ac:inkMkLst>
            <pc:docMk/>
            <pc:sldMk cId="2327750840" sldId="283"/>
            <ac:inkMk id="202" creationId="{2B28E783-AC16-37CB-7E4E-E8903C3194A9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3:31.872" v="283"/>
          <ac:inkMkLst>
            <pc:docMk/>
            <pc:sldMk cId="2327750840" sldId="283"/>
            <ac:inkMk id="203" creationId="{CAD7A94C-FAF8-3D77-68B2-50E35B8DA75A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3:31.872" v="283"/>
          <ac:inkMkLst>
            <pc:docMk/>
            <pc:sldMk cId="2327750840" sldId="283"/>
            <ac:inkMk id="204" creationId="{48695486-4D16-3DB0-3080-EF68140846C0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3:31.872" v="283"/>
          <ac:inkMkLst>
            <pc:docMk/>
            <pc:sldMk cId="2327750840" sldId="283"/>
            <ac:inkMk id="205" creationId="{D69659DF-D9E7-36E8-00B2-66392684A8CB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0:59:10.887" v="235" actId="9405"/>
          <ac:inkMkLst>
            <pc:docMk/>
            <pc:sldMk cId="2327750840" sldId="283"/>
            <ac:inkMk id="207" creationId="{09945A4D-B69A-A4C0-B6FC-8AD1237085F6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11:15.521" v="443" actId="1076"/>
          <ac:inkMkLst>
            <pc:docMk/>
            <pc:sldMk cId="2327750840" sldId="283"/>
            <ac:inkMk id="208" creationId="{3D88CBE3-E54C-04FA-E24B-B7A0F61BC0F5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0:59:35.431" v="238" actId="9405"/>
          <ac:inkMkLst>
            <pc:docMk/>
            <pc:sldMk cId="2327750840" sldId="283"/>
            <ac:inkMk id="209" creationId="{006FA6CF-6FB1-F8D6-6E74-1B3BD0C626F7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0:59:39.251" v="240" actId="9405"/>
          <ac:inkMkLst>
            <pc:docMk/>
            <pc:sldMk cId="2327750840" sldId="283"/>
            <ac:inkMk id="210" creationId="{B17258FA-F566-721F-3BC4-C34B8CAEF072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10:56.334" v="436" actId="1076"/>
          <ac:inkMkLst>
            <pc:docMk/>
            <pc:sldMk cId="2327750840" sldId="283"/>
            <ac:inkMk id="211" creationId="{19AB2855-F625-972F-E712-CD689F0360E9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0:05.019" v="244"/>
          <ac:inkMkLst>
            <pc:docMk/>
            <pc:sldMk cId="2327750840" sldId="283"/>
            <ac:inkMk id="212" creationId="{3493A254-9227-8C12-FC54-B747329FAF71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0:05.019" v="244"/>
          <ac:inkMkLst>
            <pc:docMk/>
            <pc:sldMk cId="2327750840" sldId="283"/>
            <ac:inkMk id="213" creationId="{3134F713-1F01-3270-B5BF-60208A338025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0:16.927" v="246" actId="9405"/>
          <ac:inkMkLst>
            <pc:docMk/>
            <pc:sldMk cId="2327750840" sldId="283"/>
            <ac:inkMk id="215" creationId="{5320518F-E91D-D6DA-98CC-37065526FEF2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6:35.921" v="326"/>
          <ac:inkMkLst>
            <pc:docMk/>
            <pc:sldMk cId="2327750840" sldId="283"/>
            <ac:inkMk id="216" creationId="{0C2B288A-E921-1CC0-25A8-23642D98AED1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6:35.921" v="326"/>
          <ac:inkMkLst>
            <pc:docMk/>
            <pc:sldMk cId="2327750840" sldId="283"/>
            <ac:inkMk id="217" creationId="{71E315F3-22C6-10C7-4BAB-B7B8CD1C25D1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1:36.231" v="261"/>
          <ac:inkMkLst>
            <pc:docMk/>
            <pc:sldMk cId="2327750840" sldId="283"/>
            <ac:inkMk id="219" creationId="{F2CC84AD-18E7-C776-85F1-A6D6934F4A09}"/>
          </ac:inkMkLst>
        </pc:inkChg>
        <pc:inkChg chg="add">
          <ac:chgData name="Phan, Tiffany M Capt USAF USAFA AW/ESCS" userId="a0ed988f-3bd3-448a-ab68-f6eca8eadb00" providerId="ADAL" clId="{D74FDB2A-C6F9-423C-9DA7-5C8A44CC196C}" dt="2026-08-27T21:00:42.755" v="252" actId="9405"/>
          <ac:inkMkLst>
            <pc:docMk/>
            <pc:sldMk cId="2327750840" sldId="283"/>
            <ac:inkMk id="221" creationId="{A9BB213B-7D45-635C-EACA-D88599D8305D}"/>
          </ac:inkMkLst>
        </pc:inkChg>
        <pc:inkChg chg="add">
          <ac:chgData name="Phan, Tiffany M Capt USAF USAFA AW/ESCS" userId="a0ed988f-3bd3-448a-ab68-f6eca8eadb00" providerId="ADAL" clId="{D74FDB2A-C6F9-423C-9DA7-5C8A44CC196C}" dt="2026-08-27T21:00:48.323" v="253" actId="9405"/>
          <ac:inkMkLst>
            <pc:docMk/>
            <pc:sldMk cId="2327750840" sldId="283"/>
            <ac:inkMk id="222" creationId="{57BC467D-937D-E1E4-4625-92A3F3DC72EC}"/>
          </ac:inkMkLst>
        </pc:inkChg>
        <pc:inkChg chg="add">
          <ac:chgData name="Phan, Tiffany M Capt USAF USAFA AW/ESCS" userId="a0ed988f-3bd3-448a-ab68-f6eca8eadb00" providerId="ADAL" clId="{D74FDB2A-C6F9-423C-9DA7-5C8A44CC196C}" dt="2026-08-27T21:00:52.262" v="254" actId="9405"/>
          <ac:inkMkLst>
            <pc:docMk/>
            <pc:sldMk cId="2327750840" sldId="283"/>
            <ac:inkMk id="223" creationId="{8375344B-592D-C28A-69C4-00B8416DDDC4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1:26.276" v="258" actId="9405"/>
          <ac:inkMkLst>
            <pc:docMk/>
            <pc:sldMk cId="2327750840" sldId="283"/>
            <ac:inkMk id="224" creationId="{42ECEB74-DE05-C2F9-66B4-C6E07C0E207C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1:24.572" v="257" actId="9405"/>
          <ac:inkMkLst>
            <pc:docMk/>
            <pc:sldMk cId="2327750840" sldId="283"/>
            <ac:inkMk id="225" creationId="{DA5B1202-C773-DA05-1AAA-0EBE9CE3B0BA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6:35.921" v="326"/>
          <ac:inkMkLst>
            <pc:docMk/>
            <pc:sldMk cId="2327750840" sldId="283"/>
            <ac:inkMk id="226" creationId="{90D49816-0A75-C545-865B-CB0F598870FA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6:35.921" v="326"/>
          <ac:inkMkLst>
            <pc:docMk/>
            <pc:sldMk cId="2327750840" sldId="283"/>
            <ac:inkMk id="227" creationId="{3FC46D72-6A79-76F4-F830-826C10484B03}"/>
          </ac:inkMkLst>
        </pc:inkChg>
        <pc:inkChg chg="add">
          <ac:chgData name="Phan, Tiffany M Capt USAF USAFA AW/ESCS" userId="a0ed988f-3bd3-448a-ab68-f6eca8eadb00" providerId="ADAL" clId="{D74FDB2A-C6F9-423C-9DA7-5C8A44CC196C}" dt="2026-08-27T21:02:03.486" v="262" actId="9405"/>
          <ac:inkMkLst>
            <pc:docMk/>
            <pc:sldMk cId="2327750840" sldId="283"/>
            <ac:inkMk id="229" creationId="{640BFD9A-3266-402B-B982-F2AAFB742AB6}"/>
          </ac:inkMkLst>
        </pc:inkChg>
        <pc:inkChg chg="add">
          <ac:chgData name="Phan, Tiffany M Capt USAF USAFA AW/ESCS" userId="a0ed988f-3bd3-448a-ab68-f6eca8eadb00" providerId="ADAL" clId="{D74FDB2A-C6F9-423C-9DA7-5C8A44CC196C}" dt="2026-08-27T21:02:08.154" v="263" actId="9405"/>
          <ac:inkMkLst>
            <pc:docMk/>
            <pc:sldMk cId="2327750840" sldId="283"/>
            <ac:inkMk id="230" creationId="{C59A78BA-4572-5794-CCEC-238539CB3B51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2:28.749" v="267"/>
          <ac:inkMkLst>
            <pc:docMk/>
            <pc:sldMk cId="2327750840" sldId="283"/>
            <ac:inkMk id="231" creationId="{A8710489-2B2A-5E56-2361-A2CF0586CBBF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2:46.487" v="271"/>
          <ac:inkMkLst>
            <pc:docMk/>
            <pc:sldMk cId="2327750840" sldId="283"/>
            <ac:inkMk id="233" creationId="{9E3F819F-AE73-5A74-0814-C621C5995D96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6:35.921" v="326"/>
          <ac:inkMkLst>
            <pc:docMk/>
            <pc:sldMk cId="2327750840" sldId="283"/>
            <ac:inkMk id="235" creationId="{E61AAE8B-FCB9-60B6-E5A6-DE1D21EAA724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3:31.872" v="283"/>
          <ac:inkMkLst>
            <pc:docMk/>
            <pc:sldMk cId="2327750840" sldId="283"/>
            <ac:inkMk id="237" creationId="{9514890D-4BE1-152B-3369-19F06C5FA729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7:42.844" v="340"/>
          <ac:inkMkLst>
            <pc:docMk/>
            <pc:sldMk cId="2327750840" sldId="283"/>
            <ac:inkMk id="239" creationId="{4189324C-F753-70F5-3749-198565383F9A}"/>
          </ac:inkMkLst>
        </pc:inkChg>
        <pc:inkChg chg="add">
          <ac:chgData name="Phan, Tiffany M Capt USAF USAFA AW/ESCS" userId="a0ed988f-3bd3-448a-ab68-f6eca8eadb00" providerId="ADAL" clId="{D74FDB2A-C6F9-423C-9DA7-5C8A44CC196C}" dt="2026-08-27T21:03:02.153" v="273" actId="9405"/>
          <ac:inkMkLst>
            <pc:docMk/>
            <pc:sldMk cId="2327750840" sldId="283"/>
            <ac:inkMk id="240" creationId="{CFBA0C5C-38A6-CF3A-2A25-C541AAE019AE}"/>
          </ac:inkMkLst>
        </pc:inkChg>
        <pc:inkChg chg="add">
          <ac:chgData name="Phan, Tiffany M Capt USAF USAFA AW/ESCS" userId="a0ed988f-3bd3-448a-ab68-f6eca8eadb00" providerId="ADAL" clId="{D74FDB2A-C6F9-423C-9DA7-5C8A44CC196C}" dt="2026-08-27T21:03:06.921" v="274" actId="9405"/>
          <ac:inkMkLst>
            <pc:docMk/>
            <pc:sldMk cId="2327750840" sldId="283"/>
            <ac:inkMk id="241" creationId="{AE4712F0-50D9-C0A6-4FAE-45AA66FCBB1B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3:20.507" v="276" actId="9405"/>
          <ac:inkMkLst>
            <pc:docMk/>
            <pc:sldMk cId="2327750840" sldId="283"/>
            <ac:inkMk id="242" creationId="{00611B56-687D-9C13-943D-83011D4AFD27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3:25.354" v="278" actId="9405"/>
          <ac:inkMkLst>
            <pc:docMk/>
            <pc:sldMk cId="2327750840" sldId="283"/>
            <ac:inkMk id="243" creationId="{47E33040-5B3E-71BF-223F-830270E55338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3:32.134" v="284" actId="9405"/>
          <ac:inkMkLst>
            <pc:docMk/>
            <pc:sldMk cId="2327750840" sldId="283"/>
            <ac:inkMk id="244" creationId="{D47B0CA7-75EB-6D9D-C436-73A016AC9911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3:31.872" v="283"/>
          <ac:inkMkLst>
            <pc:docMk/>
            <pc:sldMk cId="2327750840" sldId="283"/>
            <ac:inkMk id="245" creationId="{3B13C917-18F5-DB2E-048E-8032F2350D6A}"/>
          </ac:inkMkLst>
        </pc:inkChg>
        <pc:inkChg chg="add">
          <ac:chgData name="Phan, Tiffany M Capt USAF USAFA AW/ESCS" userId="a0ed988f-3bd3-448a-ab68-f6eca8eadb00" providerId="ADAL" clId="{D74FDB2A-C6F9-423C-9DA7-5C8A44CC196C}" dt="2026-08-27T21:03:55.361" v="285" actId="9405"/>
          <ac:inkMkLst>
            <pc:docMk/>
            <pc:sldMk cId="2327750840" sldId="283"/>
            <ac:inkMk id="247" creationId="{D596CB14-22D3-78E5-FCFF-0E0991EBD3F4}"/>
          </ac:inkMkLst>
        </pc:inkChg>
        <pc:inkChg chg="add">
          <ac:chgData name="Phan, Tiffany M Capt USAF USAFA AW/ESCS" userId="a0ed988f-3bd3-448a-ab68-f6eca8eadb00" providerId="ADAL" clId="{D74FDB2A-C6F9-423C-9DA7-5C8A44CC196C}" dt="2026-08-27T21:03:59.967" v="286" actId="9405"/>
          <ac:inkMkLst>
            <pc:docMk/>
            <pc:sldMk cId="2327750840" sldId="283"/>
            <ac:inkMk id="248" creationId="{7C230650-A510-E7D6-44E0-B6B9550278F8}"/>
          </ac:inkMkLst>
        </pc:inkChg>
        <pc:inkChg chg="add">
          <ac:chgData name="Phan, Tiffany M Capt USAF USAFA AW/ESCS" userId="a0ed988f-3bd3-448a-ab68-f6eca8eadb00" providerId="ADAL" clId="{D74FDB2A-C6F9-423C-9DA7-5C8A44CC196C}" dt="2026-08-27T21:04:04.689" v="287" actId="9405"/>
          <ac:inkMkLst>
            <pc:docMk/>
            <pc:sldMk cId="2327750840" sldId="283"/>
            <ac:inkMk id="249" creationId="{567B17A6-140F-1153-ABBA-C6F51D72AA61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6:14.934" v="318"/>
          <ac:inkMkLst>
            <pc:docMk/>
            <pc:sldMk cId="2327750840" sldId="283"/>
            <ac:inkMk id="250" creationId="{ACCF53EA-656F-F4AD-CF9D-63D4A2420464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6:14.934" v="318"/>
          <ac:inkMkLst>
            <pc:docMk/>
            <pc:sldMk cId="2327750840" sldId="283"/>
            <ac:inkMk id="251" creationId="{59EA1A15-49DC-1EDB-CD83-3E863B422B71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6:16.444" v="319"/>
          <ac:inkMkLst>
            <pc:docMk/>
            <pc:sldMk cId="2327750840" sldId="283"/>
            <ac:inkMk id="253" creationId="{2EFA1821-A302-D06A-2EC8-8297719431FC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6:14.934" v="318"/>
          <ac:inkMkLst>
            <pc:docMk/>
            <pc:sldMk cId="2327750840" sldId="283"/>
            <ac:inkMk id="254" creationId="{FA54797A-C4D0-D17E-DABF-4D60477C2B1D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6:39.651" v="328"/>
          <ac:inkMkLst>
            <pc:docMk/>
            <pc:sldMk cId="2327750840" sldId="283"/>
            <ac:inkMk id="256" creationId="{D4FA0CD4-CB05-69B5-5D84-0F47082BD626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6:38.078" v="327"/>
          <ac:inkMkLst>
            <pc:docMk/>
            <pc:sldMk cId="2327750840" sldId="283"/>
            <ac:inkMk id="257" creationId="{63EAE165-3A21-867F-8DE3-F5E06A9CDBC3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4:47.744" v="299"/>
          <ac:inkMkLst>
            <pc:docMk/>
            <pc:sldMk cId="2327750840" sldId="283"/>
            <ac:inkMk id="259" creationId="{6E5C7F48-C91A-1413-CBFD-CCDF37EA8687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4:47.744" v="299"/>
          <ac:inkMkLst>
            <pc:docMk/>
            <pc:sldMk cId="2327750840" sldId="283"/>
            <ac:inkMk id="260" creationId="{F1846BBB-1674-4DEB-2C22-46DF5705E6C8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5:01.147" v="304"/>
          <ac:inkMkLst>
            <pc:docMk/>
            <pc:sldMk cId="2327750840" sldId="283"/>
            <ac:inkMk id="262" creationId="{74CC9A14-D351-A981-88E4-E1123BAE045F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5:01.147" v="304"/>
          <ac:inkMkLst>
            <pc:docMk/>
            <pc:sldMk cId="2327750840" sldId="283"/>
            <ac:inkMk id="263" creationId="{220B57B6-DCFD-4BCD-0F92-1305FC574AAC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5:01.147" v="304"/>
          <ac:inkMkLst>
            <pc:docMk/>
            <pc:sldMk cId="2327750840" sldId="283"/>
            <ac:inkMk id="264" creationId="{301DBC77-2FA4-272B-096B-D0C3D96BD623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5:01.147" v="304"/>
          <ac:inkMkLst>
            <pc:docMk/>
            <pc:sldMk cId="2327750840" sldId="283"/>
            <ac:inkMk id="265" creationId="{03D63981-9DD8-F41F-816D-7706BF5C5318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6:54.915" v="329"/>
          <ac:inkMkLst>
            <pc:docMk/>
            <pc:sldMk cId="2327750840" sldId="283"/>
            <ac:inkMk id="267" creationId="{993AC611-5ECB-F582-A1A4-1BD71DD57C3D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6:55.906" v="330"/>
          <ac:inkMkLst>
            <pc:docMk/>
            <pc:sldMk cId="2327750840" sldId="283"/>
            <ac:inkMk id="268" creationId="{7ACFC15D-E6D7-0D50-CB40-B83FF1442E48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7:51.926" v="341"/>
          <ac:inkMkLst>
            <pc:docMk/>
            <pc:sldMk cId="2327750840" sldId="283"/>
            <ac:inkMk id="269" creationId="{7CED955B-24D6-DDA1-EAE7-B049EE328F54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5:33.483" v="310" actId="9405"/>
          <ac:inkMkLst>
            <pc:docMk/>
            <pc:sldMk cId="2327750840" sldId="283"/>
            <ac:inkMk id="271" creationId="{42A95143-1EFA-2DE4-DBBC-4A691D9ED3C7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51.926" v="341"/>
          <ac:inkMkLst>
            <pc:docMk/>
            <pc:sldMk cId="2327750840" sldId="283"/>
            <ac:inkMk id="272" creationId="{5AD03E1F-B541-C98E-47CB-B4EDEFFCC1D9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51.926" v="341"/>
          <ac:inkMkLst>
            <pc:docMk/>
            <pc:sldMk cId="2327750840" sldId="283"/>
            <ac:inkMk id="273" creationId="{2DEB1851-95BC-3957-8D41-8D10C94BF843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51.926" v="341"/>
          <ac:inkMkLst>
            <pc:docMk/>
            <pc:sldMk cId="2327750840" sldId="283"/>
            <ac:inkMk id="275" creationId="{4628D530-8FFF-D2E5-7BBF-2C9090CAED0D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51.926" v="341"/>
          <ac:inkMkLst>
            <pc:docMk/>
            <pc:sldMk cId="2327750840" sldId="283"/>
            <ac:inkMk id="276" creationId="{04E2C58E-BD1F-3BA1-795A-CE04305B4B23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51.926" v="341"/>
          <ac:inkMkLst>
            <pc:docMk/>
            <pc:sldMk cId="2327750840" sldId="283"/>
            <ac:inkMk id="277" creationId="{9D99D407-5B7E-BAA5-221D-82A4065D02D6}"/>
          </ac:inkMkLst>
        </pc:inkChg>
        <pc:inkChg chg="add">
          <ac:chgData name="Phan, Tiffany M Capt USAF USAFA AW/ESCS" userId="a0ed988f-3bd3-448a-ab68-f6eca8eadb00" providerId="ADAL" clId="{D74FDB2A-C6F9-423C-9DA7-5C8A44CC196C}" dt="2026-08-27T21:06:18.873" v="320" actId="9405"/>
          <ac:inkMkLst>
            <pc:docMk/>
            <pc:sldMk cId="2327750840" sldId="283"/>
            <ac:inkMk id="279" creationId="{9EFBAF76-330D-3980-11A3-7A70F76EB17D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51.926" v="341"/>
          <ac:inkMkLst>
            <pc:docMk/>
            <pc:sldMk cId="2327750840" sldId="283"/>
            <ac:inkMk id="280" creationId="{42B311E9-0376-FF9F-4119-1C6B87813841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38.200" v="338"/>
          <ac:inkMkLst>
            <pc:docMk/>
            <pc:sldMk cId="2327750840" sldId="283"/>
            <ac:inkMk id="282" creationId="{93AF0535-5A6E-E341-DDDC-ED1314EB4524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38.200" v="338"/>
          <ac:inkMkLst>
            <pc:docMk/>
            <pc:sldMk cId="2327750840" sldId="283"/>
            <ac:inkMk id="283" creationId="{D48E27EA-B6DD-6FAC-B1AD-9EDFE84883DC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7:38.200" v="338"/>
          <ac:inkMkLst>
            <pc:docMk/>
            <pc:sldMk cId="2327750840" sldId="283"/>
            <ac:inkMk id="285" creationId="{14F93CEC-BB2C-E0DF-C591-012CFD7C2C61}"/>
          </ac:inkMkLst>
        </pc:inkChg>
        <pc:inkChg chg="add del mod">
          <ac:chgData name="Phan, Tiffany M Capt USAF USAFA AW/ESCS" userId="a0ed988f-3bd3-448a-ab68-f6eca8eadb00" providerId="ADAL" clId="{D74FDB2A-C6F9-423C-9DA7-5C8A44CC196C}" dt="2026-08-27T21:07:38.200" v="338"/>
          <ac:inkMkLst>
            <pc:docMk/>
            <pc:sldMk cId="2327750840" sldId="283"/>
            <ac:inkMk id="286" creationId="{55F42C42-B366-82D7-3CA0-0DDCBE85B312}"/>
          </ac:inkMkLst>
        </pc:inkChg>
        <pc:inkChg chg="add">
          <ac:chgData name="Phan, Tiffany M Capt USAF USAFA AW/ESCS" userId="a0ed988f-3bd3-448a-ab68-f6eca8eadb00" providerId="ADAL" clId="{D74FDB2A-C6F9-423C-9DA7-5C8A44CC196C}" dt="2026-08-27T21:07:40.893" v="339" actId="9405"/>
          <ac:inkMkLst>
            <pc:docMk/>
            <pc:sldMk cId="2327750840" sldId="283"/>
            <ac:inkMk id="288" creationId="{1AA096D2-BBAA-8728-CE67-EFB71B2D58AB}"/>
          </ac:inkMkLst>
        </pc:inkChg>
        <pc:inkChg chg="add del">
          <ac:chgData name="Phan, Tiffany M Capt USAF USAFA AW/ESCS" userId="a0ed988f-3bd3-448a-ab68-f6eca8eadb00" providerId="ADAL" clId="{D74FDB2A-C6F9-423C-9DA7-5C8A44CC196C}" dt="2026-08-27T21:08:08.995" v="343" actId="9405"/>
          <ac:inkMkLst>
            <pc:docMk/>
            <pc:sldMk cId="2327750840" sldId="283"/>
            <ac:inkMk id="289" creationId="{20094869-939E-8372-F541-5B6C25DE901A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8:32.325" v="352"/>
          <ac:inkMkLst>
            <pc:docMk/>
            <pc:sldMk cId="2327750840" sldId="283"/>
            <ac:inkMk id="290" creationId="{93335412-DEE8-EFAE-08E6-95D747EB5F59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8:32.325" v="352"/>
          <ac:inkMkLst>
            <pc:docMk/>
            <pc:sldMk cId="2327750840" sldId="283"/>
            <ac:inkMk id="291" creationId="{D5F9BE8A-2CBF-C09A-6044-4F3F6B170CF4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8:32.325" v="352"/>
          <ac:inkMkLst>
            <pc:docMk/>
            <pc:sldMk cId="2327750840" sldId="283"/>
            <ac:inkMk id="293" creationId="{E4FE83F9-D2AC-D463-31EB-44D151204B2F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8:32.325" v="352"/>
          <ac:inkMkLst>
            <pc:docMk/>
            <pc:sldMk cId="2327750840" sldId="283"/>
            <ac:inkMk id="295" creationId="{AB79DD94-883F-364A-549C-FE7012BECD70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08:32.325" v="352"/>
          <ac:inkMkLst>
            <pc:docMk/>
            <pc:sldMk cId="2327750840" sldId="283"/>
            <ac:inkMk id="297" creationId="{336618F3-0546-BD5D-C96D-D0C66A524444}"/>
          </ac:inkMkLst>
        </pc:inkChg>
      </pc:sldChg>
      <pc:sldChg chg="addSp delSp modSp mod modAnim modNotesTx">
        <pc:chgData name="Phan, Tiffany M Capt USAF USAFA AW/ESCS" userId="a0ed988f-3bd3-448a-ab68-f6eca8eadb00" providerId="ADAL" clId="{D74FDB2A-C6F9-423C-9DA7-5C8A44CC196C}" dt="2026-08-27T22:06:58.324" v="1521" actId="478"/>
        <pc:sldMkLst>
          <pc:docMk/>
          <pc:sldMk cId="3708457587" sldId="284"/>
        </pc:sldMkLst>
        <pc:spChg chg="add del">
          <ac:chgData name="Phan, Tiffany M Capt USAF USAFA AW/ESCS" userId="a0ed988f-3bd3-448a-ab68-f6eca8eadb00" providerId="ADAL" clId="{D74FDB2A-C6F9-423C-9DA7-5C8A44CC196C}" dt="2026-08-27T21:59:24.762" v="1290" actId="478"/>
          <ac:spMkLst>
            <pc:docMk/>
            <pc:sldMk cId="3708457587" sldId="284"/>
            <ac:spMk id="2" creationId="{31A69179-958E-CD01-BC2D-DF1252D6BDDE}"/>
          </ac:spMkLst>
        </pc:spChg>
        <pc:spChg chg="add del">
          <ac:chgData name="Phan, Tiffany M Capt USAF USAFA AW/ESCS" userId="a0ed988f-3bd3-448a-ab68-f6eca8eadb00" providerId="ADAL" clId="{D74FDB2A-C6F9-423C-9DA7-5C8A44CC196C}" dt="2026-08-27T21:59:24.368" v="1289" actId="478"/>
          <ac:spMkLst>
            <pc:docMk/>
            <pc:sldMk cId="3708457587" sldId="284"/>
            <ac:spMk id="3" creationId="{F93B4B9C-28DE-D459-B859-21BB19AE1540}"/>
          </ac:spMkLst>
        </pc:spChg>
        <pc:spChg chg="add mod">
          <ac:chgData name="Phan, Tiffany M Capt USAF USAFA AW/ESCS" userId="a0ed988f-3bd3-448a-ab68-f6eca8eadb00" providerId="ADAL" clId="{D74FDB2A-C6F9-423C-9DA7-5C8A44CC196C}" dt="2026-08-27T21:20:02.291" v="649" actId="1076"/>
          <ac:spMkLst>
            <pc:docMk/>
            <pc:sldMk cId="3708457587" sldId="284"/>
            <ac:spMk id="10" creationId="{A2431F58-4763-8EDD-5A2F-987923D666BF}"/>
          </ac:spMkLst>
        </pc:spChg>
        <pc:spChg chg="add mod">
          <ac:chgData name="Phan, Tiffany M Capt USAF USAFA AW/ESCS" userId="a0ed988f-3bd3-448a-ab68-f6eca8eadb00" providerId="ADAL" clId="{D74FDB2A-C6F9-423C-9DA7-5C8A44CC196C}" dt="2026-08-27T21:20:02.291" v="649" actId="1076"/>
          <ac:spMkLst>
            <pc:docMk/>
            <pc:sldMk cId="3708457587" sldId="284"/>
            <ac:spMk id="11" creationId="{706B3DA2-FBDC-8231-CEBA-D0A3F29C8733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13" creationId="{978ADDAF-0E88-3494-78CB-2C5D25478805}"/>
          </ac:spMkLst>
        </pc:spChg>
        <pc:spChg chg="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15" creationId="{9AA39ACC-1AA8-04B1-C2C6-F58C01197291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1:13:50.016" v="522" actId="478"/>
          <ac:spMkLst>
            <pc:docMk/>
            <pc:sldMk cId="3708457587" sldId="284"/>
            <ac:spMk id="16" creationId="{252D5D41-B866-9EE7-D0CC-FEFF8DA3E92B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18" creationId="{3E038116-EF3F-4224-4F0C-B010FB80F547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1:13:51.235" v="523" actId="478"/>
          <ac:spMkLst>
            <pc:docMk/>
            <pc:sldMk cId="3708457587" sldId="284"/>
            <ac:spMk id="20" creationId="{1295B6B5-E17E-A4A3-488F-47857AACB3E9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22" creationId="{DEF2517E-AD86-214F-77A0-0DBEF3860360}"/>
          </ac:spMkLst>
        </pc:spChg>
        <pc:spChg chg="add del mod">
          <ac:chgData name="Phan, Tiffany M Capt USAF USAFA AW/ESCS" userId="a0ed988f-3bd3-448a-ab68-f6eca8eadb00" providerId="ADAL" clId="{D74FDB2A-C6F9-423C-9DA7-5C8A44CC196C}" dt="2026-08-27T21:13:52.696" v="524" actId="478"/>
          <ac:spMkLst>
            <pc:docMk/>
            <pc:sldMk cId="3708457587" sldId="284"/>
            <ac:spMk id="24" creationId="{C4B0932F-C8BD-5473-5F71-090715C9C83E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26" creationId="{FC38D1D7-911A-9BAD-32F1-245F3E4588FE}"/>
          </ac:spMkLst>
        </pc:spChg>
        <pc:spChg chg="add mod">
          <ac:chgData name="Phan, Tiffany M Capt USAF USAFA AW/ESCS" userId="a0ed988f-3bd3-448a-ab68-f6eca8eadb00" providerId="ADAL" clId="{D74FDB2A-C6F9-423C-9DA7-5C8A44CC196C}" dt="2026-08-27T21:20:02.291" v="649" actId="1076"/>
          <ac:spMkLst>
            <pc:docMk/>
            <pc:sldMk cId="3708457587" sldId="284"/>
            <ac:spMk id="31" creationId="{CCE7BEC9-02FE-DB9E-F1AE-9C7F83B273B6}"/>
          </ac:spMkLst>
        </pc:spChg>
        <pc:spChg chg="add mod">
          <ac:chgData name="Phan, Tiffany M Capt USAF USAFA AW/ESCS" userId="a0ed988f-3bd3-448a-ab68-f6eca8eadb00" providerId="ADAL" clId="{D74FDB2A-C6F9-423C-9DA7-5C8A44CC196C}" dt="2026-08-27T21:20:02.291" v="649" actId="1076"/>
          <ac:spMkLst>
            <pc:docMk/>
            <pc:sldMk cId="3708457587" sldId="284"/>
            <ac:spMk id="32" creationId="{56DD385F-8DC2-8D45-5D8E-6AC102F3E3D1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37" creationId="{1845EB00-8A17-46F1-CF17-AAB1B66B7548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38" creationId="{4622C238-7B80-D5C0-210D-B9073C0A25ED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39" creationId="{B564A650-8F83-B126-7363-37EF288E6C25}"/>
          </ac:spMkLst>
        </pc:spChg>
        <pc:spChg chg="add mod">
          <ac:chgData name="Phan, Tiffany M Capt USAF USAFA AW/ESCS" userId="a0ed988f-3bd3-448a-ab68-f6eca8eadb00" providerId="ADAL" clId="{D74FDB2A-C6F9-423C-9DA7-5C8A44CC196C}" dt="2026-08-27T21:19:49.066" v="648" actId="1036"/>
          <ac:spMkLst>
            <pc:docMk/>
            <pc:sldMk cId="3708457587" sldId="284"/>
            <ac:spMk id="54" creationId="{7155841D-F915-6A82-30B2-CE21F572B3C6}"/>
          </ac:spMkLst>
        </pc:spChg>
        <pc:spChg chg="add mod">
          <ac:chgData name="Phan, Tiffany M Capt USAF USAFA AW/ESCS" userId="a0ed988f-3bd3-448a-ab68-f6eca8eadb00" providerId="ADAL" clId="{D74FDB2A-C6F9-423C-9DA7-5C8A44CC196C}" dt="2026-08-27T22:06:00.721" v="1515" actId="20577"/>
          <ac:spMkLst>
            <pc:docMk/>
            <pc:sldMk cId="3708457587" sldId="284"/>
            <ac:spMk id="55" creationId="{DEF08FC3-0440-1C0A-46E2-849A1BC1A5DF}"/>
          </ac:spMkLst>
        </pc:spChg>
        <pc:spChg chg="add mod ord">
          <ac:chgData name="Phan, Tiffany M Capt USAF USAFA AW/ESCS" userId="a0ed988f-3bd3-448a-ab68-f6eca8eadb00" providerId="ADAL" clId="{D74FDB2A-C6F9-423C-9DA7-5C8A44CC196C}" dt="2026-08-27T21:20:21.897" v="652" actId="207"/>
          <ac:spMkLst>
            <pc:docMk/>
            <pc:sldMk cId="3708457587" sldId="284"/>
            <ac:spMk id="56" creationId="{95A2538F-DF4F-B325-AD21-CEA43399CF00}"/>
          </ac:spMkLst>
        </pc:spChg>
        <pc:grpChg chg="add mod">
          <ac:chgData name="Phan, Tiffany M Capt USAF USAFA AW/ESCS" userId="a0ed988f-3bd3-448a-ab68-f6eca8eadb00" providerId="ADAL" clId="{D74FDB2A-C6F9-423C-9DA7-5C8A44CC196C}" dt="2026-08-27T21:20:02.291" v="649" actId="1076"/>
          <ac:grpSpMkLst>
            <pc:docMk/>
            <pc:sldMk cId="3708457587" sldId="284"/>
            <ac:grpSpMk id="28" creationId="{5115179A-0E8C-63E0-9F23-724342E19698}"/>
          </ac:grpSpMkLst>
        </pc:grpChg>
        <pc:picChg chg="add mod">
          <ac:chgData name="Phan, Tiffany M Capt USAF USAFA AW/ESCS" userId="a0ed988f-3bd3-448a-ab68-f6eca8eadb00" providerId="ADAL" clId="{D74FDB2A-C6F9-423C-9DA7-5C8A44CC196C}" dt="2026-08-27T21:20:45.690" v="654"/>
          <ac:picMkLst>
            <pc:docMk/>
            <pc:sldMk cId="3708457587" sldId="284"/>
            <ac:picMk id="6" creationId="{7F0B857F-0A05-B483-3B51-B98E17616C18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1:20:38.844" v="653"/>
          <ac:picMkLst>
            <pc:docMk/>
            <pc:sldMk cId="3708457587" sldId="284"/>
            <ac:picMk id="7" creationId="{F3DEF10A-4521-19E8-64B4-63489AB27365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1:19:36.047" v="633" actId="1076"/>
          <ac:picMkLst>
            <pc:docMk/>
            <pc:sldMk cId="3708457587" sldId="284"/>
            <ac:picMk id="27" creationId="{EF535EC5-74E8-7CD8-47A1-217AEE0AB7A0}"/>
          </ac:picMkLst>
        </pc:picChg>
        <pc:picChg chg="add del mod modCrop">
          <ac:chgData name="Phan, Tiffany M Capt USAF USAFA AW/ESCS" userId="a0ed988f-3bd3-448a-ab68-f6eca8eadb00" providerId="ADAL" clId="{D74FDB2A-C6F9-423C-9DA7-5C8A44CC196C}" dt="2026-08-27T21:14:38.608" v="538" actId="478"/>
          <ac:picMkLst>
            <pc:docMk/>
            <pc:sldMk cId="3708457587" sldId="284"/>
            <ac:picMk id="33" creationId="{435939EA-0B14-C1E8-8911-E26048089721}"/>
          </ac:picMkLst>
        </pc:picChg>
        <pc:picChg chg="add del mod modCrop">
          <ac:chgData name="Phan, Tiffany M Capt USAF USAFA AW/ESCS" userId="a0ed988f-3bd3-448a-ab68-f6eca8eadb00" providerId="ADAL" clId="{D74FDB2A-C6F9-423C-9DA7-5C8A44CC196C}" dt="2026-08-27T21:14:38.608" v="538" actId="478"/>
          <ac:picMkLst>
            <pc:docMk/>
            <pc:sldMk cId="3708457587" sldId="284"/>
            <ac:picMk id="34" creationId="{B9B80762-979E-8E8D-B9A9-A356FA5D162E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1:19:29.145" v="632" actId="1036"/>
          <ac:picMkLst>
            <pc:docMk/>
            <pc:sldMk cId="3708457587" sldId="284"/>
            <ac:picMk id="35" creationId="{C6F0EE39-4E0B-6EDA-E298-6FC74B3A7965}"/>
          </ac:picMkLst>
        </pc:picChg>
        <pc:picChg chg="add del mod">
          <ac:chgData name="Phan, Tiffany M Capt USAF USAFA AW/ESCS" userId="a0ed988f-3bd3-448a-ab68-f6eca8eadb00" providerId="ADAL" clId="{D74FDB2A-C6F9-423C-9DA7-5C8A44CC196C}" dt="2026-08-27T22:06:58.324" v="1521" actId="478"/>
          <ac:picMkLst>
            <pc:docMk/>
            <pc:sldMk cId="3708457587" sldId="284"/>
            <ac:picMk id="36" creationId="{FAE15905-2595-F571-5189-105B4C80A9AB}"/>
          </ac:picMkLst>
        </pc:picChg>
        <pc:inkChg chg="add mod">
          <ac:chgData name="Phan, Tiffany M Capt USAF USAFA AW/ESCS" userId="a0ed988f-3bd3-448a-ab68-f6eca8eadb00" providerId="ADAL" clId="{D74FDB2A-C6F9-423C-9DA7-5C8A44CC196C}" dt="2026-08-27T21:20:02.291" v="649" actId="1076"/>
          <ac:inkMkLst>
            <pc:docMk/>
            <pc:sldMk cId="3708457587" sldId="284"/>
            <ac:inkMk id="8" creationId="{F6383544-C0ED-6D2A-ECDC-7A10D638A2E5}"/>
          </ac:inkMkLst>
        </pc:inkChg>
        <pc:inkChg chg="add mod">
          <ac:chgData name="Phan, Tiffany M Capt USAF USAFA AW/ESCS" userId="a0ed988f-3bd3-448a-ab68-f6eca8eadb00" providerId="ADAL" clId="{D74FDB2A-C6F9-423C-9DA7-5C8A44CC196C}" dt="2026-08-27T21:20:02.291" v="649" actId="1076"/>
          <ac:inkMkLst>
            <pc:docMk/>
            <pc:sldMk cId="3708457587" sldId="284"/>
            <ac:inkMk id="9" creationId="{50F47D46-2197-7A78-B863-26A1BCFD41D0}"/>
          </ac:inkMkLst>
        </pc:inkChg>
        <pc:inkChg chg="mod">
          <ac:chgData name="Phan, Tiffany M Capt USAF USAFA AW/ESCS" userId="a0ed988f-3bd3-448a-ab68-f6eca8eadb00" providerId="ADAL" clId="{D74FDB2A-C6F9-423C-9DA7-5C8A44CC196C}" dt="2026-08-27T21:13:02.638" v="511"/>
          <ac:inkMkLst>
            <pc:docMk/>
            <pc:sldMk cId="3708457587" sldId="284"/>
            <ac:inkMk id="29" creationId="{0F57F4E6-68CE-EBA0-C160-D22064EB6263}"/>
          </ac:inkMkLst>
        </pc:inkChg>
        <pc:inkChg chg="mod">
          <ac:chgData name="Phan, Tiffany M Capt USAF USAFA AW/ESCS" userId="a0ed988f-3bd3-448a-ab68-f6eca8eadb00" providerId="ADAL" clId="{D74FDB2A-C6F9-423C-9DA7-5C8A44CC196C}" dt="2026-08-27T21:13:02.638" v="511"/>
          <ac:inkMkLst>
            <pc:docMk/>
            <pc:sldMk cId="3708457587" sldId="284"/>
            <ac:inkMk id="30" creationId="{6DE2E925-4F7A-E221-9D85-275372F0AA83}"/>
          </ac:inkMkLst>
        </pc:inkChg>
        <pc:cxnChg chg="add mod">
          <ac:chgData name="Phan, Tiffany M Capt USAF USAFA AW/ESCS" userId="a0ed988f-3bd3-448a-ab68-f6eca8eadb00" providerId="ADAL" clId="{D74FDB2A-C6F9-423C-9DA7-5C8A44CC196C}" dt="2026-08-27T21:18:37.737" v="595" actId="1582"/>
          <ac:cxnSpMkLst>
            <pc:docMk/>
            <pc:sldMk cId="3708457587" sldId="284"/>
            <ac:cxnSpMk id="41" creationId="{A66CABE3-870C-0316-F13C-9D1068AC0369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1:18:48.379" v="597" actId="1582"/>
          <ac:cxnSpMkLst>
            <pc:docMk/>
            <pc:sldMk cId="3708457587" sldId="284"/>
            <ac:cxnSpMk id="43" creationId="{3E35E7CE-A133-D275-AF7B-AF17B24517CB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1:18:37.737" v="595" actId="1582"/>
          <ac:cxnSpMkLst>
            <pc:docMk/>
            <pc:sldMk cId="3708457587" sldId="284"/>
            <ac:cxnSpMk id="47" creationId="{74DD833F-6375-9C23-0C6C-7C65CD5356C8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1:18:37.737" v="595" actId="1582"/>
          <ac:cxnSpMkLst>
            <pc:docMk/>
            <pc:sldMk cId="3708457587" sldId="284"/>
            <ac:cxnSpMk id="49" creationId="{F4E5B768-EE96-00F4-0034-9DE6363990EF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1:18:48.379" v="597" actId="1582"/>
          <ac:cxnSpMkLst>
            <pc:docMk/>
            <pc:sldMk cId="3708457587" sldId="284"/>
            <ac:cxnSpMk id="51" creationId="{6A5C7A4B-6AB2-78DD-EFCD-D2D01F455F18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1:18:48.379" v="597" actId="1582"/>
          <ac:cxnSpMkLst>
            <pc:docMk/>
            <pc:sldMk cId="3708457587" sldId="284"/>
            <ac:cxnSpMk id="53" creationId="{359B0218-5667-BB9E-9981-EB8F7C1E5C32}"/>
          </ac:cxnSpMkLst>
        </pc:cxnChg>
      </pc:sldChg>
      <pc:sldChg chg="addSp delSp modSp mod modAnim modNotesTx">
        <pc:chgData name="Phan, Tiffany M Capt USAF USAFA AW/ESCS" userId="a0ed988f-3bd3-448a-ab68-f6eca8eadb00" providerId="ADAL" clId="{D74FDB2A-C6F9-423C-9DA7-5C8A44CC196C}" dt="2026-08-27T22:41:28.212" v="2279" actId="21"/>
        <pc:sldMkLst>
          <pc:docMk/>
          <pc:sldMk cId="148829716" sldId="285"/>
        </pc:sldMkLst>
        <pc:spChg chg="mod">
          <ac:chgData name="Phan, Tiffany M Capt USAF USAFA AW/ESCS" userId="a0ed988f-3bd3-448a-ab68-f6eca8eadb00" providerId="ADAL" clId="{D74FDB2A-C6F9-423C-9DA7-5C8A44CC196C}" dt="2026-08-27T22:25:35.579" v="1940" actId="21"/>
          <ac:spMkLst>
            <pc:docMk/>
            <pc:sldMk cId="148829716" sldId="285"/>
            <ac:spMk id="15" creationId="{20CF583D-D1B9-1226-BF49-9FDB582C6636}"/>
          </ac:spMkLst>
        </pc:spChg>
        <pc:spChg chg="add mod">
          <ac:chgData name="Phan, Tiffany M Capt USAF USAFA AW/ESCS" userId="a0ed988f-3bd3-448a-ab68-f6eca8eadb00" providerId="ADAL" clId="{D74FDB2A-C6F9-423C-9DA7-5C8A44CC196C}" dt="2026-08-27T21:58:13.584" v="1271" actId="1076"/>
          <ac:spMkLst>
            <pc:docMk/>
            <pc:sldMk cId="148829716" sldId="285"/>
            <ac:spMk id="75" creationId="{2344EC76-066E-2E80-FCC2-A7BD8E0BE736}"/>
          </ac:spMkLst>
        </pc:spChg>
        <pc:spChg chg="add mod">
          <ac:chgData name="Phan, Tiffany M Capt USAF USAFA AW/ESCS" userId="a0ed988f-3bd3-448a-ab68-f6eca8eadb00" providerId="ADAL" clId="{D74FDB2A-C6F9-423C-9DA7-5C8A44CC196C}" dt="2026-08-27T21:58:13.584" v="1271" actId="1076"/>
          <ac:spMkLst>
            <pc:docMk/>
            <pc:sldMk cId="148829716" sldId="285"/>
            <ac:spMk id="76" creationId="{D42E1312-7F0C-850A-6AAC-C6B54A56DD0F}"/>
          </ac:spMkLst>
        </pc:spChg>
        <pc:spChg chg="add mod">
          <ac:chgData name="Phan, Tiffany M Capt USAF USAFA AW/ESCS" userId="a0ed988f-3bd3-448a-ab68-f6eca8eadb00" providerId="ADAL" clId="{D74FDB2A-C6F9-423C-9DA7-5C8A44CC196C}" dt="2026-08-27T21:58:13.584" v="1271" actId="1076"/>
          <ac:spMkLst>
            <pc:docMk/>
            <pc:sldMk cId="148829716" sldId="285"/>
            <ac:spMk id="77" creationId="{B292471E-F46C-AA2C-2258-1B22BB76986F}"/>
          </ac:spMkLst>
        </pc:spChg>
        <pc:spChg chg="add mod">
          <ac:chgData name="Phan, Tiffany M Capt USAF USAFA AW/ESCS" userId="a0ed988f-3bd3-448a-ab68-f6eca8eadb00" providerId="ADAL" clId="{D74FDB2A-C6F9-423C-9DA7-5C8A44CC196C}" dt="2026-08-27T21:58:13.584" v="1271" actId="1076"/>
          <ac:spMkLst>
            <pc:docMk/>
            <pc:sldMk cId="148829716" sldId="285"/>
            <ac:spMk id="78" creationId="{BAA0EC32-8359-5A50-0A50-9088F17543CB}"/>
          </ac:spMkLst>
        </pc:spChg>
        <pc:spChg chg="add mod">
          <ac:chgData name="Phan, Tiffany M Capt USAF USAFA AW/ESCS" userId="a0ed988f-3bd3-448a-ab68-f6eca8eadb00" providerId="ADAL" clId="{D74FDB2A-C6F9-423C-9DA7-5C8A44CC196C}" dt="2026-08-27T22:00:55.290" v="1423" actId="113"/>
          <ac:spMkLst>
            <pc:docMk/>
            <pc:sldMk cId="148829716" sldId="285"/>
            <ac:spMk id="86" creationId="{8372140B-96F9-8109-20F4-C25C4E1B186D}"/>
          </ac:spMkLst>
        </pc:spChg>
        <pc:spChg chg="add mod">
          <ac:chgData name="Phan, Tiffany M Capt USAF USAFA AW/ESCS" userId="a0ed988f-3bd3-448a-ab68-f6eca8eadb00" providerId="ADAL" clId="{D74FDB2A-C6F9-423C-9DA7-5C8A44CC196C}" dt="2026-08-27T22:10:54.261" v="1759" actId="20577"/>
          <ac:spMkLst>
            <pc:docMk/>
            <pc:sldMk cId="148829716" sldId="285"/>
            <ac:spMk id="88" creationId="{F2B1C921-1FDA-D6A4-0402-B2EA17FEC2B2}"/>
          </ac:spMkLst>
        </pc:spChg>
        <pc:spChg chg="add mod">
          <ac:chgData name="Phan, Tiffany M Capt USAF USAFA AW/ESCS" userId="a0ed988f-3bd3-448a-ab68-f6eca8eadb00" providerId="ADAL" clId="{D74FDB2A-C6F9-423C-9DA7-5C8A44CC196C}" dt="2026-08-27T22:11:06.739" v="1783" actId="1036"/>
          <ac:spMkLst>
            <pc:docMk/>
            <pc:sldMk cId="148829716" sldId="285"/>
            <ac:spMk id="103" creationId="{BD6B4FA4-3E72-4AEB-D355-462F388A603E}"/>
          </ac:spMkLst>
        </pc:spChg>
        <pc:spChg chg="add mod">
          <ac:chgData name="Phan, Tiffany M Capt USAF USAFA AW/ESCS" userId="a0ed988f-3bd3-448a-ab68-f6eca8eadb00" providerId="ADAL" clId="{D74FDB2A-C6F9-423C-9DA7-5C8A44CC196C}" dt="2026-08-27T22:11:06.739" v="1783" actId="1036"/>
          <ac:spMkLst>
            <pc:docMk/>
            <pc:sldMk cId="148829716" sldId="285"/>
            <ac:spMk id="117" creationId="{B2454796-501B-F3C5-0608-1760FB103AB2}"/>
          </ac:spMkLst>
        </pc:spChg>
        <pc:spChg chg="add mod">
          <ac:chgData name="Phan, Tiffany M Capt USAF USAFA AW/ESCS" userId="a0ed988f-3bd3-448a-ab68-f6eca8eadb00" providerId="ADAL" clId="{D74FDB2A-C6F9-423C-9DA7-5C8A44CC196C}" dt="2026-08-27T22:11:06.739" v="1783" actId="1036"/>
          <ac:spMkLst>
            <pc:docMk/>
            <pc:sldMk cId="148829716" sldId="285"/>
            <ac:spMk id="128" creationId="{2788134B-7BC1-6FEF-2351-4EB07DDBFDFB}"/>
          </ac:spMkLst>
        </pc:spChg>
        <pc:spChg chg="add mod">
          <ac:chgData name="Phan, Tiffany M Capt USAF USAFA AW/ESCS" userId="a0ed988f-3bd3-448a-ab68-f6eca8eadb00" providerId="ADAL" clId="{D74FDB2A-C6F9-423C-9DA7-5C8A44CC196C}" dt="2026-08-27T22:11:06.739" v="1783" actId="1036"/>
          <ac:spMkLst>
            <pc:docMk/>
            <pc:sldMk cId="148829716" sldId="285"/>
            <ac:spMk id="132" creationId="{8B1B38B4-BA37-F463-4A04-7CC349A2C54B}"/>
          </ac:spMkLst>
        </pc:spChg>
        <pc:spChg chg="add mod">
          <ac:chgData name="Phan, Tiffany M Capt USAF USAFA AW/ESCS" userId="a0ed988f-3bd3-448a-ab68-f6eca8eadb00" providerId="ADAL" clId="{D74FDB2A-C6F9-423C-9DA7-5C8A44CC196C}" dt="2026-08-27T22:11:06.739" v="1783" actId="1036"/>
          <ac:spMkLst>
            <pc:docMk/>
            <pc:sldMk cId="148829716" sldId="285"/>
            <ac:spMk id="149" creationId="{92B45FB9-EAA7-735D-3398-5787E2C9A652}"/>
          </ac:spMkLst>
        </pc:spChg>
        <pc:spChg chg="add mod">
          <ac:chgData name="Phan, Tiffany M Capt USAF USAFA AW/ESCS" userId="a0ed988f-3bd3-448a-ab68-f6eca8eadb00" providerId="ADAL" clId="{D74FDB2A-C6F9-423C-9DA7-5C8A44CC196C}" dt="2026-08-27T22:11:06.739" v="1783" actId="1036"/>
          <ac:spMkLst>
            <pc:docMk/>
            <pc:sldMk cId="148829716" sldId="285"/>
            <ac:spMk id="150" creationId="{A5C3B1AA-30DD-93C0-0EB1-01B36C6D72E3}"/>
          </ac:spMkLst>
        </pc:spChg>
        <pc:grpChg chg="mod">
          <ac:chgData name="Phan, Tiffany M Capt USAF USAFA AW/ESCS" userId="a0ed988f-3bd3-448a-ab68-f6eca8eadb00" providerId="ADAL" clId="{D74FDB2A-C6F9-423C-9DA7-5C8A44CC196C}" dt="2026-08-27T21:58:11.521" v="1269" actId="14100"/>
          <ac:grpSpMkLst>
            <pc:docMk/>
            <pc:sldMk cId="148829716" sldId="285"/>
            <ac:grpSpMk id="48" creationId="{266CC0AC-139F-CD40-1B60-6CE5DB74DD94}"/>
          </ac:grpSpMkLst>
        </pc:grpChg>
        <pc:grpChg chg="mod">
          <ac:chgData name="Phan, Tiffany M Capt USAF USAFA AW/ESCS" userId="a0ed988f-3bd3-448a-ab68-f6eca8eadb00" providerId="ADAL" clId="{D74FDB2A-C6F9-423C-9DA7-5C8A44CC196C}" dt="2026-08-27T21:58:13.159" v="1270" actId="14100"/>
          <ac:grpSpMkLst>
            <pc:docMk/>
            <pc:sldMk cId="148829716" sldId="285"/>
            <ac:grpSpMk id="57" creationId="{4736DEDB-F85B-5C6C-7ADB-D183FEF89185}"/>
          </ac:grpSpMkLst>
        </pc:grpChg>
        <pc:picChg chg="add mod">
          <ac:chgData name="Phan, Tiffany M Capt USAF USAFA AW/ESCS" userId="a0ed988f-3bd3-448a-ab68-f6eca8eadb00" providerId="ADAL" clId="{D74FDB2A-C6F9-423C-9DA7-5C8A44CC196C}" dt="2026-08-27T21:58:13.584" v="1271" actId="1076"/>
          <ac:picMkLst>
            <pc:docMk/>
            <pc:sldMk cId="148829716" sldId="285"/>
            <ac:picMk id="6" creationId="{80AB3909-5FC4-DD13-6FA2-B60FF8A42F1D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1:58:13.584" v="1271" actId="1076"/>
          <ac:picMkLst>
            <pc:docMk/>
            <pc:sldMk cId="148829716" sldId="285"/>
            <ac:picMk id="7" creationId="{6F7C2B69-55C5-CA4F-AC0A-E91A329C45F0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1:58:13.584" v="1271" actId="1076"/>
          <ac:picMkLst>
            <pc:docMk/>
            <pc:sldMk cId="148829716" sldId="285"/>
            <ac:picMk id="8" creationId="{DACCF4D7-AD13-40AE-565D-5261292490D6}"/>
          </ac:picMkLst>
        </pc:picChg>
        <pc:picChg chg="mod">
          <ac:chgData name="Phan, Tiffany M Capt USAF USAFA AW/ESCS" userId="a0ed988f-3bd3-448a-ab68-f6eca8eadb00" providerId="ADAL" clId="{D74FDB2A-C6F9-423C-9DA7-5C8A44CC196C}" dt="2026-08-27T21:58:13.159" v="1270" actId="14100"/>
          <ac:picMkLst>
            <pc:docMk/>
            <pc:sldMk cId="148829716" sldId="285"/>
            <ac:picMk id="9" creationId="{E8D04BA3-6857-2DB0-FCE7-04E8B4F06C5E}"/>
          </ac:picMkLst>
        </pc:picChg>
        <pc:picChg chg="mod">
          <ac:chgData name="Phan, Tiffany M Capt USAF USAFA AW/ESCS" userId="a0ed988f-3bd3-448a-ab68-f6eca8eadb00" providerId="ADAL" clId="{D74FDB2A-C6F9-423C-9DA7-5C8A44CC196C}" dt="2026-08-27T21:58:13.159" v="1270" actId="14100"/>
          <ac:picMkLst>
            <pc:docMk/>
            <pc:sldMk cId="148829716" sldId="285"/>
            <ac:picMk id="10" creationId="{A880401D-655F-9996-643E-20683D5046CC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1:58:13.584" v="1271" actId="1076"/>
          <ac:picMkLst>
            <pc:docMk/>
            <pc:sldMk cId="148829716" sldId="285"/>
            <ac:picMk id="11" creationId="{B76D5581-4594-5CFC-7311-798B81FF562F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1:58:13.584" v="1271" actId="1076"/>
          <ac:picMkLst>
            <pc:docMk/>
            <pc:sldMk cId="148829716" sldId="285"/>
            <ac:picMk id="12" creationId="{2C51B863-C4B7-4078-E62F-2052B7056317}"/>
          </ac:picMkLst>
        </pc:picChg>
        <pc:picChg chg="mod">
          <ac:chgData name="Phan, Tiffany M Capt USAF USAFA AW/ESCS" userId="a0ed988f-3bd3-448a-ab68-f6eca8eadb00" providerId="ADAL" clId="{D74FDB2A-C6F9-423C-9DA7-5C8A44CC196C}" dt="2026-08-27T21:58:13.159" v="1270" actId="14100"/>
          <ac:picMkLst>
            <pc:docMk/>
            <pc:sldMk cId="148829716" sldId="285"/>
            <ac:picMk id="13" creationId="{3D60858E-2CB6-4D98-165A-5036877196D9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1:58:13.584" v="1271" actId="1076"/>
          <ac:picMkLst>
            <pc:docMk/>
            <pc:sldMk cId="148829716" sldId="285"/>
            <ac:picMk id="14" creationId="{E734F0B9-5D9D-5110-C5C9-0FCC4BC23D83}"/>
          </ac:picMkLst>
        </pc:picChg>
        <pc:picChg chg="add del mod">
          <ac:chgData name="Phan, Tiffany M Capt USAF USAFA AW/ESCS" userId="a0ed988f-3bd3-448a-ab68-f6eca8eadb00" providerId="ADAL" clId="{D74FDB2A-C6F9-423C-9DA7-5C8A44CC196C}" dt="2026-08-27T22:41:28.212" v="2279" actId="21"/>
          <ac:picMkLst>
            <pc:docMk/>
            <pc:sldMk cId="148829716" sldId="285"/>
            <ac:picMk id="80" creationId="{C0D0E278-D8A3-F97E-5A92-51C4673AC2C3}"/>
          </ac:picMkLst>
        </pc:picChg>
        <pc:picChg chg="add del mod">
          <ac:chgData name="Phan, Tiffany M Capt USAF USAFA AW/ESCS" userId="a0ed988f-3bd3-448a-ab68-f6eca8eadb00" providerId="ADAL" clId="{D74FDB2A-C6F9-423C-9DA7-5C8A44CC196C}" dt="2026-08-27T21:59:12.203" v="1286" actId="22"/>
          <ac:picMkLst>
            <pc:docMk/>
            <pc:sldMk cId="148829716" sldId="285"/>
            <ac:picMk id="82" creationId="{17C369EA-E5F2-EB6F-8AAD-2526BB174D51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01:57.986" v="1452" actId="1076"/>
          <ac:picMkLst>
            <pc:docMk/>
            <pc:sldMk cId="148829716" sldId="285"/>
            <ac:picMk id="84" creationId="{22DE5F97-A158-EC5B-6065-7EDC7A502468}"/>
          </ac:picMkLst>
        </pc:picChg>
        <pc:picChg chg="add del mod">
          <ac:chgData name="Phan, Tiffany M Capt USAF USAFA AW/ESCS" userId="a0ed988f-3bd3-448a-ab68-f6eca8eadb00" providerId="ADAL" clId="{D74FDB2A-C6F9-423C-9DA7-5C8A44CC196C}" dt="2026-08-27T22:02:28.156" v="1461" actId="478"/>
          <ac:picMkLst>
            <pc:docMk/>
            <pc:sldMk cId="148829716" sldId="285"/>
            <ac:picMk id="90" creationId="{982CB4B7-1FCC-FF7B-F7B0-746593903174}"/>
          </ac:picMkLst>
        </pc:picChg>
        <pc:picChg chg="add del mod">
          <ac:chgData name="Phan, Tiffany M Capt USAF USAFA AW/ESCS" userId="a0ed988f-3bd3-448a-ab68-f6eca8eadb00" providerId="ADAL" clId="{D74FDB2A-C6F9-423C-9DA7-5C8A44CC196C}" dt="2026-08-27T22:02:27.137" v="1460" actId="478"/>
          <ac:picMkLst>
            <pc:docMk/>
            <pc:sldMk cId="148829716" sldId="285"/>
            <ac:picMk id="92" creationId="{6B0EBAFB-A7B3-0469-79B1-55E2065A9C28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05:10.149" v="1491" actId="1076"/>
          <ac:picMkLst>
            <pc:docMk/>
            <pc:sldMk cId="148829716" sldId="285"/>
            <ac:picMk id="94" creationId="{70C795CC-1464-40BD-29E4-8B94B297D3EB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11:06.739" v="1783" actId="1036"/>
          <ac:picMkLst>
            <pc:docMk/>
            <pc:sldMk cId="148829716" sldId="285"/>
            <ac:picMk id="96" creationId="{060700A5-EBB6-EFC2-C746-81D9E9BF0F0F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05:34.419" v="1510" actId="1036"/>
          <ac:picMkLst>
            <pc:docMk/>
            <pc:sldMk cId="148829716" sldId="285"/>
            <ac:picMk id="98" creationId="{DFE2847F-C336-521C-CB20-790E9494A4C8}"/>
          </ac:picMkLst>
        </pc:picChg>
        <pc:picChg chg="add del mod modCrop">
          <ac:chgData name="Phan, Tiffany M Capt USAF USAFA AW/ESCS" userId="a0ed988f-3bd3-448a-ab68-f6eca8eadb00" providerId="ADAL" clId="{D74FDB2A-C6F9-423C-9DA7-5C8A44CC196C}" dt="2026-08-27T22:03:27.203" v="1472" actId="478"/>
          <ac:picMkLst>
            <pc:docMk/>
            <pc:sldMk cId="148829716" sldId="285"/>
            <ac:picMk id="100" creationId="{3FF03AD9-4295-5CD5-3947-BBE6E40CD040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11:06.739" v="1783" actId="1036"/>
          <ac:picMkLst>
            <pc:docMk/>
            <pc:sldMk cId="148829716" sldId="285"/>
            <ac:picMk id="102" creationId="{486A9959-1A2B-9285-22E6-8A6CDF0BA684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06:29.929" v="1519" actId="1076"/>
          <ac:picMkLst>
            <pc:docMk/>
            <pc:sldMk cId="148829716" sldId="285"/>
            <ac:picMk id="123" creationId="{74B8A212-CB3F-7BD1-01C6-474210EB66EF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11:06.739" v="1783" actId="1036"/>
          <ac:picMkLst>
            <pc:docMk/>
            <pc:sldMk cId="148829716" sldId="285"/>
            <ac:picMk id="124" creationId="{2C2D211A-AB3D-6741-2DEC-B477D32BE38D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07:30.663" v="1523" actId="1076"/>
          <ac:picMkLst>
            <pc:docMk/>
            <pc:sldMk cId="148829716" sldId="285"/>
            <ac:picMk id="125" creationId="{7A092553-41F7-9CE8-F42B-DEBFA2F50CB3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07:42.861" v="1526" actId="1076"/>
          <ac:picMkLst>
            <pc:docMk/>
            <pc:sldMk cId="148829716" sldId="285"/>
            <ac:picMk id="126" creationId="{22945388-7089-EC9B-734C-1D52FBF3B954}"/>
          </ac:picMkLst>
        </pc:picChg>
        <pc:picChg chg="add mod">
          <ac:chgData name="Phan, Tiffany M Capt USAF USAFA AW/ESCS" userId="a0ed988f-3bd3-448a-ab68-f6eca8eadb00" providerId="ADAL" clId="{D74FDB2A-C6F9-423C-9DA7-5C8A44CC196C}" dt="2026-08-27T22:11:06.739" v="1783" actId="1036"/>
          <ac:picMkLst>
            <pc:docMk/>
            <pc:sldMk cId="148829716" sldId="285"/>
            <ac:picMk id="127" creationId="{8BB95EBA-047E-4858-68A8-C378C9354BBB}"/>
          </ac:picMkLst>
        </pc:picChg>
        <pc:cxnChg chg="add mod">
          <ac:chgData name="Phan, Tiffany M Capt USAF USAFA AW/ESCS" userId="a0ed988f-3bd3-448a-ab68-f6eca8eadb00" providerId="ADAL" clId="{D74FDB2A-C6F9-423C-9DA7-5C8A44CC196C}" dt="2026-08-27T22:05:16.863" v="1492" actId="14100"/>
          <ac:cxnSpMkLst>
            <pc:docMk/>
            <pc:sldMk cId="148829716" sldId="285"/>
            <ac:cxnSpMk id="104" creationId="{D55AF0B4-DCA5-CDD4-51AA-2031C85862FE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5:10.149" v="1491" actId="1076"/>
          <ac:cxnSpMkLst>
            <pc:docMk/>
            <pc:sldMk cId="148829716" sldId="285"/>
            <ac:cxnSpMk id="105" creationId="{34C21673-2580-24E4-95CA-65A4AE92FA55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5:10.149" v="1491" actId="1076"/>
          <ac:cxnSpMkLst>
            <pc:docMk/>
            <pc:sldMk cId="148829716" sldId="285"/>
            <ac:cxnSpMk id="106" creationId="{38A62D3A-B4A5-6495-38F8-ACDC486CC1AD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8:09.960" v="1592" actId="14100"/>
          <ac:cxnSpMkLst>
            <pc:docMk/>
            <pc:sldMk cId="148829716" sldId="285"/>
            <ac:cxnSpMk id="118" creationId="{5C5FE4F4-BF6F-35B2-1497-91638D06BFE7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5:30.196" v="1494" actId="1076"/>
          <ac:cxnSpMkLst>
            <pc:docMk/>
            <pc:sldMk cId="148829716" sldId="285"/>
            <ac:cxnSpMk id="119" creationId="{2652F86C-726E-9943-1BAF-EF7F2AB5EA5A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5:30.196" v="1494" actId="1076"/>
          <ac:cxnSpMkLst>
            <pc:docMk/>
            <pc:sldMk cId="148829716" sldId="285"/>
            <ac:cxnSpMk id="120" creationId="{3E581610-B56D-E9D5-C696-3E4CCA2B2FF5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8:04.102" v="1590" actId="14100"/>
          <ac:cxnSpMkLst>
            <pc:docMk/>
            <pc:sldMk cId="148829716" sldId="285"/>
            <ac:cxnSpMk id="129" creationId="{90D6B64D-CCA5-5824-41CC-DF696A804BAE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7:30.663" v="1523" actId="1076"/>
          <ac:cxnSpMkLst>
            <pc:docMk/>
            <pc:sldMk cId="148829716" sldId="285"/>
            <ac:cxnSpMk id="130" creationId="{0FB96EE6-4E67-750D-4F00-0D0602263B45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7:30.663" v="1523" actId="1076"/>
          <ac:cxnSpMkLst>
            <pc:docMk/>
            <pc:sldMk cId="148829716" sldId="285"/>
            <ac:cxnSpMk id="131" creationId="{62D57FFE-903B-17A4-5510-DE664FC514DA}"/>
          </ac:cxnSpMkLst>
        </pc:cxnChg>
        <pc:cxnChg chg="mod">
          <ac:chgData name="Phan, Tiffany M Capt USAF USAFA AW/ESCS" userId="a0ed988f-3bd3-448a-ab68-f6eca8eadb00" providerId="ADAL" clId="{D74FDB2A-C6F9-423C-9DA7-5C8A44CC196C}" dt="2026-08-27T22:08:00.130" v="1589" actId="14100"/>
          <ac:cxnSpMkLst>
            <pc:docMk/>
            <pc:sldMk cId="148829716" sldId="285"/>
            <ac:cxnSpMk id="133" creationId="{26C67493-D625-A86D-922A-20CBA6DF65BD}"/>
          </ac:cxnSpMkLst>
        </pc:cxnChg>
        <pc:cxnChg chg="mod">
          <ac:chgData name="Phan, Tiffany M Capt USAF USAFA AW/ESCS" userId="a0ed988f-3bd3-448a-ab68-f6eca8eadb00" providerId="ADAL" clId="{D74FDB2A-C6F9-423C-9DA7-5C8A44CC196C}" dt="2026-08-27T22:07:55.277" v="1587" actId="1038"/>
          <ac:cxnSpMkLst>
            <pc:docMk/>
            <pc:sldMk cId="148829716" sldId="285"/>
            <ac:cxnSpMk id="134" creationId="{E8F7C0C2-6C3A-D979-E008-BA0A8894FD7B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7:55.277" v="1587" actId="1038"/>
          <ac:cxnSpMkLst>
            <pc:docMk/>
            <pc:sldMk cId="148829716" sldId="285"/>
            <ac:cxnSpMk id="135" creationId="{A6763395-5352-5123-0F00-30E5F4B793F4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8:46.178" v="1598" actId="14100"/>
          <ac:cxnSpMkLst>
            <pc:docMk/>
            <pc:sldMk cId="148829716" sldId="285"/>
            <ac:cxnSpMk id="145" creationId="{44C25B47-640A-124C-E553-08D99298BDC6}"/>
          </ac:cxnSpMkLst>
        </pc:cxnChg>
        <pc:cxnChg chg="add mod">
          <ac:chgData name="Phan, Tiffany M Capt USAF USAFA AW/ESCS" userId="a0ed988f-3bd3-448a-ab68-f6eca8eadb00" providerId="ADAL" clId="{D74FDB2A-C6F9-423C-9DA7-5C8A44CC196C}" dt="2026-08-27T22:08:43.142" v="1597" actId="1076"/>
          <ac:cxnSpMkLst>
            <pc:docMk/>
            <pc:sldMk cId="148829716" sldId="285"/>
            <ac:cxnSpMk id="146" creationId="{04F38E20-51B0-1E99-0350-0A51DE1973AC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05.2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40 186 3223 0 0,'-5'-2'316'0'0,"1"-1"0"0"0,0 0 0 0 0,0 0 0 0 0,0 0 0 0 0,0-1 0 0 0,-3-3 0 0 0,6 6-127 0 0,0 0 0 0 0,0 0-1 0 0,1 0 1 0 0,-1 0-1 0 0,0-1 1 0 0,1 1 0 0 0,-1 0-1 0 0,1 0 1 0 0,0 0 0 0 0,-1 0-1 0 0,1 0 1 0 0,0-1-1 0 0,0 1 1 0 0,-1 0 0 0 0,1 0-1 0 0,0-1 1 0 0,0 1 0 0 0,0 0-1 0 0,1 0 1 0 0,-1-1-1 0 0,0 1 1 0 0,0 0 0 0 0,1 0-1 0 0,-1 0 1 0 0,1 0 0 0 0,-1-1-1 0 0,1 1 1 0 0,-1 0-1 0 0,1 0 1 0 0,0 0 0 0 0,0-1-1 0 0,17-8 6723 0 0,-17 16-6630 0 0,3 13 256 0 0,10 31 1 0 0,-4-18-418 0 0,-4-11-60 0 0,87 269 1336 0 0,-78-244-1089 0 0,13 61 0 0 0,-19-65-144 0 0,2-1 1 0 0,18 43-1 0 0,-29-83-157 0 0,1 0 0 0 0,-1 0 0 0 0,1 0 0 0 0,-1 0 0 0 0,0 0 0 0 0,1 0 0 0 0,0 0 0 0 0,-1 0 0 0 0,1 0 0 0 0,-1-1 0 0 0,1 1 0 0 0,0 0 0 0 0,0 0 0 0 0,-1-1 0 0 0,1 1 0 0 0,0-1 0 0 0,0 1 0 0 0,0 0 0 0 0,1 0 0 0 0,-1-1-2 0 0,0 0 0 0 0,-1 0 1 0 0,1 0-1 0 0,0-1 0 0 0,-1 1 0 0 0,1 0 0 0 0,0 0 0 0 0,-1 0 1 0 0,1 0-1 0 0,0-1 0 0 0,-1 1 0 0 0,1 0 0 0 0,-1-1 0 0 0,1 1 1 0 0,-1 0-1 0 0,1-1 0 0 0,0 1 0 0 0,-1-1 0 0 0,1 1 0 0 0,-1-1 1 0 0,1 0-1 0 0,2-4 5 0 0,0 1-1 0 0,0-1 1 0 0,0 0 0 0 0,-1 0-1 0 0,3-8 1 0 0,78-231 44 0 0,-76 215-53 0 0,0 0 0 0 0,3-40 0 0 0,-9 64 0 0 0,0 0 0 0 0,1 0 0 0 0,-1 0 0 0 0,1 0 0 0 0,0 0 0 0 0,0 0 0 0 0,0 1 0 0 0,1-1 0 0 0,3-4 0 0 0,-5 8-19 0 0,-1 1 18 0 0,0 0 0 0 0,0 0 0 0 0,1 0-1 0 0,-1 0 1 0 0,0 1 0 0 0,1-1 0 0 0,-1 0-1 0 0,0 0 1 0 0,0 0 0 0 0,1 0-1 0 0,-1 0 1 0 0,0 0 0 0 0,0 1 0 0 0,0-1-1 0 0,1 0 1 0 0,-1 0 0 0 0,0 0-1 0 0,0 1 1 0 0,0-1 0 0 0,1 0 0 0 0,-1 0-1 0 0,0 0 1 0 0,0 1 0 0 0,0-1-1 0 0,0 0 1 0 0,1 1 0 0 0,32 52-11 0 0,-5-7 13 0 0,36 45-1 0 0,-15-21 0 0 0,-25-34 0 0 0,4 7 0 0 0,-19-26 0 0 0,2-1 0 0 0,0 0 0 0 0,0-1 0 0 0,24 23 0 0 0,-35-38 0 0 0,4 3 0 0 0,-1 0 0 0 0,1 0 0 0 0,0 0 0 0 0,0 0 0 0 0,6 3 0 0 0,-8-6 0 0 0,-1 1 0 0 0,0-1 0 0 0,1 0 0 0 0,-1 0 0 0 0,0 1 0 0 0,1-1 0 0 0,-1 0 0 0 0,0 0 0 0 0,1 0 0 0 0,-1 0 0 0 0,0-1 0 0 0,1 1 0 0 0,-1 0 0 0 0,0 0 0 0 0,1-1 0 0 0,-1 1 0 0 0,0-1 0 0 0,1 1 0 0 0,-1-1 0 0 0,0 0 0 0 0,0 1 0 0 0,0-1 0 0 0,2-1 0 0 0,-1 0 0 0 0,0 0 0 0 0,1 0 0 0 0,-1 0 0 0 0,0 0 0 0 0,0-1 0 0 0,0 1 0 0 0,0-1 0 0 0,-1 1 0 0 0,1-1 0 0 0,-1 0 0 0 0,1 0 0 0 0,-1 1 0 0 0,2-7 0 0 0,-2 1 0 0 0,1 0 0 0 0,-1 0 0 0 0,-1-15 0 0 0,0 13 0 0 0,1 0 0 0 0,2-16 0 0 0,12-66 33 0 0,-10 54-13 0 0,42-211-73 0 0,-32 144 53 0 0,-12 75 0 0 0,1 0 0 0 0,10-38 0 0 0,-12 62 0 0 0,0 0 0 0 0,-1 0 0 0 0,0 0 0 0 0,-1-1 0 0 0,1 1 0 0 0,-1 0 0 0 0,-1 0 0 0 0,1 0 0 0 0,-1-1 0 0 0,-1-5 0 0 0,1 9 0 0 0,1 0 0 0 0,0 0 0 0 0,0 0 0 0 0,0 0 0 0 0,0 1 0 0 0,1-5 0 0 0,0-5 0 0 0,-1 12-9 0 0,0 0 0 0 0,0 0-1 0 0,0-1 1 0 0,0 1 0 0 0,0 0-1 0 0,0 0 1 0 0,0 0 0 0 0,0 0-1 0 0,0 0 1 0 0,0-1 0 0 0,0 1-1 0 0,0 0 1 0 0,0 0 0 0 0,0 0 0 0 0,0 0-1 0 0,0 0 1 0 0,0 0 0 0 0,0-1-1 0 0,0 1 1 0 0,0 0 0 0 0,0 0-1 0 0,-1 0 1 0 0,1 0 0 0 0,0 0-1 0 0,0 0 1 0 0,0 0 0 0 0,0-1-1 0 0,0 1 1 0 0,0 0 0 0 0,0 0 0 0 0,-1 0-1 0 0,1 0 1 0 0,0 0 0 0 0,0 0-1 0 0,0 0 1 0 0,0 0 0 0 0,0 0-1 0 0,0 0 1 0 0,-1 0 0 0 0,1 0-1 0 0,0 0 1 0 0,0 0 0 0 0,0 0 0 0 0,0 0-1 0 0,0 0 1 0 0,-1 0 0 0 0,1 0-1 0 0,0 0 1 0 0,0 0 0 0 0,0 0-1 0 0,0 0 1 0 0,0 0 0 0 0,0 0-1 0 0,-1 0 1 0 0,1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09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0 166 4679 0 0,'5'-17'570'0'0,"-1"1"-1"0"0,0-1 0 0 0,-1 0 1 0 0,-1 0-1 0 0,-1-29 0 0 0,6 23 1423 0 0,-7 22-1920 0 0,0 1 1 0 0,0-1 0 0 0,0 1 0 0 0,0-1-1 0 0,1 0 1 0 0,-1 1 0 0 0,0-1 0 0 0,0 1 0 0 0,1-1-1 0 0,-1 1 1 0 0,0-1 0 0 0,1 1 0 0 0,-1-1 0 0 0,1 1-1 0 0,-1-1 1 0 0,1 1 0 0 0,-1 0 0 0 0,1-1-1 0 0,-1 1 1 0 0,1 0 0 0 0,-1-1 0 0 0,1 1 0 0 0,-1 0-1 0 0,1-1 1 0 0,-1 1 0 0 0,1 0 0 0 0,0 0-1 0 0,-1 0 1 0 0,1 0 0 0 0,-1 0 0 0 0,1 0 0 0 0,0 0-1 0 0,-1 0 1 0 0,2 0 0 0 0,-1 0 9 0 0,0 1-1 0 0,0 0 1 0 0,0 0 0 0 0,0 0 0 0 0,-1 0-1 0 0,1 0 1 0 0,0 0 0 0 0,0 0-1 0 0,-1 0 1 0 0,1 0 0 0 0,-1 0 0 0 0,1 0-1 0 0,-1 0 1 0 0,1 0 0 0 0,-1 0-1 0 0,0 1 1 0 0,0-1 0 0 0,1 0 0 0 0,-1 1-1 0 0,1 27 534 0 0,-1-24-468 0 0,-2 45 272 0 0,-17 89 0 0 0,5-40 58 0 0,12-71-198 0 0,2 0 1 0 0,1 0-1 0 0,1 0 1 0 0,11 51-1 0 0,-2-10-8 0 0,-1 41-24 0 0,-6-51 164 0 0,-4-57-394 0 0,0 0 0 0 0,0 1-1 0 0,1-1 1 0 0,-1 1 0 0 0,1-1-1 0 0,0 0 1 0 0,0 1 0 0 0,0-1-1 0 0,0 0 1 0 0,0 0 0 0 0,0 1-1 0 0,0-1 1 0 0,1 0 0 0 0,-1-1 0 0 0,1 1-1 0 0,0 0 1 0 0,2 2 0 0 0,-1-2 13 0 0,-1 0 1 0 0,2 0 0 0 0,-1-1-1 0 0,0 1 1 0 0,0-1 0 0 0,0 0-1 0 0,1 0 1 0 0,-1 0 0 0 0,1 0-1 0 0,5 0 1 0 0,5 0 147 0 0,1-1 0 0 0,-1-1 0 0 0,0 0 0 0 0,25-6 0 0 0,193-48 386 0 0,-183 44-558 0 0,59-22 0 0 0,-101 31-6 0 0,0 0 0 0 0,-1-1 0 0 0,0 0 0 0 0,1-1 0 0 0,-1 1 0 0 0,0-1 0 0 0,6-5 0 0 0,-9 7-967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10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62 1375 0 0,'-6'0'436'0'0,"6"-3"233"0"0,13-4 985 0 0,21-7 235 0 0,3 4-1043 0 0,-1 1 0 0 0,1 2-1 0 0,0 2 1 0 0,58-2-1 0 0,-21 8 1093 0 0,97 12 0 0 0,-170-13-1940 0 0,3 1-344 0 0,0-1 0 0 0,0 1 0 0 0,0-1 0 0 0,0 0 0 0 0,0 0 0 0 0,0 0 1 0 0,0-1-1 0 0,0 1 0 0 0,0-1 0 0 0,0 0 0 0 0,4-2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10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31 119 1823 0 0,'-31'-6'160'0'0,"31"6"-124"0"0,0-1 0 0 0,0 1 0 0 0,0 0 0 0 0,0-1 0 0 0,0 1 0 0 0,1 0 0 0 0,-1-1 0 0 0,0 1 0 0 0,0 0 0 0 0,0-1 0 0 0,0 1-1 0 0,0 0 1 0 0,0 0 0 0 0,1-1 0 0 0,-1 1 0 0 0,0 0 0 0 0,0-1 0 0 0,0 1 0 0 0,1 0 0 0 0,-1 0 0 0 0,0 0 0 0 0,0-1 0 0 0,1 1-1 0 0,-1 0 1 0 0,0 0 0 0 0,0 0 0 0 0,1-1 0 0 0,8-6 1408 0 0,16-6-465 0 0,1 1 1 0 0,1 1 0 0 0,0 2-1 0 0,37-9 1 0 0,-52 15-664 0 0,27-7 242 0 0,1 2 0 0 0,0 2 0 0 0,0 2 0 0 0,0 1 0 0 0,1 2 0 0 0,-1 2 0 0 0,59 9 0 0 0,-62-4-690 0 0,-8-1-861 0 0,0-1 0 0 0,1-2 0 0 0,54-1 0 0 0,-69-3-3303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15.3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16 115 3535 0 0,'-3'-16'779'0'0,"-2"-25"0"0"0,4 25 901 0 0,-5-25 0 0 0,7 54 2719 0 0,-2 18-2613 0 0,1 9-1035 0 0,7 135 1189 0 0,5 235 69 0 0,-12-357-1792 0 0,9 67-1 0 0,-7-98-181 0 0,-2-16-25 0 0,0 1 1 0 0,1-1-1 0 0,3 11 0 0 0,-5-22-154 0 0,2 0-1 0 0,-1 0 1 0 0,1-1-1 0 0,1-7 1 0 0,-1 5-179 0 0,3-28-1477 0 0,-2 14-2503 0 0,-1 1-1173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16.0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0 184 1375 0 0,'23'-8'2526'0'0,"-16"8"-2169"0"0,0 0 0 0 0,0 1 0 0 0,0-1 0 0 0,-1 1 0 0 0,1 1 0 0 0,0-1 0 0 0,-1 1 0 0 0,1 1 0 0 0,-1-1 0 0 0,0 1 0 0 0,1 0 0 0 0,-1 0 0 0 0,-1 1 0 0 0,1 0 0 0 0,0 0 0 0 0,7 8 0 0 0,8 7 498 0 0,-2 2 1 0 0,28 38-1 0 0,-38-48-480 0 0,54 69 1156 0 0,3-2 0 0 0,80 73-1 0 0,-135-141-1442 0 0,104 100 682 0 0,-97-90-616 0 0,-1 0 1 0 0,-1 1 0 0 0,-1 0-1 0 0,13 26 1 0 0,47 106 513 0 0,-74-151-661 0 0,-1 0-1 0 0,1-1 1 0 0,0 1 0 0 0,0 0-1 0 0,1-1 1 0 0,-1 1 0 0 0,0-1-1 0 0,0 1 1 0 0,1-1 0 0 0,-1 0-1 0 0,1 1 1 0 0,-1-1 0 0 0,3 1-1 0 0,-4-2-2 0 0,1 0 0 0 0,-1 0 0 0 0,0 1 0 0 0,1-1 0 0 0,-1 0 0 0 0,1 0 0 0 0,-1 0 0 0 0,0 0 0 0 0,1 0 0 0 0,-1 0-1 0 0,1 0 1 0 0,-1 0 0 0 0,0 0 0 0 0,1-1 0 0 0,-1 1 0 0 0,1 0 0 0 0,-1 0 0 0 0,0 0 0 0 0,1 0 0 0 0,-1 0-1 0 0,0-1 1 0 0,1 1 0 0 0,-1 0 0 0 0,1-1 0 0 0,0 0 1 0 0,0 0-1 0 0,-1 0 1 0 0,1 0-1 0 0,0-1 1 0 0,0 1-1 0 0,-1 0 1 0 0,1 0 0 0 0,-1-1-1 0 0,1 1 1 0 0,0-3-1 0 0,2-14 62 0 0,0 0-1 0 0,-1 0 1 0 0,-1 0 0 0 0,-1 0-1 0 0,-2-20 1 0 0,0-13 24 0 0,-9-241-90 0 0,2 92 0 0 0,-11-30 64 0 0,15 190-98 0 0,0-57-1 0 0,3 90-1597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28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542 114 3223 0 0,'5'-3'404'0'0,"-1"0"0"0"0,0 0 0 0 0,0 0 0 0 0,-1 0 0 0 0,1-1-1 0 0,0 0 1 0 0,-1 1 0 0 0,0-1 0 0 0,0 0 0 0 0,0-1-1 0 0,-1 1 1 0 0,1-1 0 0 0,-1 1 0 0 0,3-8 0 0 0,-5 10-267 0 0,0 1 1 0 0,0 0 0 0 0,0-1 0 0 0,0 1 0 0 0,0 0-1 0 0,0-1 1 0 0,-1 1 0 0 0,1 0 0 0 0,0-1 0 0 0,-1 1-1 0 0,1 0 1 0 0,-1 0 0 0 0,1 0 0 0 0,-1-1 0 0 0,0 1-1 0 0,1 0 1 0 0,-1 0 0 0 0,0 0 0 0 0,0 0 0 0 0,0 0-1 0 0,0 0 1 0 0,1 0 0 0 0,-2 0 0 0 0,1 0 0 0 0,0 1-1 0 0,0-1 1 0 0,0 0 0 0 0,0 1 0 0 0,0-1 0 0 0,-1 1-1 0 0,1-1 1 0 0,0 1 0 0 0,-2-1 0 0 0,-5-1 408 0 0,-1-1 1 0 0,1 2-1 0 0,-16-2 1 0 0,20 2-389 0 0,-28-2 475 0 0,0 2 1 0 0,-1 1-1 0 0,1 1 0 0 0,0 2 1 0 0,-36 8-1 0 0,51-7-606 0 0,0 1 0 0 0,0 2 0 0 0,1-1 0 0 0,0 2 0 0 0,0 0 0 0 0,1 1 0 0 0,0 0-1 0 0,1 2 1 0 0,0-1 0 0 0,0 2 0 0 0,1 0 0 0 0,0 0 0 0 0,-20 28 0 0 0,30-36-29 0 0,1 0 0 0 0,-1 0 0 0 0,1 0 0 0 0,-1 0 0 0 0,1 1 0 0 0,0-1 0 0 0,1 1 0 0 0,-1 0 0 0 0,1-1 0 0 0,0 1 0 0 0,0 0 0 0 0,0 9 1 0 0,1-11-2 0 0,1 1 1 0 0,-1-1-1 0 0,1 1 0 0 0,0-1 1 0 0,0 1-1 0 0,0-1 1 0 0,1 0-1 0 0,-1 0 1 0 0,1 0-1 0 0,-1 0 1 0 0,1 0-1 0 0,0 0 1 0 0,0 0-1 0 0,0 0 1 0 0,1-1-1 0 0,-1 1 1 0 0,1-1-1 0 0,4 4 1 0 0,0-1-13 0 0,1 0 0 0 0,0 0 1 0 0,0-1-1 0 0,0 0 0 0 0,11 3 1 0 0,48 14-28 0 0,-29-11 29 0 0,-9-1 7 0 0,0 2 1 0 0,0 1-1 0 0,45 25 0 0 0,-59-27 42 0 0,-1 0 0 0 0,1 0 0 0 0,-2 2 0 0 0,1 0 0 0 0,-2 0-1 0 0,0 1 1 0 0,20 27 0 0 0,-15-14 231 0 0,-1 0 1 0 0,16 34-1 0 0,-28-50-200 0 0,0-1-1 0 0,-1 0 1 0 0,0 1 0 0 0,0 0 0 0 0,-1-1-1 0 0,0 1 1 0 0,-1 0 0 0 0,0 0 0 0 0,0 0-1 0 0,-3 19 1 0 0,1-24-48 0 0,0 0 0 0 0,-1 0-1 0 0,0 0 1 0 0,0 0-1 0 0,0-1 1 0 0,-1 1 0 0 0,0-1-1 0 0,0 1 1 0 0,0-1 0 0 0,0 0-1 0 0,-1 0 1 0 0,1 0 0 0 0,-1-1-1 0 0,-4 4 1 0 0,-1 0 18 0 0,1-1-1 0 0,-1 0 1 0 0,0 0-1 0 0,0-1 1 0 0,-1-1 0 0 0,-9 5-1 0 0,9-6-25 0 0,0 0-1 0 0,1-1 1 0 0,-1 0-1 0 0,0-1 0 0 0,0 1 1 0 0,0-2-1 0 0,0 0 1 0 0,0 0-1 0 0,0 0 1 0 0,0-2-1 0 0,0 1 1 0 0,-19-6-1 0 0,8 0-5 0 0,1 0-1 0 0,0-1 1 0 0,1-1 0 0 0,-31-20-1 0 0,-68-54 32 0 0,67 45-31 0 0,46 34-27 0 0,1 1-78 0 0,0 1 1 0 0,0-1-1 0 0,1 0 0 0 0,0 0 0 0 0,-1 0 1 0 0,1 0-1 0 0,0-1 0 0 0,-3-4 0 0 0,4 1-588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9:28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1988 56 311 0 0,'2'-13'37'0'0,"-2"12"-6"0"0,0 1-1 0 0,1-1 1 0 0,-1 0 0 0 0,0 0-1 0 0,0 0 1 0 0,1 0 0 0 0,-1 0 0 0 0,0 0-1 0 0,0 0 1 0 0,0 1 0 0 0,0-1-1 0 0,0 0 1 0 0,0 0 0 0 0,-1 0-1 0 0,1 0 1 0 0,0 0 0 0 0,0 0-1 0 0,-1 0 1 0 0,1 1 0 0 0,0-1 0 0 0,-1 0-1 0 0,1 0 1 0 0,-1 0 0 0 0,1 1-1 0 0,-1-1 1 0 0,0 0 0 0 0,1 1-1 0 0,-1-1 1 0 0,0 0 0 0 0,1 1-1 0 0,-1-1 1 0 0,0 1 0 0 0,-1-2-1 0 0,-7-1 196 0 0,0 0-1 0 0,0 1 0 0 0,-1 0 0 0 0,1 0 0 0 0,-1 1 0 0 0,1 0 1 0 0,-1 1-1 0 0,1 0 0 0 0,-15 2 0 0 0,-11 3 534 0 0,-42 11-1 0 0,45-8-495 0 0,-2 1 127 0 0,1 1 0 0 0,-45 21 0 0 0,-59 39 544 0 0,-96 77-108 0 0,188-118-717 0 0,0 1-13 0 0,1 2 0 0 0,2 2 1 0 0,1 2-1 0 0,2 1 0 0 0,-40 49 0 0 0,15-2 73 0 0,-95 166-1 0 0,-21 112-221 0 0,17 68-71 0 0,111-242 79 0 0,46-155 38 0 0,0-1-1 0 0,3 1 1 0 0,0 63 0 0 0,8-58 8 0 0,-5-35 11 0 0,1-1-1 0 0,0 1 1 0 0,0 0-1 0 0,0 0 1 0 0,0 0-1 0 0,1 0 1 0 0,-1-1-1 0 0,1 1 1 0 0,-1-1-1 0 0,4 4 1 0 0,-5-6-9 0 0,0 0 0 0 0,0 0 0 0 0,0 1 0 0 0,0-1 0 0 0,0 0 0 0 0,1 0 0 0 0,-1 0 0 0 0,0 0 0 0 0,0 0 0 0 0,0 0 0 0 0,0 0 0 0 0,0 0 0 0 0,1 0 0 0 0,-1 0 0 0 0,0 0 0 0 0,0 0 0 0 0,0 0 0 0 0,0 0 0 0 0,0 0 0 0 0,1 0 0 0 0,-1 0 1 0 0,0 0-1 0 0,0 0 0 0 0,0 0 0 0 0,0 0 0 0 0,0 0 0 0 0,1 0 0 0 0,-1 0 0 0 0,0 0 0 0 0,0 0 0 0 0,0 0 0 0 0,0 0 0 0 0,0 0 0 0 0,1 0 0 0 0,-1 0 0 0 0,0 0 0 0 0,0 0 0 0 0,0-1 0 0 0,0 1 0 0 0,0 0 0 0 0,0 0 0 0 0,0 0 0 0 0,1 0 0 0 0,-1 0 0 0 0,0 0 0 0 0,0-1 0 0 0,0 1 0 0 0,0 0 1 0 0,0 0-1 0 0,0 0 0 0 0,0-2 40 0 0,1 1 1 0 0,-1 0-1 0 0,0 0 1 0 0,0 0 0 0 0,1 0-1 0 0,-1-1 1 0 0,0 1-1 0 0,0 0 1 0 0,0 0 0 0 0,-1-3-1 0 0,-2-14 29 0 0,-1 0 0 0 0,-1 0 0 0 0,-12-29 0 0 0,-11-6-95 0 0,-64-88-1 0 0,27 44 7 0 0,56 83-4 0 0,0 1 0 0 0,1-1-1 0 0,1 0 1 0 0,0-1 0 0 0,-7-25-1 0 0,14 40 24 0 0,0-1-1 0 0,0 1 1 0 0,-1 0-1 0 0,1 0 1 0 0,0 0-1 0 0,0-1 1 0 0,0 1-1 0 0,0 0 1 0 0,0 0-1 0 0,0-1 1 0 0,0 1-1 0 0,0 0 1 0 0,0 0-1 0 0,0 0 1 0 0,0-1-1 0 0,0 1 1 0 0,0 0-1 0 0,0 0 1 0 0,0-1-1 0 0,0 1 1 0 0,0 0-1 0 0,0 0 1 0 0,0 0-1 0 0,0-1 1 0 0,0 1-1 0 0,1 0 1 0 0,-1 0-1 0 0,0 0 1 0 0,0-1-1 0 0,0 1 1 0 0,0 0-1 0 0,0 0 1 0 0,1 0-1 0 0,-1 0 1 0 0,0-1-1 0 0,8 6-37 0 0,6 13-8 0 0,-2 13 21 0 0,17 66 1 0 0,-12-33 13 0 0,6 6 9 0 0,2-1 0 0 0,4-1 0 0 0,64 113 0 0 0,-91-179 2 0 0,-1 1-1 0 0,1-1 1 0 0,-1 1 0 0 0,1-1-1 0 0,0 0 1 0 0,0 0-1 0 0,0 0 1 0 0,1 0-1 0 0,-1 0 1 0 0,0 0-1 0 0,5 2 1 0 0,-5-4-1 0 0,-1 1 1 0 0,0-1-1 0 0,1 0 0 0 0,-1 1 0 0 0,0-1 1 0 0,1 0-1 0 0,-1 0 0 0 0,0 0 1 0 0,1 0-1 0 0,-1 0 0 0 0,0-1 0 0 0,1 1 1 0 0,-1 0-1 0 0,0-1 0 0 0,1 1 1 0 0,-1-1-1 0 0,0 1 0 0 0,0-1 0 0 0,0 1 1 0 0,1-1-1 0 0,-1 0 0 0 0,0 0 1 0 0,0 1-1 0 0,0-1 0 0 0,0 0 0 0 0,1-2 1 0 0,71-77 405 0 0,-10 9-92 0 0,0 10-283 0 0,117-91 0 0 0,-168 144-69 0 0,-1 1 0 0 0,2 1 0 0 0,-1 0 0 0 0,1 1 0 0 0,0 0-1 0 0,0 0 1 0 0,17-2 0 0 0,-18 4 25 0 0,-3 0-106 0 0,1-1 0 0 0,-1 0 0 0 0,-1 0 1 0 0,14-9-1 0 0,-20 9-1702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9:44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2 3935 0 0,'-2'0'131'0'0,"0"0"-1"0"0,1-1 0 0 0,-1 1 1 0 0,0 0-1 0 0,1-1 0 0 0,-1 1 0 0 0,0 0 1 0 0,0 0-1 0 0,1 0 0 0 0,-1 1 1 0 0,0-1-1 0 0,1 0 0 0 0,-1 1 0 0 0,0-1 1 0 0,1 1-1 0 0,-1-1 0 0 0,0 1 1 0 0,1 0-1 0 0,-1 0 0 0 0,1 0 1 0 0,0 0-1 0 0,-1 0 0 0 0,1 0 0 0 0,-2 2 1 0 0,-2 1 144 0 0,0 1 0 0 0,1 0 0 0 0,-1-1 0 0 0,1 2 0 0 0,-4 5 0 0 0,-7 17 443 0 0,2 1-1 0 0,-17 48 0 0 0,7-15-177 0 0,19-53-494 0 0,-14 36 628 0 0,-16 59 1 0 0,30-88-481 0 0,0 0 0 0 0,2 0 0 0 0,0 0 0 0 0,1 1 0 0 0,0-1 0 0 0,2 1 0 0 0,3 25 0 0 0,1-19-68 0 0,1-1 1 0 0,1 1-1 0 0,0-1 0 0 0,2-1 1 0 0,1 0-1 0 0,0 0 1 0 0,2-1-1 0 0,14 20 0 0 0,-1-7 77 0 0,1 0 0 0 0,2-2 0 0 0,51 45 0 0 0,-47-50-27 0 0,1-2 0 0 0,1-2 0 0 0,0-1 0 0 0,2-2 0 0 0,1-1 0 0 0,41 14 0 0 0,238 61 360 0 0,-105-47-293 0 0,230 18 0 0 0,-184-31-91 0 0,57 6-102 0 0,-211-28 23 0 0,160 11 142 0 0,-235-20-160 0 0,0-2 0 0 0,0-1 0 0 0,0-1 0 0 0,-1-2-1 0 0,1-1 1 0 0,44-13 0 0 0,-71 18-54 0 0,-1 0 0 0 0,1 0 0 0 0,-1 0 0 0 0,1 0 0 0 0,-1 0 0 0 0,0 0 0 0 0,1 0 0 0 0,-1 0 0 0 0,1-1 0 0 0,-1 1 0 0 0,1 0 0 0 0,-1 0 1 0 0,0 0-1 0 0,1-1 0 0 0,-1 1 0 0 0,0 0 0 0 0,1 0 0 0 0,-1-1 0 0 0,0 1 0 0 0,1 0 0 0 0,-1-1 0 0 0,0 1 0 0 0,0-1 0 0 0,1 1 0 0 0,-1 0 0 0 0,0-1 0 0 0,0 1 0 0 0,0-1 0 0 0,1 1 0 0 0,-1 0 0 0 0,0-1 0 0 0,0 1 0 0 0,0-1 0 0 0,0 1 0 0 0,0-1 0 0 0,0 1 0 0 0,0-1 0 0 0,0 1 0 0 0,0-1 0 0 0,-1 0 2 0 0,1 1 1 0 0,-1-1-1 0 0,1 1 1 0 0,-1 0-1 0 0,0-1 0 0 0,1 1 1 0 0,-1-1-1 0 0,0 1 0 0 0,1 0 1 0 0,-1 0-1 0 0,0-1 0 0 0,1 1 1 0 0,-1 0-1 0 0,0 0 0 0 0,1 0 1 0 0,-1 0-1 0 0,0 0 0 0 0,1 0 1 0 0,-1 0-1 0 0,0 0 0 0 0,0 0 1 0 0,1 0-1 0 0,-1 0 0 0 0,0 1 1 0 0,0-1-1 0 0,0 1-3 0 0,0-1 0 0 0,0 0 0 0 0,0 1 0 0 0,-1-1 0 0 0,1 0 0 0 0,0 0 0 0 0,0 0 0 0 0,0 1 0 0 0,0-1 0 0 0,0 0 0 0 0,0 0 0 0 0,-1-1 0 0 0,1 1 0 0 0,0 0 0 0 0,0 0 0 0 0,0-1 0 0 0,0 1 0 0 0,0 0 0 0 0,0-1 0 0 0,0 1 0 0 0,0-1 0 0 0,0 1 0 0 0,0-1 0 0 0,0 0 0 0 0,0 1 0 0 0,0-1 0 0 0,0 0 0 0 0,0 0 0 0 0,1 0 0 0 0,-1 1 0 0 0,0-1 0 0 0,0-2 0 0 0,-17-14 41 0 0,0 0 0 0 0,-1 1 0 0 0,-1 2 0 0 0,0-1 0 0 0,-30-14 0 0 0,27 18-35 0 0,17 9 41 0 0,1 0 1 0 0,0 0-1 0 0,1-1 1 0 0,-1 1-1 0 0,0-1 1 0 0,-6-6-1 0 0,11 9-43 0 0,-1-1 0 0 0,1 1-1 0 0,0 0 1 0 0,-1 0-1 0 0,1-1 1 0 0,0 1 0 0 0,-1 0-1 0 0,1-1 1 0 0,0 1 0 0 0,0-1-1 0 0,0 1 1 0 0,-1 0 0 0 0,1-1-1 0 0,0 1 1 0 0,0-1 0 0 0,0 1-1 0 0,0 0 1 0 0,0-1 0 0 0,0 1-1 0 0,0-1 1 0 0,0 1 0 0 0,0-1-1 0 0,0 1 1 0 0,0 0 0 0 0,0-1-1 0 0,0 1 1 0 0,0-1 0 0 0,0 1-1 0 0,0 0 1 0 0,0-1 0 0 0,0 1-1 0 0,1-1 1 0 0,-1 1 0 0 0,0 0-1 0 0,0-1 1 0 0,0 1 0 0 0,1-1-1 0 0,-1 1 1 0 0,0 0 0 0 0,1 0-1 0 0,-1-1 1 0 0,1 0-4 0 0,0 1-1 0 0,-1 0 1 0 0,1-1-1 0 0,0 1 1 0 0,0 0 0 0 0,-1-1-1 0 0,1 1 1 0 0,0 0-1 0 0,0 0 1 0 0,-1 0 0 0 0,1 0-1 0 0,0-1 1 0 0,0 1-1 0 0,-1 0 1 0 0,1 1-1 0 0,0-1 1 0 0,0 0 0 0 0,-1 0-1 0 0,1 0 1 0 0,0 0-1 0 0,0 0 1 0 0,-1 1 0 0 0,2 0-1 0 0,31 18-4 0 0,-1 2-1 0 0,-1 2 1 0 0,31 29-1 0 0,75 88-52 0 0,-134-137 56 0 0,0 0 0 0 0,0 1-1 0 0,-1-1 1 0 0,1 1 0 0 0,-1-1 0 0 0,0 1 0 0 0,0 0-1 0 0,0 0 1 0 0,-1 0 0 0 0,0 0 0 0 0,2 5-1 0 0,-3-7 33 0 0,0 0 0 0 0,0 0 0 0 0,0 0 0 0 0,0 0 0 0 0,0 0 0 0 0,-1 0 0 0 0,1-1 0 0 0,0 1 0 0 0,-1 0 0 0 0,0 0 0 0 0,1 0 0 0 0,-1 0 0 0 0,0 0 0 0 0,0-1 0 0 0,0 1 0 0 0,0 0 0 0 0,0-1 0 0 0,0 1 1 0 0,-1-1-1 0 0,1 1 0 0 0,-1-1 0 0 0,1 1 0 0 0,-1-1 0 0 0,1 0 0 0 0,-4 2 0 0 0,-8 4 56 0 0,0-1 0 0 0,0-1 1 0 0,-1 1-1 0 0,1-2 1 0 0,-1 0-1 0 0,0-1 1 0 0,-16 2-1 0 0,-35 9 72 0 0,38-5-527 0 0,11-4 724 0 0,-25 6 0 0 0,36-10-1637 0 0,0-1 0 0 0,-1 1 0 0 0,0-1 1 0 0,-9-1-1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0:01.1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539 3696 1839 0 0,'-6'4'146'0'0,"-1"0"0"0"0,0 0-1 0 0,0 0 1 0 0,0-1-1 0 0,0 0 1 0 0,0-1-1 0 0,-1 1 1 0 0,1-2-1 0 0,-1 1 1 0 0,0-1 0 0 0,0 0-1 0 0,1 0 1 0 0,-1-1-1 0 0,0 0 1 0 0,0 0-1 0 0,0-1 1 0 0,-14-4-1 0 0,3 1 185 0 0,1-1 0 0 0,0-1 0 0 0,0 0 0 0 0,0-2 0 0 0,1 0-1 0 0,0-1 1 0 0,1 0 0 0 0,0-1 0 0 0,0-1 0 0 0,1-1 0 0 0,1 0 0 0 0,-19-21-1 0 0,20 20-140 0 0,0-1-1 0 0,1-1 0 0 0,0 0 1 0 0,1 0-1 0 0,1-1 0 0 0,1-1 1 0 0,0 0-1 0 0,1 0 0 0 0,0-1 1 0 0,2 0-1 0 0,-8-32 0 0 0,0-39-141 0 0,4 0 0 0 0,3-1 1 0 0,9-143-1 0 0,50-268-4 0 0,-35 395-61 0 0,5 0 0 0 0,4 2 0 0 0,72-186 0 0 0,-65 216 8 0 0,3 2-1 0 0,69-103 0 0 0,-37 79-5 0 0,89-97 0 0 0,-63 96-16 0 0,185-149 0 0 0,-216 199-1 0 0,89-52-1 0 0,75-27-47 0 0,73-3 26 0 0,-222 99 50 0 0,37-14-3 0 0,2 6 0 0 0,182-34 0 0 0,-210 57 4 0 0,1 4-1 0 0,1 5 0 0 0,-1 3 0 0 0,98 9 0 0 0,-166-4 5 0 0,112 7 0 0 0,-107-8 0 0 0,1-2 0 0 0,48-7 0 0 0,-73 7 0 0 0,-1 1 1 0 0,0 0 0 0 0,0-1-1 0 0,0 1 1 0 0,0 0 0 0 0,0-1 0 0 0,-1 1-1 0 0,1-1 1 0 0,0 0 0 0 0,0 0 0 0 0,-1 1 0 0 0,1-1-1 0 0,0 0 1 0 0,2-3 0 0 0,-4 4 3 0 0,0-1 0 0 0,0 1 0 0 0,0-1 0 0 0,0 1 1 0 0,0 0-1 0 0,0-1 0 0 0,0 1 0 0 0,0-1 0 0 0,-1 1 0 0 0,1-1 0 0 0,0 1 0 0 0,0 0 0 0 0,0-1 0 0 0,-1 1 1 0 0,1 0-1 0 0,0-1 0 0 0,-1 1 0 0 0,1 0 0 0 0,0-1 0 0 0,-1 1 0 0 0,1 0 0 0 0,0-1 0 0 0,-1 1 1 0 0,1 0-1 0 0,0 0 0 0 0,-1 0 0 0 0,0-1 0 0 0,-13-6 75 0 0,11 6-62 0 0,-16-5 263 0 0,0 0 1 0 0,0 1 0 0 0,-33-4-1 0 0,-12-3 72 0 0,-393-73 800 0 0,450 84-1078 0 0,-26-5 144 0 0,31 5-204 0 0,0 1-1 0 0,0-1 0 0 0,0 1 1 0 0,0-1-1 0 0,0 0 0 0 0,0 0 1 0 0,0 0-1 0 0,0 0 0 0 0,0-1 1 0 0,1 1-1 0 0,-4-3 0 0 0,5 4-12 0 0,0 0-1 0 0,0 0 0 0 0,0 0 0 0 0,0-1 1 0 0,-1 1-1 0 0,1 0 0 0 0,0 0 0 0 0,0 0 1 0 0,0 0-1 0 0,0-1 0 0 0,0 1 1 0 0,0 0-1 0 0,0 0 0 0 0,0 0 0 0 0,0 0 1 0 0,0-1-1 0 0,0 1 0 0 0,0 0 0 0 0,0 0 1 0 0,0 0-1 0 0,0 0 0 0 0,0-1 0 0 0,0 1 1 0 0,0 0-1 0 0,0 0 0 0 0,0 0 1 0 0,1 0-1 0 0,-1-1 0 0 0,0 1 0 0 0,0 0 1 0 0,0 0-1 0 0,0 0 0 0 0,0 0 0 0 0,0 0 1 0 0,0 0-1 0 0,1-1 0 0 0,-1 1 1 0 0,9-5 3 0 0,9 1-60 0 0,-5 2 38 0 0,-1 1-1 0 0,1 1 1 0 0,0 0-1 0 0,0 0 1 0 0,22 5 0 0 0,62 19-95 0 0,-34-2 88 0 0,-1 2 0 0 0,65 35-1 0 0,-119-55 20 0 0,0 0 0 0 0,-1 1 1 0 0,1 0-1 0 0,-1 1 0 0 0,0 0 0 0 0,7 7 0 0 0,-13-12 26 0 0,1 1 0 0 0,-1-1 1 0 0,0 0-1 0 0,0 1 0 0 0,1-1 0 0 0,-1 1 0 0 0,0 0 0 0 0,-1-1 1 0 0,1 1-1 0 0,0 0 0 0 0,0-1 0 0 0,-1 1 0 0 0,1 0 1 0 0,-1 0-1 0 0,0 0 0 0 0,1-1 0 0 0,-1 1 0 0 0,0 0 0 0 0,0 0 1 0 0,0 0-1 0 0,0 0 0 0 0,0 0 0 0 0,-1 0 0 0 0,1-1 1 0 0,-1 1-1 0 0,1 0 0 0 0,-1 0 0 0 0,1-1 0 0 0,-1 1 1 0 0,0 0-1 0 0,0-1 0 0 0,0 1 0 0 0,0 0 0 0 0,0-1 0 0 0,-3 3 1 0 0,-8 8 428 0 0,-2 0 0 0 0,-28 20 1 0 0,26-21-435 0 0,-30 27 0 0 0,-20 36-1748 0 0,52-57-3350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0:04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2067 1038 455 0 0,'-2'0'29'0'0,"1"0"0"0"0,-1 0 0 0 0,1 0 0 0 0,-1-1 0 0 0,1 1 0 0 0,-1 0 0 0 0,1-1 0 0 0,-1 1 0 0 0,1-1 0 0 0,-1 1 0 0 0,1-1 0 0 0,-1 0 0 0 0,1 0 0 0 0,0 1 0 0 0,-1-1 0 0 0,1 0 0 0 0,0 0 0 0 0,0 0 0 0 0,-2-2 0 0 0,2 1 4 0 0,-1-1 1 0 0,1 1-1 0 0,0 0 0 0 0,0-1 1 0 0,0 1-1 0 0,0-1 0 0 0,0 0 0 0 0,0 1 1 0 0,1-1-1 0 0,-1-3 0 0 0,0-6 58 0 0,1 0 0 0 0,0 0 0 0 0,1 1 0 0 0,2-13 0 0 0,-3 21-65 0 0,0 1 7 0 0,3-12 181 0 0,-1 0-1 0 0,-1 0 1 0 0,0 0-1 0 0,-1-1 1 0 0,-1 1 0 0 0,-4-27-1 0 0,0 21 5 0 0,0 0 1 0 0,-2 0-1 0 0,0 1 0 0 0,-2 0 0 0 0,0 0 1 0 0,-1 1-1 0 0,0 0 0 0 0,-2 1 0 0 0,0 0 1 0 0,-1 1-1 0 0,-1 0 0 0 0,-30-27 0 0 0,-45-34 1121 0 0,-4 4 0 0 0,-178-107-1 0 0,225 155-1081 0 0,-2 1 0 0 0,0 3 0 0 0,-2 2 0 0 0,0 2 0 0 0,-1 2 0 0 0,0 2 0 0 0,-1 3-1 0 0,-72-5 1 0 0,63 11 47 0 0,-90 6 0 0 0,129 0-184 0 0,2 1 0 0 0,-1 1 0 0 0,0 1 0 0 0,1 0 1 0 0,0 2-1 0 0,0 0 0 0 0,0 2 0 0 0,-19 10 1 0 0,-8 9-16 0 0,1 2 0 0 0,2 2 0 0 0,-54 51 0 0 0,73-62-125 0 0,0-1 1 0 0,-1-1 0 0 0,-53 29-1 0 0,78-47 19 0 0,-1 0 1 0 0,0-1-1 0 0,1 1 0 0 0,-1 0 0 0 0,0-1 1 0 0,1 1-1 0 0,-1-1 0 0 0,0 1 0 0 0,0-1 0 0 0,1 0 1 0 0,-1 0-1 0 0,0 1 0 0 0,0-2 0 0 0,0 1 0 0 0,1 0 1 0 0,-1 0-1 0 0,0 0 0 0 0,0-1 0 0 0,-1 0 0 0 0,2 1 0 0 0,0-1-1 0 0,1 1 0 0 0,-1 0 0 0 0,1-1 0 0 0,-1 1 0 0 0,1-1 0 0 0,-1 1 0 0 0,1-1 1 0 0,-1 1-1 0 0,1-1 0 0 0,-1 1 0 0 0,1-1 0 0 0,0 0 0 0 0,-1 1 0 0 0,1-1 0 0 0,0 0 0 0 0,0 1 1 0 0,0-1-1 0 0,-1-1 0 0 0,1 1 0 0 0,0-1 0 0 0,0 0 0 0 0,0 1 0 0 0,0-1 0 0 0,0 0 0 0 0,1 1 0 0 0,-1-1 0 0 0,0 0 0 0 0,1 1 0 0 0,-1-1 0 0 0,2-1 0 0 0,94-198-193 0 0,-85 181 166 0 0,1 1 0 0 0,1 1-1 0 0,0 0 1 0 0,2 1 0 0 0,25-24-1 0 0,-40 41 30 0 0,16-13 0 0 0,-15 13 0 0 0,-1-1 0 0 0,1 1 0 0 0,-1 0 0 0 0,1-1 0 0 0,0 1 0 0 0,-1 0 0 0 0,1-1 0 0 0,-1 1 0 0 0,1 0 0 0 0,0 0 0 0 0,-1-1 0 0 0,1 1 0 0 0,0 0 0 0 0,-1 0 0 0 0,1 0 0 0 0,0 0 0 0 0,-1 0 0 0 0,1 0 0 0 0,0 0 0 0 0,-1 0 0 0 0,1 0 0 0 0,0 0 0 0 0,-1 0 0 0 0,1 1 0 0 0,1-1 0 0 0,-2 2 0 0 0,0 0 0 0 0,0-1 0 0 0,0 1 0 0 0,-1 0 0 0 0,1-1 0 0 0,0 1 0 0 0,-1-1 0 0 0,1 1 0 0 0,-1 0 0 0 0,1-1 0 0 0,-2 3 0 0 0,2-4 0 0 0,-100 207 126 0 0,73-161-79 0 0,-2-1 0 0 0,-44 53 0 0 0,57-82-10 0 0,-9 11 74 0 0,24-25-93 0 0,-1 0 0 0 0,1 0 0 0 0,0 0 0 0 0,-1 0 0 0 0,1 0 0 0 0,0 1 0 0 0,0-1 0 0 0,0 0 0 0 0,1 1 1 0 0,-2 4-1 0 0,2-5-11 0 0,0 1 1 0 0,1-1 0 0 0,-1 1 0 0 0,1-1 0 0 0,0 1 0 0 0,-1-1 0 0 0,1 1 0 0 0,0-1 0 0 0,0 0-1 0 0,0 0 1 0 0,1 1 0 0 0,-1-1 0 0 0,1 0 0 0 0,-1 0 0 0 0,1 0 0 0 0,-1 0 0 0 0,1-1 0 0 0,3 3-1 0 0,2 2 6 0 0,-1-1 0 0 0,2 1-1 0 0,14 7 1 0 0,-13-9-12 0 0,1 0 1 0 0,0 0-1 0 0,-1-1 1 0 0,1-1-1 0 0,0 1 1 0 0,0-2-1 0 0,0 1 1 0 0,1-1 0 0 0,15-1-1 0 0,7-2-15 0 0,52-11-1 0 0,-45 6-33 0 0,-13 5-165 0 0,-14 3 10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0:32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5957 540 3055 0 0,'0'1'18'0'0,"0"-1"0"0"0,-1 1 0 0 0,1 0 0 0 0,0-1 0 0 0,-1 1 0 0 0,1-1 0 0 0,0 1 0 0 0,-1-1 0 0 0,1 1 0 0 0,-1-1 0 0 0,1 1 0 0 0,-1-1 0 0 0,1 0 0 0 0,-1 1 0 0 0,1-1 0 0 0,-1 0 0 0 0,0 1 0 0 0,1-1 0 0 0,-1 0 0 0 0,1 0 0 0 0,-1 1 0 0 0,0-1 0 0 0,1 0 0 0 0,-1 0 0 0 0,0 0 0 0 0,1 0 0 0 0,-1 0 0 0 0,0 0 0 0 0,1 0 0 0 0,-1 0 0 0 0,0 0 0 0 0,-24-7 324 0 0,17 4-53 0 0,-7 1 262 0 0,1 1 0 0 0,0 0 0 0 0,-25 1 1 0 0,-5 1 208 0 0,-121-22 1739 0 0,67 7-1466 0 0,-213-40 1655 0 0,82 21-1427 0 0,-3 19-311 0 0,-27-1-49 0 0,-275-54 537 0 0,406 50-1352 0 0,-247-23-12 0 0,166 21 22 0 0,-101-21 610 0 0,-22-2-287 0 0,267 37-406 0 0,-210-19 27 0 0,-141-8-40 0 0,-7 17 160 0 0,198 12-88 0 0,-195 7-94 0 0,-48 75-52 0 0,347-53 74 0 0,120-23-7 0 0,-1-1-1 0 0,1 0 0 0 0,0 0 0 0 0,-1 0 1 0 0,1-1-1 0 0,-1 1 0 0 0,1 0 1 0 0,-1 0-1 0 0,1-1 0 0 0,0 1 1 0 0,-1-1-1 0 0,1 0 0 0 0,0 1 0 0 0,0-1 1 0 0,-1 0-1 0 0,-1-1 0 0 0,-15-6 11 0 0,-5 3-1155 0 0,25 3 1088 0 0,1-2 67 0 0,-1 1-50 0 0,0 1-1 0 0,-1-1 1 0 0,1 1-1 0 0,-1-1 1 0 0,1 0 0 0 0,-1 1-1 0 0,0-1 1 0 0,1-4-1 0 0,-1 3-38 0 0,1-1-1 0 0,-1 1 0 0 0,1-1 1 0 0,0 1-1 0 0,0 0 0 0 0,1 0 1 0 0,-1 0-1 0 0,1 0 1 0 0,6-7-1 0 0,-6 8-23 0 0,0-1-1 0 0,0 1 1 0 0,0-1-1 0 0,-1 0 1 0 0,1 0-1 0 0,-1 0 1 0 0,0 0-1 0 0,0-1 1 0 0,2-7 0 0 0,-4 11 105 0 0,0 0 1 0 0,0 0 0 0 0,0 1 0 0 0,0-1 0 0 0,0 0 0 0 0,0 0 0 0 0,-1 1-1 0 0,1-1 1 0 0,0 0 0 0 0,0 0 0 0 0,0 1 0 0 0,-1-1 0 0 0,0-1 0 0 0,1 2 4 0 0,0 0 0 0 0,0 0 0 0 0,0 0 0 0 0,0 0 0 0 0,0 0 1 0 0,0 0-1 0 0,0 0 0 0 0,0 0 0 0 0,0 0 0 0 0,-1 0 0 0 0,1 0 1 0 0,0-1-1 0 0,0 1 0 0 0,0 0 0 0 0,0 0 0 0 0,0 0 0 0 0,0 0 1 0 0,0 0-1 0 0,0 0 0 0 0,0 0 0 0 0,0 0 0 0 0,-1 0 0 0 0,1 0 1 0 0,0 0-1 0 0,0 0 0 0 0,0 0 0 0 0,0 0 0 0 0,0 0 1 0 0,0 0-1 0 0,0 0 0 0 0,0 1 0 0 0,0-1 0 0 0,-1 0 0 0 0,1 0 1 0 0,0 0-1 0 0,0 0 0 0 0,0 0 0 0 0,0 0 0 0 0,0 0 0 0 0,0 0 1 0 0,0 0-1 0 0,0 0 0 0 0,0 0 0 0 0,0 0 0 0 0,0 1 0 0 0,-4 9-3 0 0,2-3 14 0 0,-1 0 0 0 0,1 0 0 0 0,-1-1 0 0 0,-1 0-1 0 0,1 1 1 0 0,-1-1 0 0 0,0-1 0 0 0,-6 9 0 0 0,-46 44 290 0 0,26-28-212 0 0,7-8-29 0 0,15-15-34 0 0,0 1 1 0 0,-13 15-1 0 0,21-23-25 0 0,0 0 1 0 0,0 1 0 0 0,-1-1-1 0 0,1 0 1 0 0,0 1-1 0 0,0-1 1 0 0,0 0-1 0 0,0 1 1 0 0,-1-1-1 0 0,1 1 1 0 0,0-1-1 0 0,0 0 1 0 0,0 1-1 0 0,0-1 1 0 0,0 1-1 0 0,0-1 1 0 0,0 0-1 0 0,0 1 1 0 0,0-1-1 0 0,0 1 1 0 0,0-1 0 0 0,0 0-1 0 0,0 1 1 0 0,1-1-1 0 0,-1 0 1 0 0,0 1-1 0 0,0 0 1 0 0,11 7 17 0 0,22 2-53 0 0,-27-9 6 0 0,-2 0 22 0 0,14 4 8 0 0,0 0 0 0 0,24 11 0 0 0,-37-13-13 0 0,0-1 1 0 0,0 1-1 0 0,0 0 0 0 0,0 1 1 0 0,0-1-1 0 0,-1 1 0 0 0,0 0 1 0 0,0 0-1 0 0,0 0 0 0 0,0 1 1 0 0,-1-1-1 0 0,4 7 0 0 0,6 10-1287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0:42.7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1766 397 1375 0 0,'-1'1'92'0'0,"0"0"-1"0"0,0 0 1 0 0,1 0-1 0 0,-1-1 1 0 0,0 1-1 0 0,0 0 1 0 0,0-1-1 0 0,0 1 1 0 0,0 0-1 0 0,0-1 1 0 0,0 1-1 0 0,0-1 1 0 0,0 0-1 0 0,0 1 1 0 0,0-1-1 0 0,0 0 1 0 0,0 1-1 0 0,-1-1 1 0 0,1 0-1 0 0,0 0 1 0 0,0 0-1 0 0,0 0 1 0 0,-2 0-1 0 0,2-1 19 0 0,-1 0 0 0 0,1 0-1 0 0,0 0 1 0 0,0 0-1 0 0,-1 0 1 0 0,1 0 0 0 0,0 0-1 0 0,0 0 1 0 0,0 0 0 0 0,0 0-1 0 0,0-1 1 0 0,0 1 0 0 0,0 0-1 0 0,0-1 1 0 0,1 1 0 0 0,-2-3-1 0 0,-5-10 309 0 0,0 1-1 0 0,-1 1 0 0 0,-1 0 0 0 0,0 0 1 0 0,-1 0-1 0 0,0 1 0 0 0,-14-12 0 0 0,-4-1 400 0 0,-55-35-1 0 0,50 40-452 0 0,0 1 0 0 0,-1 2 1 0 0,-1 1-1 0 0,-1 2 0 0 0,-62-15 0 0 0,-192-18 620 0 0,243 41-788 0 0,0 2-1 0 0,0 3 1 0 0,-1 1 0 0 0,1 3-1 0 0,-80 15 1 0 0,97-10-104 0 0,0 1 0 0 0,1 2 1 0 0,1 0-1 0 0,-1 2 1 0 0,-30 21-1 0 0,38-22-98 0 0,-68 39-52 0 0,-36 22-94 0 0,118-70 147 0 0,5-3-2 0 0,-1 1-1 0 0,0 0 0 0 0,0-1 0 0 0,0 0 1 0 0,0 1-1 0 0,0-1 0 0 0,-6 1 1 0 0,10-3-7 0 0,-1-1 0 0 0,0 1 0 0 0,1-1 0 0 0,-1 1 1 0 0,0-1-1 0 0,1 1 0 0 0,0 0 0 0 0,-1-1 0 0 0,1 1 0 0 0,1-2 1 0 0,14-22 37 0 0,2-4-365 0 0,18-35 1 0 0,-32 55 105 0 0,0-1 1 0 0,0 0 0 0 0,-1 0 0 0 0,0-1 0 0 0,-1 1-1 0 0,0-1 1 0 0,0-20 0 0 0,-4-33-409 0 0,2 64 643 0 0,-6 5 75 0 0,-22 31-34 0 0,2 1 0 0 0,2 0 0 0 0,-28 57 1 0 0,2-2 28 0 0,47-87-52 0 0,-6 11 11 0 0,-9 20-1 0 0,16-33-27 0 0,1 1 0 0 0,-1 0 0 0 0,1 0-1 0 0,0 0 1 0 0,0 0 0 0 0,0 0 0 0 0,1 0 0 0 0,-1 0 0 0 0,1 0-1 0 0,0 1 1 0 0,1 5 0 0 0,0-7 0 0 0,0-1 0 0 0,0 0 1 0 0,0 0-1 0 0,0 0 0 0 0,0 0 0 0 0,1 0 0 0 0,-1 0 1 0 0,1 0-1 0 0,0 0 0 0 0,-1 0 0 0 0,1-1 1 0 0,0 1-1 0 0,0-1 0 0 0,0 1 0 0 0,0-1 0 0 0,0 0 1 0 0,1 0-1 0 0,-1 0 0 0 0,0 0 0 0 0,0 0 0 0 0,4 0 1 0 0,4 2 0 0 0,0 0 1 0 0,0-1 0 0 0,16 1-1 0 0,116-5-45 0 0,-3 1-15 0 0,-125 1 34 0 0,15 3-859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0:48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25 2447 0 0,'0'-6'216'0'0,"0"2"-216"0"0,0 2 0 0 0,0 1 0 0 0,0 0 0 0 0,0 0 0 0 0,-1-3 0 0 0,0-1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0:52.2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554 1577 2303 0 0,'-7'1'63'0'0,"1"-1"0"0"0,-1 2 0 0 0,0-1 0 0 0,1 1 0 0 0,-12 4-1 0 0,13-4 107 0 0,0 0-1 0 0,0 0 0 0 0,0-1 0 0 0,0 0 1 0 0,0 0-1 0 0,0 0 0 0 0,0 0 0 0 0,0-1 1 0 0,0 0-1 0 0,-1 0 0 0 0,-5-1 0 0 0,-2-3 244 0 0,12 4-364 0 0,0-1 0 0 0,-1 0 0 0 0,1 1 0 0 0,0-1 0 0 0,-1 1 0 0 0,1 0 0 0 0,0-1 0 0 0,-1 1 0 0 0,1 0 0 0 0,0 0 0 0 0,-1 0 0 0 0,1 0 0 0 0,-1 0 0 0 0,1 0 0 0 0,0 1 0 0 0,-1-1 0 0 0,1 0 0 0 0,-1 1 0 0 0,1-1 0 0 0,0 1 0 0 0,0-1 0 0 0,-1 1 0 0 0,1-1 0 0 0,0 1 0 0 0,-2 1 0 0 0,-34 31 844 0 0,2 2-1 0 0,-57 72 0 0 0,43-48-326 0 0,32-37-445 0 0,1 0 0 0 0,1 1 0 0 0,1 1-1 0 0,0 0 1 0 0,2 0 0 0 0,-13 42 0 0 0,9-14 123 0 0,2 0 1 0 0,-8 74-1 0 0,18-95-110 0 0,1 0-1 0 0,2 1 0 0 0,1 0 0 0 0,2-1 0 0 0,7 46 0 0 0,-3-51-94 0 0,0-1 0 0 0,1 0 0 0 0,2 0 0 0 0,0-1 0 0 0,2 0 0 0 0,1-1-1 0 0,14 22 1 0 0,26 33 151 0 0,4-3 0 0 0,2-2 0 0 0,4-3 0 0 0,116 102-1 0 0,-65-67 286 0 0,0 2 236 0 0,-91-90-612 0 0,1-1 0 0 0,0-1 0 0 0,1-1 0 0 0,0 0 0 0 0,38 13 0 0 0,136 36 106 0 0,-132-46-14 0 0,1-3 0 0 0,96 9 0 0 0,100 13 323 0 0,-17-2-201 0 0,-87-25 67 0 0,-70-5-102 0 0,122 21 0 0 0,-149-14-106 0 0,1-3 0 0 0,-1-3-1 0 0,1-3 1 0 0,0-2 0 0 0,81-11-1 0 0,363-55 22 0 0,-392 50-128 0 0,82-10 80 0 0,42 1 88 0 0,220-27 107 0 0,-114-17 2 0 0,-287 51-290 0 0,-1-2 0 0 0,0-2-1 0 0,-2-3 1 0 0,-1-2 0 0 0,-1-3-1 0 0,-1-2 1 0 0,52-42 0 0 0,56-54 18 0 0,175-184 0 0 0,-289 262-69 0 0,65-91 0 0 0,25-66 0 0 0,-54 79 0 0 0,-38 57 0 0 0,59-130 0 0 0,14-87 0 0 0,-76 181 0 0 0,-10 23 0 0 0,-4-1 0 0 0,-4-1 0 0 0,12-91 0 0 0,31-125-69 0 0,-15 77 76 0 0,-38 155-17 0 0,4-89 0 0 0,-15-25 9 0 0,-4 149-18 0 0,-2 1 0 0 0,-1 0-1 0 0,-13-44 1 0 0,18 75 18 0 0,-1 0 0 0 0,-1 0 0 0 0,1 0 0 0 0,0 0 0 0 0,-1 0-1 0 0,1 0 1 0 0,-1 0 0 0 0,0 1 0 0 0,0-1 0 0 0,0 1 0 0 0,0-1 0 0 0,0 1-1 0 0,-1 0 1 0 0,-3-3 0 0 0,4 3-1 0 0,0 1 0 0 0,0 1 0 0 0,0-1 0 0 0,0 0 0 0 0,-1 0-1 0 0,1 1 1 0 0,0-1 0 0 0,0 1 0 0 0,0 0 0 0 0,-1 0 0 0 0,1 0 0 0 0,0 0-1 0 0,0 0 1 0 0,-1 0 0 0 0,1 0 0 0 0,0 1 0 0 0,0-1 0 0 0,0 1 0 0 0,-1 0-1 0 0,1 0 1 0 0,-3 1 0 0 0,-3 2 3 0 0,1 0-1 0 0,0 1 0 0 0,1 0 1 0 0,-1 0-1 0 0,1 0 0 0 0,0 1 1 0 0,-10 12-1 0 0,-33 51-20 0 0,31-42-27 0 0,-62 105-25 0 0,78-128 67 0 0,3-3-10 0 0,9-9-29 0 0,12-14-20 0 0,55-80 64 0 0,-56 71 0 0 0,2 2 0 0 0,38-41 0 0 0,-58 67 0 0 0,0-1 0 0 0,1 2 0 0 0,0-1 0 0 0,-1 0 0 0 0,1 1 0 0 0,0 0 0 0 0,0 0 0 0 0,1 0 0 0 0,-1 0 0 0 0,0 1 0 0 0,1-1 0 0 0,-1 1 0 0 0,0 0 0 0 0,1 1 0 0 0,0-1 0 0 0,-1 1 0 0 0,1 0 0 0 0,-1 0 0 0 0,9 1 0 0 0,-6 0 0 0 0,0 1 0 0 0,0 0 0 0 0,0 1 0 0 0,0 0 0 0 0,0 0 0 0 0,0 0 0 0 0,-1 1 0 0 0,1 0 0 0 0,-1 0 0 0 0,0 0 0 0 0,7 8 0 0 0,2 1-41 0 0,0 2 66 0 0,2-1 1 0 0,21 15-1 0 0,-32-25-116 0 0,1 0 1 0 0,0-1 0 0 0,0 0 0 0 0,0 0-1 0 0,1 0 1 0 0,-1-1 0 0 0,1 0 0 0 0,-1-1-1 0 0,15 2 1 0 0,10-4-2451 0 0,-15 0-3506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2:03.4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984 4111 919 0 0,'-2'3'79'0'0,"0"-1"-1"0"0,0 0 0 0 0,0 0 0 0 0,0 0 0 0 0,-1 0 0 0 0,1 0 0 0 0,-1-1 0 0 0,1 1 0 0 0,-1-1 0 0 0,1 1 0 0 0,-1-1 0 0 0,0 0 0 0 0,0 0 0 0 0,1 0 0 0 0,-1 0 0 0 0,0-1 0 0 0,0 1 0 0 0,0-1 0 0 0,-5 1 0 0 0,-6-1 108 0 0,1-1 1 0 0,0 0-1 0 0,-15-3 0 0 0,15 2-128 0 0,-35-7 384 0 0,0-2-1 0 0,0-1 0 0 0,2-3 0 0 0,-50-22 0 0 0,65 21-241 0 0,0-1 1 0 0,1-1-1 0 0,1-2 1 0 0,1 0-1 0 0,-29-28 0 0 0,16 8-156 0 0,2-1 0 0 0,-48-64 0 0 0,64 71-15 0 0,1 0-1 0 0,2-2 1 0 0,1 0-1 0 0,2-2 1 0 0,2 1-1 0 0,1-2 1 0 0,-16-78-1 0 0,19 57 18 0 0,3 0 0 0 0,2 0-1 0 0,3 0 1 0 0,9-107-1 0 0,7 70-30 0 0,3 1 0 0 0,5 1 0 0 0,5 1 0 0 0,36-91 0 0 0,26-13-59 0 0,15 7 7 0 0,-80 149 35 0 0,50-83-70 0 0,5 4 0 0 0,146-175 0 0 0,-159 219 72 0 0,3 4 0 0 0,119-100 0 0 0,-95 102 43 0 0,3 4 0 0 0,163-86-1 0 0,43 16-41 0 0,8 17-8 0 0,-254 99 3 0 0,47-18-37 0 0,406-160 16 0 0,-273 116 21 0 0,-152 56 12 0 0,-54 18-2 0 0,-10 3 20 0 0,0 0 0 0 0,30-16 0 0 0,-48 21 33 0 0,0 1-1 0 0,0-1 1 0 0,0 0 0 0 0,0 0-1 0 0,0 0 1 0 0,0 1-1 0 0,0-1 1 0 0,0 0-1 0 0,-1 0 1 0 0,1 0-1 0 0,0 0 1 0 0,-1 0-1 0 0,1-1 1 0 0,-1 1-1 0 0,1 0 1 0 0,-1 0 0 0 0,1 0-1 0 0,-1 0 1 0 0,0-1-1 0 0,1 1 1 0 0,-1 0-1 0 0,0 0 1 0 0,0-1-1 0 0,0 1 1 0 0,0 0-1 0 0,0 0 1 0 0,0-1 0 0 0,-1 1-1 0 0,1-1 1 0 0,-1 0-25 0 0,1 0 1 0 0,-1 0-1 0 0,0 0 1 0 0,0 0-1 0 0,1 0 1 0 0,-1 0-1 0 0,-1 0 1 0 0,1 1-1 0 0,0-1 1 0 0,0 0-1 0 0,-1 1 1 0 0,1-1-1 0 0,0 1 1 0 0,-1 0-1 0 0,0-1 1 0 0,-2-1-1 0 0,-12-3 163 0 0,1 0 1 0 0,-1 1-1 0 0,1 1 1 0 0,-1 0-1 0 0,-1 1 0 0 0,-19 0 1 0 0,-7-3-236 0 0,15 1 79 0 0,-8-1 4 0 0,-49-3 1 0 0,75 9 108 0 0,-1 0 0 0 0,0 1-1 0 0,1 0 1 0 0,-1 0 0 0 0,1 1-1 0 0,0 1 1 0 0,-1-1 0 0 0,1 2 0 0 0,-12 5-1 0 0,22-9-151 0 0,0 0-1 0 0,0 0 1 0 0,0 0-1 0 0,0 0 0 0 0,0 0 1 0 0,-1 0-1 0 0,1 0 1 0 0,0 0-1 0 0,0 0 1 0 0,0 0-1 0 0,0 0 0 0 0,0 0 1 0 0,0 0-1 0 0,0 0 1 0 0,-1 0-1 0 0,1 0 1 0 0,0 0-1 0 0,0 0 0 0 0,0 0 1 0 0,0 0-1 0 0,0 0 1 0 0,0 0-1 0 0,0 0 0 0 0,0 1 1 0 0,0-1-1 0 0,0 0 1 0 0,0 0-1 0 0,0 0 1 0 0,-1 0-1 0 0,1 0 0 0 0,0 0 1 0 0,0 0-1 0 0,0 0 1 0 0,0 1-1 0 0,0-1 1 0 0,0 0-1 0 0,0 0 0 0 0,0 0 1 0 0,0 0-1 0 0,0 0 1 0 0,0 0-1 0 0,0 0 0 0 0,0 1 1 0 0,0-1-1 0 0,0 0 1 0 0,0 0-1 0 0,0 0 1 0 0,0 0-1 0 0,0 0 0 0 0,0 0 1 0 0,1 0-1 0 0,-1 1 1 0 0,7 1 9 0 0,12-1-91 0 0,130-15-35 0 0,-14 2-9 0 0,-101 10 72 0 0,66 6 0 0 0,-94-3 45 0 0,1-1-1 0 0,-1 2 0 0 0,0-1 1 0 0,0 1-1 0 0,0 0 0 0 0,0 0 1 0 0,0 0-1 0 0,-1 1 0 0 0,6 3 1 0 0,-9-4 9 0 0,0-1 0 0 0,0 0 0 0 0,-1 1 0 0 0,1-1 0 0 0,-1 1 0 0 0,1 0 0 0 0,-1-1 0 0 0,1 1 0 0 0,-1 0 0 0 0,0 0 0 0 0,0 0 0 0 0,0 0 0 0 0,0 0 0 0 0,-1 0 0 0 0,1 0 0 0 0,0 0 0 0 0,-1 1 0 0 0,1-1 0 0 0,-1 0 0 0 0,0 0 0 0 0,0 0 0 0 0,0 1 0 0 0,0-1 0 0 0,0 0 0 0 0,0 0 0 0 0,-1 0 0 0 0,1 1 0 0 0,-2 2 0 0 0,-2 6 11 0 0,0-1 1 0 0,0 0-1 0 0,-1 0 0 0 0,0 0 1 0 0,-1-1-1 0 0,0 0 1 0 0,-1 0-1 0 0,-12 13 1 0 0,-9 6 440 0 0,-33 25 1 0 0,40-35-87 0 0,-105 81-389 0 0,110-86-258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2:08.1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1469 707 1375 0 0,'-5'-2'160'0'0,"0"0"-1"0"0,0 0 0 0 0,-10-1 0 0 0,11 2 174 0 0,0 0 0 0 0,-1 0 0 0 0,1 0-1 0 0,0 0 1 0 0,-7-4 0 0 0,10 4-324 0 0,0 0 0 0 0,-1 0 0 0 0,1 0 0 0 0,0 0 0 0 0,0 0 0 0 0,0 0 0 0 0,0 0-1 0 0,0 0 1 0 0,0-1 0 0 0,1 1 0 0 0,-1 0 0 0 0,0 0 0 0 0,1-1 0 0 0,-1 1 0 0 0,1-1-1 0 0,-1 1 1 0 0,1 0 0 0 0,-1-1 0 0 0,1 1 0 0 0,0-1 0 0 0,0-1 0 0 0,-2-12 264 0 0,0-1 0 0 0,-1 1 0 0 0,-1 1 0 0 0,0-1 0 0 0,-1 1 0 0 0,-10-22 0 0 0,-5-2 1343 0 0,-27-37 1 0 0,18 35-1010 0 0,-1 2-1 0 0,-2 1 1 0 0,-2 1 0 0 0,-1 2 0 0 0,-43-31 0 0 0,52 45-424 0 0,0 2 0 0 0,-1 1-1 0 0,-1 1 1 0 0,0 1 0 0 0,-1 1 0 0 0,-1 2 0 0 0,-57-16 0 0 0,61 23-192 0 0,0 2 0 0 0,-1 0 1 0 0,1 1-1 0 0,-1 2 1 0 0,0 1-1 0 0,0 1 1 0 0,-26 5-1 0 0,-10 6-35 0 0,-108 37-1 0 0,128-34 29 0 0,0 2 0 0 0,1 1 0 0 0,1 3 0 0 0,-64 44 0 0 0,97-61-35 0 0,-6 5-433 0 0,14-12 219 0 0,9-8 103 0 0,2-3 24 0 0,-1-1 1 0 0,-1 0 0 0 0,0-1-1 0 0,0 0 1 0 0,-2 0 0 0 0,0-1-1 0 0,-1 0 1 0 0,0 0 0 0 0,5-24-1 0 0,-9 34 140 0 0,0 0-1 0 0,0-1 1 0 0,6-9 0 0 0,-7 14-8 0 0,0 0 1 0 0,0 0 0 0 0,0 0 0 0 0,1 0 0 0 0,-1 1-1 0 0,1-1 1 0 0,-1 0 0 0 0,1 1 0 0 0,0-1-1 0 0,0 1 1 0 0,-1-1 0 0 0,1 1 0 0 0,0 0 0 0 0,2-1-1 0 0,-4 3-3 0 0,0 1 0 0 0,0 0 0 0 0,-1-1 0 0 0,1 1 0 0 0,-1 0 0 0 0,0-1 0 0 0,1 1 0 0 0,-1-1 0 0 0,-2 3 0 0 0,-30 43-231 0 0,-21 31 143 0 0,49-68 145 0 0,-1 0 0 0 0,1 1-1 0 0,1-1 1 0 0,0 1 0 0 0,1 0-1 0 0,-3 11 1 0 0,5-19-42 0 0,1 0-1 0 0,-1 0 1 0 0,1-1-1 0 0,0 1 1 0 0,0 0-1 0 0,0 0 1 0 0,0-1-1 0 0,1 1 1 0 0,-1 0 0 0 0,1 0-1 0 0,-1-1 1 0 0,1 1-1 0 0,0 0 1 0 0,0-1-1 0 0,0 1 1 0 0,1-1-1 0 0,-1 1 1 0 0,0-1-1 0 0,1 0 1 0 0,0 0 0 0 0,3 4-1 0 0,-2-3 2 0 0,1-1 0 0 0,0 1 0 0 0,-1-1 0 0 0,1 1 0 0 0,0-1 0 0 0,1-1 0 0 0,-1 1-1 0 0,0-1 1 0 0,0 1 0 0 0,1-1 0 0 0,-1 0 0 0 0,9 0 0 0 0,63 2 680 0 0,-50-4-2464 0 0,34 5-1 0 0,-33 1-2105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2:22.8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0 709 455 0 0,'4'-3'123'0'0,"0"0"0"0"0,0 0-1 0 0,1 0 1 0 0,-1 1 0 0 0,1 0-1 0 0,8 3 3347 0 0,-13-1-3376 0 0,0 12 1037 0 0,0-9-1262 0 0,0 1 246 0 0,1 1 0 0 0,-1-1 0 0 0,1 0 0 0 0,0 0 0 0 0,1 0 0 0 0,-1 1 0 0 0,1-1 0 0 0,0 0-1 0 0,0-1 1 0 0,3 6 0 0 0,5 7 338 0 0,15 15 0 0 0,-11-14-65 0 0,1 3-125 0 0,2 0 0 0 0,1-2 0 0 0,0 0 0 0 0,2-1 0 0 0,-1 0 0 0 0,2-2-1 0 0,0-1 1 0 0,1 0 0 0 0,37 16 0 0 0,293 135 1423 0 0,-331-155-1572 0 0,30 15 179 0 0,94 32-1 0 0,-91-43-131 0 0,1-2-1 0 0,99 9 0 0 0,114-13-21 0 0,103-32 128 0 0,-323 19-206 0 0,544-83 141 0 0,-562 82-192 0 0,167-35-8 0 0,-30 5-12 0 0,34-14-27 0 0,-40 8 22 0 0,201-54 63 0 0,-172 43-30 0 0,118-33 287 0 0,-247 70-304 0 0,231-58 0 0 0,-81 20 0 0 0,-69 16 0 0 0,268-80-69 0 0,-47 13 10 0 0,-71 32 59 0 0,-173 48-73 0 0,23-6 5 0 0,309-67-392 0 0,-396 87 445 0 0,119-29-49 0 0,-161 33 81 0 0,-13 7-15 0 0,0-1-1 0 0,1 1 1 0 0,-1 0 0 0 0,0 0-1 0 0,0-1 1 0 0,0 1 0 0 0,0 0-1 0 0,1-1 1 0 0,-1 1 0 0 0,0 0-1 0 0,0 0 1 0 0,0-1 0 0 0,0 1-1 0 0,0 0 1 0 0,0-1 0 0 0,0 1-1 0 0,0 0 1 0 0,0-1 0 0 0,0 1-1 0 0,0 0 1 0 0,0-1 0 0 0,0 1-1 0 0,0 0 1 0 0,-1-1 0 0 0,0-1 11 0 0,0 0 1 0 0,-1 0 0 0 0,0 0 0 0 0,1 0-1 0 0,-1 0 1 0 0,0 0 0 0 0,-4-2 0 0 0,4 2-7 0 0,0 1 0 0 0,0-1 0 0 0,1 1 0 0 0,-1-1 0 0 0,0 0 0 0 0,1 0 0 0 0,-1 0 0 0 0,-2-4 0 0 0,4 6-4 0 0,0-1-1 0 0,-1 0 0 0 0,1 1 0 0 0,-1-1 0 0 0,1 1 1 0 0,-1-1-1 0 0,0 1 0 0 0,1-1 0 0 0,-1 1 0 0 0,1-1 1 0 0,-1 1-1 0 0,0 0 0 0 0,0-1 0 0 0,1 1 1 0 0,-1 0-1 0 0,0-1 0 0 0,1 1 0 0 0,-1 0 0 0 0,0 0 1 0 0,0 0-1 0 0,0 0 0 0 0,1 0 0 0 0,-1 0 0 0 0,0 0 1 0 0,0 0-1 0 0,1 0 0 0 0,-2 0 0 0 0,-27 5 100 0 0,20-3-76 0 0,-20 0 51 0 0,0-1 1 0 0,0-1 0 0 0,0-1 0 0 0,0-2-1 0 0,-34-7 1 0 0,-10-8 11 0 0,-10-1 48 0 0,70 16 7 0 0,0 2-1 0 0,0 0 1 0 0,0 0 0 0 0,-19 3-1 0 0,32-2-141 0 0,0 0 0 0 0,0 0 0 0 0,0 0-1 0 0,0 0 1 0 0,0 0 0 0 0,0 0 0 0 0,0 0 0 0 0,0 0-1 0 0,0 0 1 0 0,0 0 0 0 0,0 0 0 0 0,0 0 0 0 0,0 0-1 0 0,0 0 1 0 0,0 0 0 0 0,0 0 0 0 0,0 0-1 0 0,0 0 1 0 0,0 0 0 0 0,0 0 0 0 0,0 0 0 0 0,0 0-1 0 0,0 1 1 0 0,0-1 0 0 0,0 0 0 0 0,0 0 0 0 0,0 0-1 0 0,0 0 1 0 0,0 0 0 0 0,0 0 0 0 0,-1 0 0 0 0,1 0-1 0 0,0 0 1 0 0,0 0 0 0 0,0 0 0 0 0,0 0 0 0 0,0 0-1 0 0,0 0 1 0 0,0 0 0 0 0,0 0 0 0 0,8 2-12 0 0,13 0-60 0 0,37-3 12 0 0,61 2-188 0 0,-98 1 207 0 0,0 0 1 0 0,0 1 0 0 0,32 10-1 0 0,-49-12 39 0 0,0 0 0 0 0,0 1 0 0 0,0 0 0 0 0,-1 0 0 0 0,1 0 0 0 0,0 0 0 0 0,-1 0 0 0 0,0 1 0 0 0,1-1 0 0 0,3 6 0 0 0,-6-7 0 0 0,0 0 0 0 0,0 1 0 0 0,0-1 0 0 0,0 1 0 0 0,0-1 0 0 0,0 1 0 0 0,0 0 0 0 0,-1-1 0 0 0,1 1 0 0 0,-1 0 0 0 0,1-1 0 0 0,-1 1 0 0 0,0 0 0 0 0,1 0 0 0 0,-1-1 0 0 0,0 1 0 0 0,0 0 0 0 0,0 0 0 0 0,-1 0 0 0 0,1-1 0 0 0,0 1 0 0 0,-1 0 0 0 0,1-1 0 0 0,-1 1 0 0 0,1 0 0 0 0,-2 2 0 0 0,-6 9 81 0 0,0-1 0 0 0,-1-1 0 0 0,-1 1-1 0 0,0-1 1 0 0,-19 17 0 0 0,6-6 17 0 0,-19 17 23 0 0,-60 44-1 0 0,101-82-124 0 0,0-1-1 0 0,0 1 0 0 0,1-1 0 0 0,-1 0 1 0 0,1 1-1 0 0,-1 0 0 0 0,1-1 1 0 0,-1 1-1 0 0,0-1 0 0 0,1 1 1 0 0,0 0-1 0 0,-1-1 0 0 0,1 1 0 0 0,-1 0 1 0 0,1-1-1 0 0,0 1 0 0 0,0 0 1 0 0,-1 0-1 0 0,1-1 0 0 0,0 1 1 0 0,0 0-1 0 0,0 0 0 0 0,0-1 0 0 0,0 1 1 0 0,0 0-1 0 0,0 0 0 0 0,0 0 1 0 0,0-1-1 0 0,0 1 0 0 0,0 0 1 0 0,0 0-1 0 0,1-1 0 0 0,-1 1 0 0 0,0 0 1 0 0,1 0-1 0 0,-1-1 0 0 0,0 1 1 0 0,2 1-1 0 0,10 6-3576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2:27.8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310 1 2015 0 0,'-20'0'159'0'0,"6"1"-34"0"0,18 0 29 0 0,-1 1 0 0 0,0 0 0 0 0,-1-1 0 0 0,1 2-1 0 0,0-1 1 0 0,0 0 0 0 0,3 4 0 0 0,-3-2-23 0 0,14 11 51 0 0,-1 2 0 0 0,-1 0 0 0 0,0 1 0 0 0,-2 0-1 0 0,0 1 1 0 0,-1 0 0 0 0,-1 1 0 0 0,0 1 0 0 0,7 23 0 0 0,-8-15-100 0 0,-1 0 1 0 0,-2 1-1 0 0,-1 1 0 0 0,-2-1 0 0 0,0 1 0 0 0,-2 38 0 0 0,-4-27 78 0 0,-1 1 0 0 0,-3-1 0 0 0,-1 0 0 0 0,-2-1 0 0 0,-2 0 0 0 0,-2 0 0 0 0,-2-1 0 0 0,-30 60 0 0 0,45-99-158 0 0,-1 1 0 0 0,0-1 0 0 0,1 0 0 0 0,-1 0 0 0 0,0 1 0 0 0,0-1 0 0 0,0 0 0 0 0,1 0-1 0 0,-1 0 1 0 0,0 0 0 0 0,-1 0 0 0 0,1 0 0 0 0,0 0 0 0 0,0 0 0 0 0,0 0 0 0 0,0 0 0 0 0,-1-1-1 0 0,-1 2 1 0 0,1-2 0 0 0,1 0 0 0 0,-1 0 0 0 0,1-1 0 0 0,0 1-1 0 0,-1 0 1 0 0,1 0 0 0 0,-1-1 0 0 0,1 1 0 0 0,0-1-1 0 0,-1 1 1 0 0,1-1 0 0 0,0 0 0 0 0,0 0 0 0 0,0 1-1 0 0,-1-1 1 0 0,1 0 0 0 0,0 0 0 0 0,0 0 0 0 0,-1-1-1 0 0,-29-25 10 0 0,-2 1 0 0 0,-35-21-1 0 0,-76-37 22 0 0,132 78 9 0 0,8 5-6 0 0,1-1 0 0 0,-1 1 0 0 0,1-1 0 0 0,0 0 0 0 0,0 0 0 0 0,0 0 0 0 0,0 0 0 0 0,0 0 0 0 0,1-1 0 0 0,-1 1 0 0 0,1-1 0 0 0,-3-3 0 0 0,5 6-33 0 0,-1-1-1 0 0,1 1 0 0 0,0-1 1 0 0,0 1-1 0 0,0 0 0 0 0,0-1 1 0 0,0 1-1 0 0,0-1 0 0 0,-1 1 1 0 0,1 0-1 0 0,0-1 0 0 0,0 1 1 0 0,1-1-1 0 0,-1 1 1 0 0,0-1-1 0 0,0 1 0 0 0,0 0 1 0 0,0-1-1 0 0,0 1 0 0 0,0-1 1 0 0,0 1-1 0 0,1 0 0 0 0,-1-1 1 0 0,0 1-1 0 0,0-1 0 0 0,1 1 1 0 0,-1 0-1 0 0,0-1 0 0 0,1 1 1 0 0,0-1 2 0 0,0 0 0 0 0,1 0 0 0 0,-1 1 0 0 0,0-1 1 0 0,0 0-1 0 0,1 1 0 0 0,-1 0 0 0 0,1-1 0 0 0,1 1 0 0 0,2-1 8 0 0,1 0-1 0 0,0 1 1 0 0,9 0-1 0 0,-8 1-9 0 0,1 1-1 0 0,-1 0 0 0 0,0 0 0 0 0,0 1 1 0 0,0-1-1 0 0,0 1 0 0 0,0 1 0 0 0,-1 0 1 0 0,1 0-1 0 0,8 7 0 0 0,6 6 19 0 0,28 31 0 0 0,-29-27-3 0 0,50 61 305 0 0,-13-13 127 0 0,-57-68-434 0 0,1 0 0 0 0,0-1 0 0 0,-1 1 0 0 0,1 0 1 0 0,-1-1-1 0 0,1 1 0 0 0,0-1 0 0 0,-1 1 0 0 0,1-1 0 0 0,0 1 1 0 0,0-1-1 0 0,-1 1 0 0 0,1-1 0 0 0,0 0 0 0 0,0 0 0 0 0,0 1 1 0 0,-1-1-1 0 0,1 0 0 0 0,0 0 0 0 0,0 0 0 0 0,0 0 0 0 0,0 0 1 0 0,0 0-1 0 0,-1 0 0 0 0,1 0 0 0 0,0 0 0 0 0,0 0 0 0 0,0 0 1 0 0,0-1-1 0 0,-1 1 0 0 0,1 0 0 0 0,0-1 0 0 0,0 1 0 0 0,0 0 1 0 0,-1-1-1 0 0,1 1 0 0 0,0-1 0 0 0,-1 1 0 0 0,1-1 0 0 0,0 0 1 0 0,-1 1-1 0 0,1-1 0 0 0,0 0 0 0 0,3-5 163 0 0,0 0 0 0 0,0 0 0 0 0,-1 0-1 0 0,5-10 1 0 0,-1 3 103 0 0,6-11-150 0 0,1 1-1 0 0,1 1 1 0 0,1 1 0 0 0,1 0-1 0 0,0 1 1 0 0,22-18 0 0 0,-2 6-1115 0 0,-17 17-2922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0:19.3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854 2084 2759 0 0,'14'14'280'0'0,"-14"-14"-244"0"0,0 0 0 0 0,0 1 1 0 0,1-1-1 0 0,-1 0 0 0 0,0 0 0 0 0,0 0 0 0 0,0 0 0 0 0,1 1 0 0 0,-1-1 0 0 0,0 0 0 0 0,0 0 0 0 0,0 1 0 0 0,0-1 0 0 0,1 0 0 0 0,-1 0 0 0 0,0 0 0 0 0,0 1 0 0 0,0-1 0 0 0,0 0 0 0 0,0 1 0 0 0,0-1 0 0 0,0 0 0 0 0,0 0 0 0 0,0 1 0 0 0,0-1 0 0 0,0 0 0 0 0,0 0 0 0 0,0 1 0 0 0,0-1 0 0 0,0 0 0 0 0,0 1 0 0 0,0-1 0 0 0,0 0 0 0 0,0 0 0 0 0,0 1 0 0 0,0-1 0 0 0,-1 0 0 0 0,1 0 0 0 0,0 1 0 0 0,-13 7 1127 0 0,-18 1 297 0 0,21-7-1228 0 0,0-1 0 0 0,-1 0 0 0 0,1-1 0 0 0,-1 0 0 0 0,0 0 0 0 0,1-1 0 0 0,-1 0 0 0 0,-15-5 0 0 0,11 1-18 0 0,0 0 0 0 0,1-1 0 0 0,-1-1 0 0 0,-25-17 0 0 0,9 5 68 0 0,-4-1-33 0 0,2-3 0 0 0,0-1-1 0 0,-50-46 1 0 0,61 45-204 0 0,1 0 1 0 0,-26-42-1 0 0,-28-60-236 0 0,22 34 102 0 0,50 90 88 0 0,-84-150-81 0 0,71 120 61 0 0,1 0 0 0 0,-19-65-1 0 0,26 72 21 0 0,2-1 0 0 0,1-1 0 0 0,1 1 0 0 0,1-1-1 0 0,1 1 1 0 0,2-1 0 0 0,0 0 0 0 0,6-32 0 0 0,2 22-16 0 0,1 1 1 0 0,2-1-1 0 0,2 2 1 0 0,1 0-1 0 0,23-41 1 0 0,3 6-25 0 0,70-93-1 0 0,-63 100 26 0 0,3 3 0 0 0,3 1 0 0 0,77-67 0 0 0,-66 75 19 0 0,25-23-66 0 0,-81 68 52 0 0,-5 5 11 0 0,0 0 0 0 0,-1 0 0 0 0,1-1 0 0 0,-1 1 0 0 0,1-1 0 0 0,-1 0 0 0 0,0 0-1 0 0,2-3 1 0 0,-4 6 0 0 0,0-1 0 0 0,0 1 0 0 0,0-1 0 0 0,0 1 0 0 0,0 0 0 0 0,0-1 0 0 0,0 1 0 0 0,-1-1 0 0 0,1 1 0 0 0,0-1 0 0 0,0 1 0 0 0,0 0 0 0 0,0-1 0 0 0,-1 1 0 0 0,1-1 0 0 0,0 1 0 0 0,0 0 0 0 0,-1-1 0 0 0,1 1 0 0 0,0 0 0 0 0,0-1 0 0 0,-1 1 0 0 0,1 0 0 0 0,0 0 0 0 0,-1-1 0 0 0,1 1 0 0 0,0 0 0 0 0,-1 0 0 0 0,1 0 0 0 0,-1-1 0 0 0,1 1 0 0 0,0 0 0 0 0,-1 0 0 0 0,1 0 0 0 0,-1 0 0 0 0,1 0 0 0 0,-1 0-1 0 0,1 0 1 0 0,0 0 0 0 0,-1 0 0 0 0,0 0 0 0 0,-19-1 12 0 0,7 3 153 0 0,0 1 0 0 0,0 0 0 0 0,0 1 0 0 0,0 0 0 0 0,-23 13 1 0 0,9-6-96 0 0,-216 79 138 0 0,213-79-162 0 0,-43 21-1 0 0,23-9 19 0 0,96-58-107 0 0,-9 13 10 0 0,2 0 0 0 0,55-21-1 0 0,-69 34 18 0 0,1 0-1 0 0,0 2 0 0 0,0 1 1 0 0,0 1-1 0 0,31-2 0 0 0,-52 7 17 0 0,1 0 0 0 0,-1 0 0 0 0,1 0 0 0 0,-1 1 0 0 0,1-1 0 0 0,-1 1 0 0 0,0 1 0 0 0,6 1 0 0 0,-9-2 0 0 0,0-1 0 0 0,0 1 0 0 0,-1 0 0 0 0,1 0 0 0 0,0 0 0 0 0,-1 1 0 0 0,1-1 0 0 0,-1 0 0 0 0,0 0 0 0 0,1 1 0 0 0,-1-1 0 0 0,0 1 0 0 0,0-1 0 0 0,0 1 0 0 0,0 0 0 0 0,0-1 0 0 0,0 1 0 0 0,0 0 0 0 0,0 0 0 0 0,-1 0 0 0 0,1-1 0 0 0,-1 1 0 0 0,1 0 0 0 0,-1 0 0 0 0,0 4 0 0 0,0 13 141 0 0,-2 1 0 0 0,0-1 0 0 0,-1 0-1 0 0,-1 0 1 0 0,-9 26 0 0 0,6-24-16 0 0,2 2 1 0 0,0-1-1 0 0,-2 31 1 0 0,9-33-1663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0:22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1691 37 3647 0 0,'-1'-1'24'0'0,"1"-1"0"0"0,-1 1-1 0 0,0-1 1 0 0,1 1-1 0 0,-1-1 1 0 0,0 1-1 0 0,0 0 1 0 0,0-1 0 0 0,0 1-1 0 0,0 0 1 0 0,0 0-1 0 0,0 0 1 0 0,0 0 0 0 0,-1 0-1 0 0,1 0 1 0 0,0 0-1 0 0,-1 0 1 0 0,-2-1-1 0 0,-19-3-9 0 0,17 3-7 0 0,0 0 0 0 0,0 1 0 0 0,0 0 1 0 0,-1 0-1 0 0,1 1 0 0 0,-13 0 0 0 0,6 2 225 0 0,0 0-1 0 0,-17 7 0 0 0,18-6-77 0 0,0 0 0 0 0,0 0 0 0 0,-18 1 0 0 0,2-4 49 0 0,0-1 1 0 0,-43-8-1 0 0,51 5-44 0 0,-1 1 0 0 0,0 1 0 0 0,-1 1 0 0 0,1 1 1 0 0,0 1-1 0 0,-21 3 0 0 0,9 4 110 0 0,0 1 0 0 0,1 1 0 0 0,1 1 0 0 0,0 2 0 0 0,-48 28 0 0 0,60-29-144 0 0,1 2-1 0 0,0 0 1 0 0,-27 28-1 0 0,-42 57 415 0 0,72-81-520 0 0,-43 52 26 0 0,-30 33 205 0 0,-85 131-1 0 0,137-177-194 0 0,3 3 0 0 0,2 0 0 0 0,-28 82-1 0 0,45-101-25 0 0,2 1 0 0 0,2 0-1 0 0,2 0 1 0 0,1 1 0 0 0,2 0 0 0 0,2 55-1 0 0,3 105-39 0 0,0-98 0 0 0,0-85-13 0 0,1-1 1 0 0,0 0-1 0 0,2 0 1 0 0,4 19-1 0 0,-4-30-36 0 0,-4-13 51 0 0,-4-12 14 0 0,0 6 29 0 0,-2 0-1 0 0,-12-19 1 0 0,2 5 1 0 0,5 9-43 0 0,0-1 0 0 0,-1 2 0 0 0,0 0 0 0 0,-2 1 0 0 0,1 0 0 0 0,-2 1 0 0 0,0 1 0 0 0,-18-11 0 0 0,24 13 13 0 0,10 5-13 0 0,7 5-42 0 0,-6 0 49 0 0,0 0 1 0 0,1 0-1 0 0,-1 1 1 0 0,0-1-1 0 0,0 0 0 0 0,0 1 1 0 0,0-1-1 0 0,0 1 1 0 0,0-1-1 0 0,0 1 1 0 0,-1-1-1 0 0,1 1 0 0 0,0 0 1 0 0,0 0-1 0 0,0-1 1 0 0,0 2-1 0 0,2 1 0 0 0,3 3 1 0 0,1 0 0 0 0,-1 1 0 0 0,-1-1 0 0 0,1 1 0 0 0,-1 1 0 0 0,8 15 0 0 0,3 3 12 0 0,-7-13 36 0 0,0 0-1 0 0,2 0 1 0 0,-1-1 0 0 0,1-1-1 0 0,18 15 1 0 0,-25-23-28 0 0,0 0 0 0 0,1 0 0 0 0,-1 0 0 0 0,1-1 0 0 0,0 0 0 0 0,0 0 1 0 0,0 0-1 0 0,0-1 0 0 0,5 2 0 0 0,-6-3 1 0 0,-1 0-1 0 0,1 1 1 0 0,-1-2-1 0 0,1 1 1 0 0,-1 0 0 0 0,1-1-1 0 0,-1 1 1 0 0,0-1 0 0 0,1 0-1 0 0,-1 0 1 0 0,0 0-1 0 0,1-1 1 0 0,-1 1 0 0 0,6-4-1 0 0,-7 3 15 0 0,1 0 0 0 0,-1 0 0 0 0,1-1 1 0 0,-1 1-1 0 0,0 0 0 0 0,0-1 0 0 0,0 0 0 0 0,0 1 0 0 0,0-1 0 0 0,-1 0 0 0 0,2-4 0 0 0,11-37 105 0 0,-3 11-42 0 0,2 3-460 0 0,2 0 0 0 0,1 1 0 0 0,1 1 0 0 0,1 0 0 0 0,30-32 0 0 0,-30 37-3261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1:33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5352 461 863 0 0,'1'-4'108'0'0,"-1"-1"-1"0"0,1 1 1 0 0,0-1-1 0 0,0 1 0 0 0,1-1 1 0 0,-1 1-1 0 0,5-8 0 0 0,-4 8 73 0 0,0 0-1 0 0,-1 0 0 0 0,1 0 0 0 0,-1 0 0 0 0,1-1 0 0 0,-1 1 0 0 0,-1 0 0 0 0,1-1 0 0 0,0-6 0 0 0,-3-1 159 0 0,0 1 0 0 0,0-1 0 0 0,-1 0 0 0 0,0 1 0 0 0,-1 0 0 0 0,-1-1 0 0 0,0 2 0 0 0,0-1 0 0 0,-1 0 0 0 0,-10-13 0 0 0,1 4 246 0 0,-1 0 0 0 0,-1 1-1 0 0,-36-31 1 0 0,36 37-452 0 0,-1 1 0 0 0,0 0 0 0 0,0 1 0 0 0,-1 1 0 0 0,-1 1 0 0 0,0 1-1 0 0,0 0 1 0 0,0 2 0 0 0,-1 0 0 0 0,-27-3 0 0 0,-22 0-121 0 0,-126 0 0 0 0,157 8 35 0 0,-9 2 91 0 0,-1 2 1 0 0,-53 10-1 0 0,-95 28-36 0 0,164-34-108 0 0,-557 155-81 0 0,247-36 88 0 0,221-73 56 0 0,-186 88 198 0 0,192-86-102 0 0,-31 17 66 0 0,-357 178-255 0 0,233-130 26 0 0,125-54 11 0 0,-163 80 0 0 0,-328 232-16 0 0,491-286-8 0 0,-74 52-24 0 0,179-111 108 0 0,26-20-83 0 0,0-1 1 0 0,-1 0-1 0 0,0-1 1 0 0,-27 14-1 0 0,37-23-36 0 0,0 0 0 0 0,0-1 1 0 0,0 1-1 0 0,0-1 0 0 0,-1-1 0 0 0,1 1 0 0 0,0-1 1 0 0,-1 0-1 0 0,1 0 0 0 0,0-1 0 0 0,0 0 1 0 0,-1 0-1 0 0,1 0 0 0 0,0-1 0 0 0,0 0 0 0 0,0 0 1 0 0,0 0-1 0 0,-8-6 0 0 0,7 5-79 0 0,1-1-1 0 0,-1-1 1 0 0,1 1-1 0 0,0-1 1 0 0,0 0 0 0 0,0-1-1 0 0,1 1 1 0 0,0-1-1 0 0,0 0 1 0 0,0-1-1 0 0,1 1 1 0 0,-1-1 0 0 0,2 0-1 0 0,-6-12 1 0 0,8 14 62 0 0,0-1 0 0 0,0 0 0 0 0,0 0 1 0 0,1 0-1 0 0,0 1 0 0 0,0-1 1 0 0,1 0-1 0 0,-1 0 0 0 0,1 0 0 0 0,0 0 1 0 0,1 1-1 0 0,0-1 0 0 0,0 1 0 0 0,0-1 1 0 0,0 1-1 0 0,1 0 0 0 0,0-1 0 0 0,0 1 1 0 0,0 1-1 0 0,1-1 0 0 0,-1 0 0 0 0,1 1 1 0 0,0 0-1 0 0,1 0 0 0 0,4-4 0 0 0,-9 8 76 0 0,1-1 0 0 0,-1 1 0 0 0,0 0 0 0 0,1-1 0 0 0,-1 1 0 0 0,0 0 0 0 0,1 0 0 0 0,-1 0 0 0 0,0-1 0 0 0,1 1 0 0 0,-1 0 0 0 0,1 0 0 0 0,-1 0 0 0 0,0 0 0 0 0,1 0 0 0 0,-1 0 0 0 0,1 0 0 0 0,-1 0 0 0 0,1 0 0 0 0,-1 0 0 0 0,0 0 0 0 0,1 0-1 0 0,-1 0 1 0 0,1 0 0 0 0,-1 0 0 0 0,0 0 0 0 0,1 0 0 0 0,-1 0 0 0 0,1 1 0 0 0,-1-1 0 0 0,0 0 0 0 0,1 1 0 0 0,-1-1 0 0 0,1 1 0 0 0,-1 0 0 0 0,0 0 0 0 0,1 0 0 0 0,-1 0 0 0 0,0-1-1 0 0,0 1 1 0 0,0 0 0 0 0,0 0 0 0 0,0 0 0 0 0,0 0 0 0 0,0 0 0 0 0,0 0 0 0 0,0 0 0 0 0,-9 32 12 0 0,9-32-11 0 0,-41 91 327 0 0,28-66-193 0 0,1 0 1 0 0,-10 34 0 0 0,21-57-82 0 0,0 1 0 0 0,1-1 0 0 0,-1 0 0 0 0,1 1 0 0 0,0-1 1 0 0,-1 1-1 0 0,1-1 0 0 0,1 0 0 0 0,-1 1 0 0 0,1 3 0 0 0,0-6-38 0 0,-1 0 0 0 0,0 0 0 0 0,1 0-1 0 0,-1 0 1 0 0,1 0 0 0 0,-1 0 0 0 0,1 0 0 0 0,0 0 0 0 0,-1 0-1 0 0,1-1 1 0 0,0 1 0 0 0,0 0 0 0 0,0 0 0 0 0,-1-1-1 0 0,1 1 1 0 0,0 0 0 0 0,0-1 0 0 0,0 1 0 0 0,0-1 0 0 0,0 1-1 0 0,0-1 1 0 0,0 0 0 0 0,1 1 0 0 0,-1-1 0 0 0,0 0-1 0 0,0 0 1 0 0,0 0 0 0 0,0 0 0 0 0,0 0 0 0 0,0 0 0 0 0,0 0-1 0 0,0 0 1 0 0,3 0 0 0 0,11-3 261 0 0,0-1-1 0 0,0-1 1 0 0,0 0-1 0 0,26-13 1 0 0,3 0-75 0 0,-23 10-339 0 0,-1 2 0 0 0,1 0-1 0 0,38-4 1 0 0,-33 8-3330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1:35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0 526 455 0 0,'0'-2'47'0'0,"1"1"-1"0"0,-1-1 1 0 0,0 0-1 0 0,1 1 1 0 0,-1-1-1 0 0,1 0 1 0 0,0 1-1 0 0,0-1 1 0 0,-1 1-1 0 0,1-1 1 0 0,0 1-1 0 0,0-1 1 0 0,2-1-1 0 0,19-19 1121 0 0,-5 4-649 0 0,24-37 533 0 0,-25 32-153 0 0,1 1 1 0 0,30-31-1 0 0,-4 13-503 0 0,68-49 0 0 0,-87 72-126 0 0,1 2 0 0 0,0 0-1 0 0,1 2 1 0 0,52-18 0 0 0,85-17 241 0 0,-123 39-362 0 0,0 1-1 0 0,47-1 0 0 0,0 3-107 0 0,195-2 231 0 0,-142 10-82 0 0,65 5 159 0 0,225 53-84 0 0,405 131 19 0 0,-520-111 208 0 0,-46-13-185 0 0,136 31-339 0 0,-74-18 81 0 0,101 16-90 0 0,-79-21-19 0 0,105 45 61 0 0,104 30 0 0 0,-392-111 0 0 0,144 38 0 0 0,-146-33 0 0 0,85 23 0 0 0,-87-15 82 0 0,180 49 164 0 0,-242-76-277 0 0,125 25-74 0 0,-121-27 175 0 0,-79-16-88 0 0,-1 0 1 0 0,1-2 0 0 0,49 3-1 0 0,-77-8 17 0 0,1 0 0 0 0,0 0-1 0 0,-1 0 1 0 0,1 0 0 0 0,-1 0 0 0 0,1-1-1 0 0,-1 1 1 0 0,1 0 0 0 0,-1-1-1 0 0,1 1 1 0 0,-1-1 0 0 0,1 1-1 0 0,-1-1 1 0 0,0 0 0 0 0,1 0 0 0 0,-1 0-1 0 0,0 0 1 0 0,1 0 0 0 0,-1 0-1 0 0,1-1 1 0 0,-1 1 7 0 0,-1 0 0 0 0,0-1 1 0 0,1 1-1 0 0,-1 0 0 0 0,0 0 0 0 0,1-1 0 0 0,-1 1 1 0 0,0 0-1 0 0,0-1 0 0 0,0 1 0 0 0,0 0 1 0 0,0 0-1 0 0,-1-1 0 0 0,1 1 0 0 0,0 0 0 0 0,-1 0 1 0 0,1-1-1 0 0,-1 1 0 0 0,1 0 0 0 0,-1 0 0 0 0,1 0 1 0 0,-1-1-1 0 0,0 1 0 0 0,-1-1 0 0 0,-18-30 39 0 0,6 8-50 0 0,0 1 0 0 0,-2 1 1 0 0,-1 0-1 0 0,0 1 0 0 0,-25-22 0 0 0,31 34 87 0 0,7 5-22 0 0,0 0 0 0 0,0 0 0 0 0,0 1 0 0 0,-1-1-1 0 0,1 1 1 0 0,-1 0 0 0 0,0 0 0 0 0,0 1 0 0 0,-6-3-1 0 0,11 5-59 0 0,0 0-1 0 0,0 0 0 0 0,0 0 1 0 0,0 0-1 0 0,0 0 1 0 0,0 0-1 0 0,0 0 0 0 0,0 0 1 0 0,-1 0-1 0 0,1 0 1 0 0,0 0-1 0 0,0 0 0 0 0,0 0 1 0 0,0 0-1 0 0,0 0 1 0 0,0 0-1 0 0,0 0 0 0 0,0 0 1 0 0,0 0-1 0 0,0 0 1 0 0,0 0-1 0 0,0 0 0 0 0,0 0 1 0 0,-1 0-1 0 0,1 0 1 0 0,0 0-1 0 0,0 0 0 0 0,0 0 1 0 0,0 1-1 0 0,0-1 1 0 0,0 0-1 0 0,0 0 0 0 0,0 0 1 0 0,0 0-1 0 0,0 0 1 0 0,0 0-1 0 0,0 0 0 0 0,0 0 1 0 0,0 0-1 0 0,0 0 0 0 0,0 0 1 0 0,0 0-1 0 0,0 0 1 0 0,0 0-1 0 0,0 0 0 0 0,0 0 1 0 0,0 1-1 0 0,0-1 1 0 0,0 0-1 0 0,0 0 0 0 0,0 0 1 0 0,0 0-1 0 0,0 0 1 0 0,0 0-1 0 0,0 0 0 0 0,0 0 1 0 0,0 0-1 0 0,0 0 1 0 0,3 6-84 0 0,5 5-81 0 0,31 24-176 0 0,56 40-1 0 0,15 13 368 0 0,-106-84-2 0 0,0 0 0 0 0,0 0 1 0 0,-1 0-1 0 0,1 1 0 0 0,-1-1 0 0 0,0 1 0 0 0,0-1 1 0 0,-1 1-1 0 0,0 0 0 0 0,1 0 0 0 0,-2 1 0 0 0,3 5 1 0 0,-4-8 19 0 0,1 0 1 0 0,-1 0 0 0 0,0 0-1 0 0,1 1 1 0 0,-2-1-1 0 0,1 0 1 0 0,0 0 0 0 0,-1 0-1 0 0,1 0 1 0 0,-1 0 0 0 0,0 0-1 0 0,0 0 1 0 0,0 0 0 0 0,0 0-1 0 0,0-1 1 0 0,-1 1-1 0 0,1 0 1 0 0,-1-1 0 0 0,0 1-1 0 0,0-1 1 0 0,0 1 0 0 0,-5 3-1 0 0,-18 14 60 0 0,19-16-73 0 0,0 1-1 0 0,-1 0 1 0 0,-8 11-1 0 0,12-14-569 0 0,1 1 0 0 0,0 0 0 0 0,0 0 1 0 0,1 1-1 0 0,-1-1 0 0 0,-2 7 0 0 0,1 0-3587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2:36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1037 919 0 0,'-2'-1'44'0'0,"1"0"-1"0"0,-1 1 1 0 0,1-1-1 0 0,-1 0 1 0 0,1 0-1 0 0,-1 0 0 0 0,1 0 1 0 0,-1 0-1 0 0,1 0 1 0 0,0 0-1 0 0,-1-1 1 0 0,1 1-1 0 0,0 0 0 0 0,0-1 1 0 0,0 1-1 0 0,0-1 1 0 0,0 1-1 0 0,0-1 0 0 0,1 1 1 0 0,-1-1-1 0 0,0 0 1 0 0,1 1-1 0 0,-1-1 1 0 0,1 0-1 0 0,0 0 0 0 0,0 1 1 0 0,-1-1-1 0 0,1 0 1 0 0,0 0-1 0 0,0 0 1 0 0,1 1-1 0 0,-1-3 0 0 0,2-6 83 0 0,0 0-1 0 0,1 0 1 0 0,0 0-1 0 0,6-13 1 0 0,-4 11 13 0 0,12-28 169 0 0,2 1-1 0 0,1 1 0 0 0,44-62 0 0 0,-20 42-182 0 0,72-73-1 0 0,-68 85 137 0 0,1 2 0 0 0,3 2 0 0 0,77-47 0 0 0,-50 43-85 0 0,1 3 0 0 0,3 4 1 0 0,1 3-1 0 0,164-45 0 0 0,-204 69-156 0 0,0 2 0 0 0,1 2 1 0 0,0 3-1 0 0,0 1 0 0 0,0 2 0 0 0,75 6 0 0 0,55 11-9 0 0,62 7 26 0 0,-186-14-25 0 0,-1 2 0 0 0,82 28 0 0 0,108 58 421 0 0,-186-70-307 0 0,-1 2-1 0 0,63 46 1 0 0,-70-40 52 0 0,-1 2 0 0 0,-2 3 0 0 0,-2 1 1 0 0,-2 2-1 0 0,-2 1 0 0 0,34 52 0 0 0,-35-40 95 0 0,-3 2-1 0 0,-2 1 1 0 0,-3 1-1 0 0,-3 2 1 0 0,19 65-1 0 0,-6-3 230 0 0,62 229-126 0 0,-86-287-357 0 0,-3 0-1 0 0,-2 2 1 0 0,-1 97-1 0 0,-12-25 242 0 0,-6-1 0 0 0,-7 0 0 0 0,-52 209 0 0 0,47-270-35 0 0,-4-1 0 0 0,-50 100 1 0 0,-96 130 62 0 0,3-72-140 0 0,-18-13 134 0 0,87-104-233 0 0,-110 140 18 0 0,25 18-17 0 0,-85 154-186 0 0,265-422 137 0 0,0 1 0 0 0,0-1 0 0 0,-1 0 1 0 0,0-1-1 0 0,-10 9 0 0 0,14-14-15 0 0,1 1 0 0 0,-1-1 0 0 0,0 0 0 0 0,0 0 0 0 0,1 0 0 0 0,-1 0 1 0 0,0 0-1 0 0,0 0 0 0 0,0-1 0 0 0,0 1 0 0 0,0-1 0 0 0,-1 1 0 0 0,1-1 0 0 0,0 0 1 0 0,0 0-1 0 0,0 0 0 0 0,0 0 0 0 0,0 0 0 0 0,0 0 0 0 0,-1-1 0 0 0,1 1 0 0 0,0 0 1 0 0,0-1-1 0 0,0 0 0 0 0,0 0 0 0 0,0 0 0 0 0,0 1 0 0 0,-2-3 0 0 0,-1-1-84 0 0,-1-1 0 0 0,1 1 0 0 0,0-1 0 0 0,0 0 0 0 0,1 0 0 0 0,0-1-1 0 0,-1 1 1 0 0,2-1 0 0 0,-6-9 0 0 0,5 6 16 0 0,-1 0-1 0 0,2-1 1 0 0,-1 0-1 0 0,1 0 1 0 0,-3-17-1 0 0,8 10 83 0 0,-2 20 0 0 0,1-1 0 0 0,0 0 0 0 0,-1 1 0 0 0,1-1 0 0 0,0 0 0 0 0,0 0 0 0 0,0 1 0 0 0,1-1 0 0 0,-1 0 0 0 0,1 0 0 0 0,1 2 0 0 0,20 21 0 0 0,-11-14 0 0 0,1 0 0 0 0,0-2 0 0 0,26 15 0 0 0,-26-16 0 0 0,0 0 0 0 0,-1 0 0 0 0,0 1 0 0 0,20 19 0 0 0,-29-25 0 0 0,-1 0 0 0 0,1 0 0 0 0,0 0 0 0 0,0 0 0 0 0,0-1 0 0 0,1 1 0 0 0,4 2 0 0 0,-6-5 0 0 0,-1 1 0 0 0,0-1 0 0 0,1 0 0 0 0,-1 1 0 0 0,1-1 0 0 0,-1 0 0 0 0,1 0 0 0 0,-1 0 0 0 0,0 0 0 0 0,1 0 0 0 0,-1-1 0 0 0,1 1 0 0 0,-1 0 0 0 0,0-1 0 0 0,1 1 0 0 0,-1-1 0 0 0,0 1 0 0 0,1-1 0 0 0,-1 0 0 0 0,0 1 0 0 0,0-1 0 0 0,1 0 0 0 0,-1 0 0 0 0,1-2 0 0 0,12-9 0 0 0,22-26 0 0 0,3-4 0 0 0,57-36-1169 0 0,-74 62-2718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55.5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2289 3223 0 0,'-17'2'-615'0'0,"15"-2"622"0"0,0 0 0 0 0,0 1 1 0 0,0-1-1 0 0,0 0 0 0 0,0 0 0 0 0,0 1 0 0 0,0-1 0 0 0,0 1 0 0 0,-3 1 0 0 0,5-2 13 0 0,0 0 0 0 0,0 0 0 0 0,0 1 0 0 0,0-1 0 0 0,0 0 0 0 0,1 0 0 0 0,-1 0 0 0 0,0 0 0 0 0,0 1 0 0 0,0-1 0 0 0,0 0 0 0 0,0 0 0 0 0,0 0 0 0 0,0 0 0 0 0,0 0 0 0 0,1 1 0 0 0,-1-1 0 0 0,0 0 0 0 0,0 0 0 0 0,0 0 0 0 0,0 0 0 0 0,1 0 0 0 0,-1 0 0 0 0,0 0 0 0 0,0 0 0 0 0,0 0 0 0 0,0 0 0 0 0,1 0 0 0 0,-1 0 0 0 0,0 0 0 0 0,0 1 0 0 0,0-1 0 0 0,0 0 0 0 0,1 0 0 0 0,-1-1 0 0 0,0 1 0 0 0,0 0 0 0 0,0 0 0 0 0,1 0 0 0 0,-1 0 0 0 0,14 3 416 0 0,-10-3 268 0 0,2 1-448 0 0,22-2 212 0 0,-1-1 0 0 0,1 0-1 0 0,48-13 1 0 0,196-66 1709 0 0,-241 70-2012 0 0,0-1-1 0 0,-1-1 1 0 0,-1-2-1 0 0,0 0 1 0 0,-1-3-1 0 0,-1 0 0 0 0,0-1 1 0 0,36-36-1 0 0,-40 30 110 0 0,0-1-1 0 0,-2-1 1 0 0,-2 0 0 0 0,0-2-1 0 0,23-48 1 0 0,-23 35 150 0 0,-2 0 0 0 0,-2-1 1 0 0,16-74-1 0 0,-21 56 66 0 0,3-84 1 0 0,0-9 27 0 0,-6 84-556 0 0,-4-118 1 0 0,-3 38-14 0 0,-2-33-27 0 0,-1 148 116 0 0,-2 0 0 0 0,-1 1 1 0 0,-13-41-1 0 0,-3-8 49 0 0,14 49-24 0 0,-21-55 0 0 0,-34-59 1 0 0,60 140-12 0 0,0 1 0 0 0,0 0 0 0 0,-1 0 0 0 0,0 1 0 0 0,-1-1 0 0 0,1 1 0 0 0,-11-10 0 0 0,15 16-45 0 0,0-1 0 0 0,0 1-1 0 0,-1 0 1 0 0,1 0 0 0 0,0-1-1 0 0,0 1 1 0 0,-1 0 0 0 0,1 0-1 0 0,0 0 1 0 0,-1-1-1 0 0,1 1 1 0 0,0 0 0 0 0,0 0-1 0 0,-1 0 1 0 0,1 0 0 0 0,0 0-1 0 0,-1 0 1 0 0,1 0 0 0 0,0 0-1 0 0,-1 0 1 0 0,1 0 0 0 0,0 0-1 0 0,-1 0 1 0 0,1 0 0 0 0,0 0-1 0 0,-1 0 1 0 0,1 0 0 0 0,0 0-1 0 0,-1 0 1 0 0,0 0 0 0 0,-6 10 40 0 0,-3 21-86 0 0,8-26 56 0 0,-10 56-17 0 0,9-39 0 0 0,-9 29 0 0 0,-12 37 0 0 0,23-83 0 0 0,0-1 0 0 0,0 1 0 0 0,1-1 0 0 0,0 1 0 0 0,0-1 0 0 0,0 1 0 0 0,0-1 0 0 0,1 6 0 0 0,0-9 0 0 0,-1 0 0 0 0,0 0 0 0 0,1 0 0 0 0,-1 0 0 0 0,0 0 0 0 0,1-1 0 0 0,0 1 0 0 0,-1 0 0 0 0,1 0 0 0 0,-1 0 0 0 0,1 0 0 0 0,0-1 0 0 0,-1 1 0 0 0,1 0 0 0 0,0-1 0 0 0,0 1 0 0 0,0 0 0 0 0,0-1 0 0 0,-1 1 0 0 0,1-1 0 0 0,0 1 0 0 0,0-1 0 0 0,0 0 0 0 0,0 1 0 0 0,0-1 0 0 0,0 0 0 0 0,0 0 0 0 0,0 0 0 0 0,0 0 0 0 0,0 0 0 0 0,0 0 0 0 0,0 0 0 0 0,0 0 0 0 0,0 0 0 0 0,0 0 0 0 0,0 0 0 0 0,0-1 0 0 0,0 1 0 0 0,0 0 0 0 0,1-1 0 0 0,5-1-6 0 0,-1-1 0 0 0,0 1-1 0 0,0-1 1 0 0,0 0-1 0 0,0-1 1 0 0,-1 0 0 0 0,1 1-1 0 0,-1-2 1 0 0,0 1 0 0 0,0-1-1 0 0,-1 1 1 0 0,1-1 0 0 0,-1-1-1 0 0,0 1 1 0 0,0-1 0 0 0,5-10-1 0 0,-2 1-11 0 0,0 0 0 0 0,-1-1 0 0 0,-1 0 0 0 0,-1 1 0 0 0,5-28 0 0 0,-4 4 18 0 0,-4 24 0 0 0,0 1 0 0 0,2 1 0 0 0,-1-1 0 0 0,9-22 0 0 0,-11 34 0 0 0,1 1 0 0 0,-1 0 0 0 0,1 0 0 0 0,0 0 0 0 0,-1 0 0 0 0,1 0 0 0 0,0 0 0 0 0,-1 0 0 0 0,1 1 0 0 0,0-1 0 0 0,0 0 0 0 0,0 0 0 0 0,0 0 0 0 0,0 1 0 0 0,0-1 0 0 0,0 1 0 0 0,0-1 0 0 0,0 1 0 0 0,0-1 0 0 0,0 1 0 0 0,2-1 0 0 0,-1 1 0 0 0,0 0 0 0 0,0-1 0 0 0,0 1 0 0 0,0 1 0 0 0,1-1 0 0 0,-1 0 0 0 0,0 0 0 0 0,0 1 0 0 0,0 0 0 0 0,0-1 0 0 0,2 2 0 0 0,2 1 0 0 0,1 0 0 0 0,-1 1 0 0 0,0-1 0 0 0,-1 2 0 0 0,1-1 0 0 0,6 7 0 0 0,47 51 0 0 0,-33-32 0 0 0,56 47 0 0 0,-53-53 11 0 0,2-2 0 0 0,0-1-1 0 0,1-2 1 0 0,1-1 0 0 0,49 19-1 0 0,-76-34-19 0 0,-1-1 0 0 0,1 0 0 0 0,0-1 0 0 0,0 1 0 0 0,0-1 0 0 0,0 0 0 0 0,0-1 0 0 0,0 1 0 0 0,0-1 0 0 0,0 0 0 0 0,0-1 0 0 0,8-1 0 0 0,-11 0-1063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57.3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4 729 919 0 0,'0'0'6'0'0,"0"0"-1"0"0,0-1 0 0 0,-1 1 0 0 0,1 0 0 0 0,0 0 0 0 0,0 0 0 0 0,0 0 0 0 0,0 0 1 0 0,0 0-1 0 0,-1 0 0 0 0,1 0 0 0 0,0 0 0 0 0,0 0 0 0 0,0 0 0 0 0,0-1 0 0 0,0 1 1 0 0,0 0-1 0 0,-1 0 0 0 0,1 0 0 0 0,0 0 0 0 0,0 0 0 0 0,0-1 0 0 0,0 1 0 0 0,0 0 1 0 0,0 0-1 0 0,0 0 0 0 0,0 0 0 0 0,0 0 0 0 0,0-1 0 0 0,0 1 0 0 0,0 0 0 0 0,0 0 1 0 0,0 0-1 0 0,0 0 0 0 0,0-1 0 0 0,0 1 0 0 0,0 0 0 0 0,0 0 0 0 0,0 0 0 0 0,0 0 1 0 0,0-1-1 0 0,0 1 0 0 0,0 0 0 0 0,0 0 0 0 0,0 0 0 0 0,0 0 0 0 0,0 0 0 0 0,0-1 1 0 0,1 1-1 0 0,-1 0 0 0 0,0 0 0 0 0,0 0 0 0 0,0 0 0 0 0,0 0 0 0 0,6-8 65 0 0,3 1 255 0 0,0 1-1 0 0,0 0 0 0 0,1 1 0 0 0,0-1 0 0 0,0 2 0 0 0,16-6 0 0 0,68-13 1256 0 0,-62 16-1181 0 0,25-7 22 0 0,547-114 920 0 0,-215 70-107 0 0,-36 7-430 0 0,188-46-484 0 0,-493 89-346 0 0,252-41 31 0 0,2 23 968 0 0,28 19-549 0 0,-270 10-418 0 0,-38-1 73 0 0,0-1-1 0 0,0-2 1 0 0,25-2-1 0 0,-44 2-46 0 0,0 0-1 0 0,0 0 0 0 0,0-1 1 0 0,0 1-1 0 0,0-1 0 0 0,-1 0 0 0 0,1 1 1 0 0,0-1-1 0 0,-1 0 0 0 0,0-1 1 0 0,1 1-1 0 0,-1 0 0 0 0,0-1 1 0 0,0 1-1 0 0,0-1 0 0 0,-1 1 0 0 0,1-1 1 0 0,1-4-1 0 0,-4 2 11 0 0,-11-3 353 0 0,-4 3-312 0 0,7 2-26 0 0,0 1 0 0 0,1-2-1 0 0,-1 1 1 0 0,1-1 0 0 0,0 0 0 0 0,-12-8-1 0 0,10 4-16 0 0,0 0-1 0 0,0 1 1 0 0,-1 0-1 0 0,0 1 1 0 0,-16-7-1 0 0,7 4-12 0 0,-1-2 49 0 0,-1 0-1 0 0,0 2 1 0 0,-1 1-1 0 0,-25-7 1 0 0,42 16 406 0 0,10 3-396 0 0,13 6-206 0 0,132 37-47 0 0,-3-1 140 0 0,7-15-58 0 0,-97-22 48 0 0,0 3-1 0 0,62 21 1 0 0,-116-32 36 0 0,1 0 0 0 0,-1 0-1 0 0,0 0 1 0 0,1 0 0 0 0,-1 1 0 0 0,0-1 0 0 0,0 1 0 0 0,0-1 0 0 0,0 1-1 0 0,0 0 1 0 0,0 0 0 0 0,-1 0 0 0 0,1 0 0 0 0,-1 0 0 0 0,1 0-1 0 0,1 4 1 0 0,-2-5 5 0 0,-1 0-1 0 0,0 1 0 0 0,1-1 0 0 0,-1 1 1 0 0,0-1-1 0 0,0 0 0 0 0,0 1 0 0 0,0-1 1 0 0,0 1-1 0 0,0-1 0 0 0,-1 1 0 0 0,1-1 1 0 0,0 0-1 0 0,-1 1 0 0 0,1-1 0 0 0,-1 0 1 0 0,1 1-1 0 0,-1-1 0 0 0,0 0 0 0 0,1 1 1 0 0,-1-1-1 0 0,0 0 0 0 0,0 0 0 0 0,0 0 1 0 0,0 0-1 0 0,0 0 0 0 0,0 0 1 0 0,0 0-1 0 0,0 0 0 0 0,-3 1 0 0 0,-25 16 269 0 0,0-1-1 0 0,-46 18 1 0 0,29-13 129 0 0,19-11-379 0 0,-1-1 0 0 0,1-1 0 0 0,-38 6 0 0 0,8-1-1115 0 0,37-10-3874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0:58:59.1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5 229 455 0 0,'0'0'48'0'0,"-1"-1"-1"0"0,1 1 1 0 0,0 0-1 0 0,-1-1 0 0 0,1 1 1 0 0,0-1-1 0 0,0 1 1 0 0,-1-1-1 0 0,1 1 0 0 0,0-1 1 0 0,0 1-1 0 0,-1-1 1 0 0,1 1-1 0 0,0-1 0 0 0,0 1 1 0 0,0-1-1 0 0,0 1 0 0 0,0-1 1 0 0,0 1-1 0 0,0-1 1 0 0,0 1-1 0 0,0-2 0 0 0,12-2 1538 0 0,-5 3-1380 0 0,130-24 455 0 0,8-1 107 0 0,-15-4-512 0 0,234-40 1007 0 0,-166 45-818 0 0,66-7 76 0 0,-187 28-101 0 0,97 7-1 0 0,75 21 397 0 0,-205-17-618 0 0,-1 1 1 0 0,0 3-1 0 0,68 25 0 0 0,115 67 382 0 0,-184-82-422 0 0,64 44 0 0 0,-87-51-137 0 0,0 1 0 0 0,-2 1-1 0 0,0 0 1 0 0,0 1 0 0 0,16 23-1 0 0,-18-19 3 0 0,-1 0-1 0 0,-1 1 0 0 0,0 1 1 0 0,-2 0-1 0 0,9 26 0 0 0,-10-19 155 0 0,-1 1 0 0 0,-1 0 0 0 0,-1 0 0 0 0,2 36 0 0 0,6 246 1184 0 0,-15-283-1305 0 0,1 0 0 0 0,2 0 0 0 0,1 0 0 0 0,1-1 0 0 0,2 1-1 0 0,15 42 1 0 0,19 54 9 0 0,-41-123-66 0 0,1 1 0 0 0,0-1-1 0 0,0 0 1 0 0,1 0 0 0 0,-1 0-1 0 0,1 0 1 0 0,-1-1-1 0 0,1 1 1 0 0,0 0 0 0 0,0 0-1 0 0,0-1 1 0 0,0 0 0 0 0,1 1-1 0 0,-1-1 1 0 0,0 0 0 0 0,4 2-1 0 0,-5-3 2 0 0,1 0 0 0 0,0-1-1 0 0,0 1 1 0 0,0 0-1 0 0,0-1 1 0 0,-1 0 0 0 0,1 1-1 0 0,0-1 1 0 0,0 0 0 0 0,0 0-1 0 0,0 0 1 0 0,0 0-1 0 0,0 0 1 0 0,0 0 0 0 0,0-1-1 0 0,0 1 1 0 0,-1-1-1 0 0,1 1 1 0 0,0-1 0 0 0,0 0-1 0 0,0 0 1 0 0,-1 0 0 0 0,1 0-1 0 0,0 0 1 0 0,-1 0-1 0 0,1 0 1 0 0,-1 0 0 0 0,2-2-1 0 0,-1 2 15 0 0,-1-1-1 0 0,1 1 0 0 0,-1-1 1 0 0,1 0-1 0 0,-1 0 0 0 0,1 1 1 0 0,-1-1-1 0 0,0 0 1 0 0,0 0-1 0 0,0 0 0 0 0,0 0 1 0 0,0 0-1 0 0,-1 0 0 0 0,1-1 1 0 0,-1 1-1 0 0,1 0 0 0 0,-1 0 1 0 0,0 0-1 0 0,0-1 0 0 0,0 1 1 0 0,0 0-1 0 0,0 0 1 0 0,0-1-1 0 0,-1 1 0 0 0,0-3 1 0 0,-1-1 25 0 0,0 0 0 0 0,-1-1 0 0 0,0 2 0 0 0,0-1 0 0 0,0 0 1 0 0,-1 1-1 0 0,-6-8 0 0 0,-2 0-21 0 0,-1 0-1 0 0,-1 1 1 0 0,0 0 0 0 0,-1 1-1 0 0,0 1 1 0 0,0 0 0 0 0,-1 1-1 0 0,0 1 1 0 0,-1 0 0 0 0,0 1-1 0 0,-29-7 1 0 0,-2 3 133 0 0,20 5 207 0 0,-38-13 1 0 0,63 18-345 0 0,1 0-1 0 0,0-1 1 0 0,-1 1-1 0 0,1-1 1 0 0,0 0-1 0 0,0 0 0 0 0,0 1 1 0 0,0-1-1 0 0,0-1 1 0 0,1 1-1 0 0,-1 0 1 0 0,1 0-1 0 0,-1-1 1 0 0,1 1-1 0 0,-2-5 0 0 0,2 6 5 0 0,1 0 0 0 0,-1 0 0 0 0,1-1 0 0 0,-1 1 0 0 0,1 0-1 0 0,0 0 1 0 0,0-1 0 0 0,-1 1 0 0 0,1 0 0 0 0,0-1 0 0 0,0 1-1 0 0,0 0 1 0 0,0 0 0 0 0,1-1 0 0 0,-1 1 0 0 0,0 0-1 0 0,0-1 1 0 0,1 1 0 0 0,-1 0 0 0 0,1 0 0 0 0,-1 0 0 0 0,1-1-1 0 0,0 1 1 0 0,-1 0 0 0 0,1 0 0 0 0,0 0 0 0 0,0 0 0 0 0,0 0-1 0 0,-1 0 1 0 0,1 0 0 0 0,0 1 0 0 0,0-1 0 0 0,1 0-1 0 0,1-1 1 0 0,0 1 6 0 0,1 0-1 0 0,0 0 1 0 0,-1 1-1 0 0,1-1 1 0 0,0 1-1 0 0,0 0 1 0 0,0 0-1 0 0,4 0 1 0 0,2 1-2 0 0,-38-20-21 0 0,-16-4 84 0 0,23 11 173 0 0,0 1 0 0 0,0 1 0 0 0,-25-8 0 0 0,36 18-204 0 0,8 5 22 0 0,9 12 21 0 0,8 8-91 0 0,1 0-1 0 0,1-1 1 0 0,1-1 0 0 0,1-1-1 0 0,1 0 1 0 0,29 23-1 0 0,-8-12 7 0 0,1-2 0 0 0,76 42-1 0 0,-40-34-10 0 0,-66-34 0 0 0,1 0 0 0 0,-1-1 0 0 0,1-1 0 0 0,20 4 0 0 0,-29-6 0 0 0,0-1 0 0 0,0 1 0 0 0,0-1 0 0 0,0 0 0 0 0,0 0 0 0 0,0-1 0 0 0,0 1 0 0 0,0-1 0 0 0,0 0 0 0 0,0 0 0 0 0,0 0 0 0 0,0 0 0 0 0,0-1 0 0 0,-1 0 0 0 0,1 0 0 0 0,-1 0 0 0 0,1 0 0 0 0,-1 0 0 0 0,0-1 0 0 0,1 1 0 0 0,-1-1 0 0 0,-1 0 0 0 0,1 0 0 0 0,0 0 0 0 0,-1 0 0 0 0,1 0 0 0 0,-1-1 0 0 0,0 1 0 0 0,3-7 0 0 0,0-7 0 0 0,0 1 0 0 0,-1-1 0 0 0,-1 0 0 0 0,0-1 0 0 0,-1 1 0 0 0,-1-25 0 0 0,4-26 0 0 0,-3 50 31 0 0,1 0 0 0 0,1 0 1 0 0,0 0-1 0 0,10-23 0 0 0,-10 33-12 0 0,0 0-1 0 0,0 0 1 0 0,1 0 0 0 0,0 1 0 0 0,0 0 0 0 0,0 0 0 0 0,1 0-1 0 0,0 0 1 0 0,1 1 0 0 0,14-11 0 0 0,24-10-1795 0 0,-29 19-4035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2:45.4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5898 3 1927 0 0,'0'0'66'0'0,"0"0"-1"0"0,0 0 0 0 0,0-1 0 0 0,-1 1 0 0 0,1 0 0 0 0,0 0 0 0 0,0 0 0 0 0,-1 0 0 0 0,1-1 0 0 0,0 1 0 0 0,0 0 0 0 0,0 0 0 0 0,-1 0 0 0 0,1 0 0 0 0,0 0 0 0 0,0 0 0 0 0,-1 0 0 0 0,1 0 0 0 0,0 0 0 0 0,0 0 0 0 0,-1 0 0 0 0,1 0 0 0 0,0 0 0 0 0,-1 0 0 0 0,1 0 0 0 0,0 0 0 0 0,0 0 0 0 0,-1 0 0 0 0,1 0 0 0 0,0 0 1 0 0,0 0-1 0 0,-1 0 0 0 0,1 0 0 0 0,0 0 0 0 0,0 1 0 0 0,0-1 0 0 0,-1 0 0 0 0,1 0 0 0 0,0 0 0 0 0,0 0 0 0 0,-1 1 0 0 0,-7 13 105 0 0,-2 3 184 0 0,-6 1-102 0 0,0-1-1 0 0,-1-1 1 0 0,-1-1-1 0 0,-1 0 0 0 0,0-2 1 0 0,0 0-1 0 0,-2-1 0 0 0,1-1 1 0 0,-32 12-1 0 0,-21 4 879 0 0,-115 24 0 0 0,97-28-596 0 0,-104 19 49 0 0,80-20-354 0 0,10 2-9 0 0,-95 18 232 0 0,-409 31 301 0 0,-4-53 844 0 0,406-27-1445 0 0,-86 0-62 0 0,-252 14-173 0 0,344-3 94 0 0,-636-17 387 0 0,729 4-360 0 0,0-5 1 0 0,1-5 0 0 0,-192-59-1 0 0,124 28-74 0 0,30 10 8 0 0,-2-15 47 0 0,0-1 16 0 0,138 54-43 0 0,-1-1 0 0 0,1 0 0 0 0,0 0 1 0 0,0-1-1 0 0,1-1 0 0 0,-1 1 0 0 0,1-2 1 0 0,0 1-1 0 0,-12-11 0 0 0,20 16 8 0 0,-9-11-76 0 0,9 11 74 0 0,0 0 1 0 0,-1-1-1 0 0,1 1 0 0 0,0 0 1 0 0,0-1-1 0 0,0 1 0 0 0,0 0 1 0 0,-1-1-1 0 0,1 1 1 0 0,0 0-1 0 0,0-1 0 0 0,0 1 1 0 0,0 0-1 0 0,0-1 0 0 0,0 1 1 0 0,0 0-1 0 0,0-1 0 0 0,0 1 1 0 0,0 0-1 0 0,0-1 0 0 0,0 1 1 0 0,0-1-1 0 0,0 1 0 0 0,1 0 1 0 0,-1-1-1 0 0,0 1 0 0 0,0 0 1 0 0,0 0-1 0 0,0-1 0 0 0,1 1 1 0 0,-1 0-1 0 0,0-1 1 0 0,0 1-1 0 0,1 0 0 0 0,-1 0 1 0 0,0-1-1 0 0,0 1 0 0 0,1 0 1 0 0,-1 0-1 0 0,1-1 0 0 0,0 1-8 0 0,1 3-33 0 0,2 4 30 0 0,-1-1 0 0 0,1 1 1 0 0,-2 0-1 0 0,1 0 0 0 0,3 15 0 0 0,5 44 19 0 0,-6-35-10 0 0,8 46-7 0 0,27 177-58 0 0,-40-250 69 0 0,0-1 0 0 0,0 0 0 0 0,1-1 0 0 0,-1 1 0 0 0,1 0 0 0 0,-1 0 0 0 0,1-1 0 0 0,0 1 0 0 0,0-1 0 0 0,0 1 0 0 0,0-1 0 0 0,2 3 0 0 0,-3-5 0 0 0,0 0 0 0 0,0 0 0 0 0,0 1 0 0 0,0-1 0 0 0,0 0 0 0 0,1 0 0 0 0,-1 0 0 0 0,0 0 0 0 0,0 0 0 0 0,0 0 0 0 0,0 0 0 0 0,0 0 0 0 0,0 0 0 0 0,0 0 0 0 0,0 0 0 0 0,0 0 0 0 0,0 0 0 0 0,1 0 0 0 0,-1 0 0 0 0,0 0 0 0 0,0 0 0 0 0,0 0 0 0 0,0 0 0 0 0,0 0 0 0 0,0 0 0 0 0,0 0 0 0 0,0 0 0 0 0,0 0 0 0 0,0 0 0 0 0,0 0 0 0 0,1 0 0 0 0,-1 0 0 0 0,0 0 0 0 0,0-1 0 0 0,0 1 0 0 0,0 0 0 0 0,0 0 0 0 0,0 0 0 0 0,0 0 0 0 0,0 0 0 0 0,0 0 0 0 0,0 0 0 0 0,0 0 0 0 0,0 0 0 0 0,0 0 0 0 0,0-1 0 0 0,1-5 0 0 0,-2-5 0 0 0,-5-10-39 0 0,-1 1 0 0 0,-1 0 0 0 0,-1 1 0 0 0,-1-1 0 0 0,0 2 0 0 0,-2-1 0 0 0,-15-18 0 0 0,17 24-16 0 0,1-1 1 0 0,-12-20-1 0 0,18 29 38 0 0,1-1 0 0 0,-1 1 0 0 0,1 0 0 0 0,0-1 1 0 0,1 0-1 0 0,-1 1 0 0 0,1-1 0 0 0,0 0 1 0 0,1 0-1 0 0,-1-8 0 0 0,2 11 6 0 0,-1-1 1 0 0,1 1-1 0 0,0 0 0 0 0,0-1 0 0 0,0 1 1 0 0,1 0-1 0 0,-1-1 0 0 0,1 1 1 0 0,0 0-1 0 0,0 0 0 0 0,0 1 1 0 0,0-1-1 0 0,0 0 0 0 0,1 0 0 0 0,-1 1 1 0 0,1 0-1 0 0,-1-1 0 0 0,1 1 1 0 0,4-2-1 0 0,-3 1 12 0 0,1 1 0 0 0,-1 0-1 0 0,1 0 1 0 0,-1 0 0 0 0,1 0 0 0 0,0 1 0 0 0,0 0-1 0 0,-1 0 1 0 0,1 0 0 0 0,0 0 0 0 0,0 1 0 0 0,0 0-1 0 0,5 0 1 0 0,35 7-1 0 0,49 15 0 0 0,-49-11 0 0 0,47 6 0 0 0,-69-15 20 0 0,0-1 0 0 0,-1-1 0 0 0,40-5 1 0 0,66-21-1016 0 0,-89 16-3579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3:02.1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4112 200 1871 0 0,'1'-3'14'0'0,"-1"0"1"0"0,1 0-1 0 0,-1 1 0 0 0,1-1 0 0 0,0 0 0 0 0,0 1 0 0 0,0-1 0 0 0,1 1 0 0 0,2-5 0 0 0,-2 4 77 0 0,-1 0 1 0 0,1 0-1 0 0,-1 0 1 0 0,0 0-1 0 0,2-5 1 0 0,-2 5 29 0 0,-1 0 0 0 0,0 0 1 0 0,0 0-1 0 0,0 0 0 0 0,0 0 1 0 0,0 0-1 0 0,0 0 0 0 0,-1 0 1 0 0,1 0-1 0 0,-1 0 0 0 0,0 0 1 0 0,0 0-1 0 0,0 1 0 0 0,0-1 1 0 0,-3-4-1 0 0,1 3 58 0 0,0 0 0 0 0,0 0 0 0 0,-1 1 0 0 0,1-1 0 0 0,-1 1 0 0 0,0 0 1 0 0,0 0-1 0 0,-7-4 0 0 0,-4-1 264 0 0,0 1 1 0 0,-1 1-1 0 0,0 0 1 0 0,-25-5-1 0 0,6 4-164 0 0,-1 1-1 0 0,-43-1 1 0 0,-75 5 182 0 0,102 3-184 0 0,-380 7 929 0 0,264-3-530 0 0,-227 38 0 0 0,203-5-271 0 0,53-8-274 0 0,-350 94-51 0 0,369-86 76 0 0,1 5 0 0 0,2 5 0 0 0,-113 66 0 0 0,203-99-156 0 0,-160 93 0 0 0,130-72 0 0 0,-63 53 0 0 0,-131 148-31 0 0,232-218 30 0 0,-13 16-14 0 0,1 1 0 0 0,1 2 0 0 0,-29 49 0 0 0,-63 132-68 0 0,84-146 74 0 0,13-26-23 0 0,-36 96 0 0 0,61-142 31 0 0,-4 9-57 0 0,4-10 57 0 0,0 0 0 0 0,0 1-1 0 0,0-1 1 0 0,-1 0 0 0 0,1 0-1 0 0,0 0 1 0 0,0 0-1 0 0,0 1 1 0 0,0-1 0 0 0,0 0-1 0 0,-1 0 1 0 0,1 0 0 0 0,0 0-1 0 0,0 0 1 0 0,0 0 0 0 0,0 0-1 0 0,-1 1 1 0 0,1-1 0 0 0,0 0-1 0 0,0 0 1 0 0,0 0 0 0 0,-1 0-1 0 0,1 0 1 0 0,0 0 0 0 0,0 0-1 0 0,0 0 1 0 0,-1 0-1 0 0,1 0 1 0 0,0 0 0 0 0,0 0-1 0 0,0 0 1 0 0,-1 0 0 0 0,1 0-1 0 0,0-1 1 0 0,0 1 0 0 0,0 0-1 0 0,-1 0 1 0 0,1 0 0 0 0,0 0-1 0 0,0 0 1 0 0,0 0 0 0 0,0 0-1 0 0,-1-1 1 0 0,1 1 0 0 0,0 0-1 0 0,0 0 1 0 0,0 0 0 0 0,0 0-1 0 0,0 0 1 0 0,0-1-1 0 0,0 1 1 0 0,-1 0 0 0 0,1 0-1 0 0,0 0 1 0 0,0-1 0 0 0,0 1-1 0 0,0 0 1 0 0,0 0 0 0 0,0 0-1 0 0,0-1 1 0 0,0 1 0 0 0,-5-10-100 0 0,0 0 0 0 0,1-1 0 0 0,0 0 0 0 0,-3-17 0 0 0,-6-49-561 0 0,-4-16 329 0 0,14 84 298 0 0,1 1-1 0 0,-2-1 1 0 0,-5-12 0 0 0,8 19 23 0 0,0 0-1 0 0,-1 0 1 0 0,1 0-1 0 0,0 0 1 0 0,-1 0-1 0 0,1 0 1 0 0,-1 0 0 0 0,1 1-1 0 0,-1-1 1 0 0,0 1-1 0 0,0-1 1 0 0,0 1-1 0 0,0 0 1 0 0,0-1 0 0 0,0 1-1 0 0,0 0 1 0 0,0 0-1 0 0,0 1 1 0 0,-4-2-1 0 0,5 2-7 0 0,0 1-1 0 0,-1-1 0 0 0,1 0 1 0 0,0 1-1 0 0,0-1 0 0 0,-1 0 1 0 0,1 1-1 0 0,0 0 0 0 0,0-1 1 0 0,0 1-1 0 0,0 0 0 0 0,0-1 1 0 0,0 1-1 0 0,0 0 0 0 0,0 0 1 0 0,0 0-1 0 0,0 0 1 0 0,0 0-1 0 0,1 0 0 0 0,-1 0 1 0 0,0 0-1 0 0,1 0 0 0 0,-1 0 1 0 0,1 1-1 0 0,-1-1 0 0 0,0 2 1 0 0,-1 3-34 0 0,-1 1 1 0 0,1 0 0 0 0,-2 9 0 0 0,2 1 46 0 0,0 0 1 0 0,1 0-1 0 0,0 1 1 0 0,1-1-1 0 0,2 0 1 0 0,-1 1 0 0 0,7 24-1 0 0,-4-27 18 0 0,0-1 0 0 0,1 0 0 0 0,0-1 0 0 0,1 1 0 0 0,1-1 0 0 0,0 0 0 0 0,1-1 0 0 0,0 0 0 0 0,13 14 0 0 0,-19-22-7 0 0,2-1 0 0 0,-1 0-1 0 0,0 0 1 0 0,1 0-1 0 0,-1 0 1 0 0,1 0 0 0 0,0-1-1 0 0,0 0 1 0 0,0 0 0 0 0,0 0-1 0 0,0 0 1 0 0,1 0-1 0 0,-1-1 1 0 0,0 0 0 0 0,1 0-1 0 0,-1 0 1 0 0,1-1 0 0 0,0 1-1 0 0,-1-1 1 0 0,1 0-1 0 0,-1 0 1 0 0,1-1 0 0 0,-1 1-1 0 0,1-1 1 0 0,-1 0 0 0 0,1 0-1 0 0,-1-1 1 0 0,0 1-1 0 0,1-1 1 0 0,-1 0 0 0 0,7-5-1 0 0,33-20 294 0 0,60-50 0 0 0,6-4-624 0 0,-84 64-556 0 0,1 2-2801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3:06.9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46 886 1871 0 0,'-26'-2'120'0'0,"25"2"-118"0"0,0 0 0 0 0,0 0 0 0 0,0-1 0 0 0,0 1 0 0 0,0 0 0 0 0,0-1 0 0 0,0 1 0 0 0,0-1 0 0 0,0 0 0 0 0,0 1 0 0 0,1-1 0 0 0,-1 1 0 0 0,0-1 0 0 0,0 0 0 0 0,1 0 0 0 0,-1 0 0 0 0,0 1 0 0 0,1-1 0 0 0,-1-1 0 0 0,0 0 7 0 0,0 0 0 0 0,1 1-1 0 0,0-1 1 0 0,-1 0 0 0 0,1 1-1 0 0,0-1 1 0 0,0 0 0 0 0,0 0-1 0 0,0 0 1 0 0,0 1-1 0 0,1-1 1 0 0,-1 0 0 0 0,1 0-1 0 0,0-1 1 0 0,11-28 212 0 0,-8 22-164 0 0,2-5 157 0 0,1 1-1 0 0,0 1 0 0 0,1-1 0 0 0,1 1 0 0 0,0 1 0 0 0,13-14 0 0 0,4-1 109 0 0,39-30 0 0 0,-17 23-7 0 0,0 3 0 0 0,96-46-1 0 0,-79 44-244 0 0,322-127-170 0 0,-304 129 64 0 0,386-116-18 0 0,-43 52 894 0 0,-341 83-677 0 0,1 4 0 0 0,109 4-1 0 0,-136 6-127 0 0,67 13-1 0 0,56 20 33 0 0,-112-21-59 0 0,21 5 280 0 0,99 35-1 0 0,-143-37-127 0 0,-1 1 0 0 0,0 3 0 0 0,75 48 0 0 0,-68-35 47 0 0,-2 3-1 0 0,84 80 1 0 0,53 111-98 0 0,78 176 747 0 0,-230-345-845 0 0,55 99-33 0 0,-75-126 65 0 0,-1 1 0 0 0,21 70 0 0 0,-22-48 204 0 0,3 0 0 0 0,36 81 0 0 0,-22-76-190 0 0,-10-22-8 0 0,-2 2 1 0 0,19 57-1 0 0,-29-64-41 0 0,-4-14 3 0 0,1 0 1 0 0,0 0-1 0 0,2-1 0 0 0,10 21 0 0 0,-16-35-11 0 0,-13-11 0 0 0,-40-25 41 0 0,33 20-22 0 0,0 1 0 0 0,1-2 1 0 0,-22-19-1 0 0,20 11-68 0 0,2 0 0 0 0,0-2 1 0 0,-19-32-1 0 0,-17-22-2 0 0,49 72 83 0 0,0-1 1 0 0,-1 1-1 0 0,-9-8 0 0 0,-7-5 759 0 0,32 27-784 0 0,0-1 0 0 0,16 8 0 0 0,-4-1-20 0 0,19 14 133 0 0,2-3 0 0 0,60 29 0 0 0,-79-44-65 0 0,0-2 0 0 0,1-1 0 0 0,1-1 0 0 0,-1-1 0 0 0,1-1-1 0 0,29 2 1 0 0,-46-7-34 0 0,-1-1 0 0 0,0 0 0 0 0,1 0 0 0 0,-1-1 0 0 0,18-3 0 0 0,-24 3-13 0 0,0 0-1 0 0,0 0 1 0 0,0 0-1 0 0,0 0 1 0 0,0-1-1 0 0,0 0 1 0 0,-1 1-1 0 0,1-1 0 0 0,0 0 1 0 0,-1 0-1 0 0,1 0 1 0 0,-1-1-1 0 0,0 1 1 0 0,0-1-1 0 0,0 1 1 0 0,0-1-1 0 0,0 0 1 0 0,0 0-1 0 0,-1 0 1 0 0,2-3-1 0 0,3-9 14 0 0,5-28 0 0 0,0 0-778 0 0,-3 20 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3:55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871 3041 455 0 0,'-21'3'1972'0'0,"17"-2"-1439"0"0,0-1 0 0 0,0 1-1 0 0,0-1 1 0 0,0 1 0 0 0,-6-2-1 0 0,10 1-525 0 0,0 0 0 0 0,0 0 0 0 0,0-1 0 0 0,0 1 0 0 0,0 0 0 0 0,0 0 0 0 0,0-1 0 0 0,0 1 0 0 0,0 0 0 0 0,0-1 0 0 0,0 1 0 0 0,0 0-1 0 0,0 0 1 0 0,0-1 0 0 0,0 1 0 0 0,1 0 0 0 0,-1 0 0 0 0,0 0 0 0 0,0-1 0 0 0,0 1 0 0 0,0 0 0 0 0,1 0 0 0 0,-1 0 0 0 0,0-1 0 0 0,0 1 0 0 0,0 0 0 0 0,1 0-1 0 0,-1 0 1 0 0,0 0 0 0 0,0 0 0 0 0,1-1 0 0 0,-1 1 0 0 0,0 0 0 0 0,1 0 0 0 0,9-8 271 0 0,-10 8-277 0 0,136-109 102 0 0,-111 87 43 0 0,-2-2 0 0 0,0 0 0 0 0,23-34-1 0 0,2-14 31 0 0,-3-3-1 0 0,-3-1 0 0 0,-3-2 1 0 0,-4-2-1 0 0,44-146 0 0 0,-67 178 30 0 0,-2-1-1 0 0,-3 0 0 0 0,-1-1 0 0 0,-2 0 0 0 0,-3 1 0 0 0,-2-1 0 0 0,-10-72 0 0 0,-1 53 221 0 0,-2 1 0 0 0,-3 0 0 0 0,-4 2 0 0 0,-50-114 0 0 0,29 95-72 0 0,-3 3 1 0 0,-4 1 0 0 0,-3 2 0 0 0,-4 3 0 0 0,-3 2 0 0 0,-3 3-1 0 0,-115-101 1 0 0,147 147-277 0 0,-2 2-1 0 0,0 1 0 0 0,-47-24 1 0 0,-109-42 448 0 0,45 24-340 0 0,125 55-193 0 0,-11-5-83 0 0,-30-19-1 0 0,50 27 74 0 0,1 0 0 0 0,-1-1 0 0 0,1 0 0 0 0,0-1 0 0 0,1 1-1 0 0,0-1 1 0 0,-8-12 0 0 0,17 24 18 0 0,0 1 0 0 0,-1-1 0 0 0,1 1 0 0 0,-1-1 0 0 0,0 1 0 0 0,0 7 0 0 0,4 41 0 0 0,-4-38 0 0 0,2 62 97 0 0,-8 79 0 0 0,-1-6 37 0 0,6-136-134 0 0,1-10 0 0 0,-2-13 0 0 0,-2-42-82 0 0,-26-273-164 0 0,27 308 242 0 0,-6-35-16 0 0,2 1 0 0 0,1-54 0 0 0,5 103 20 0 0,0-4 7 0 0,0-1-1 0 0,1 1 0 0 0,-1-1 0 0 0,1 1 1 0 0,2-8-1 0 0,-2 12-3 0 0,-1 0 0 0 0,0 0 0 0 0,1 0 0 0 0,-1 0 0 0 0,1 0 0 0 0,0 0 0 0 0,-1 0 0 0 0,1 1 0 0 0,0-1 0 0 0,-1 0 0 0 0,1 0 0 0 0,0 0 0 0 0,0 1 0 0 0,0-1-1 0 0,0 0 1 0 0,-1 1 0 0 0,1-1 0 0 0,0 1 0 0 0,0-1 0 0 0,0 1 0 0 0,0 0 0 0 0,1-1 0 0 0,-1 1 0 0 0,0 0 0 0 0,0-1 0 0 0,0 1 0 0 0,0 0 0 0 0,0 0 0 0 0,0 0 0 0 0,0 0 0 0 0,0 0 0 0 0,0 0 0 0 0,2 1 0 0 0,16 3 68 0 0,32 11 0 0 0,-31-9 76 0 0,28 6 1 0 0,-4-7 123 0 0,-1-2-1 0 0,80-6 0 0 0,-11 0-1675 0 0,-80 4-4001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3:59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0 489 2303 0 0,'1'-2'-107'0'0,"0"0"0"0"0,0 0 0 0 0,0 1 0 0 0,0-1 0 0 0,1 0 0 0 0,-1 1 0 0 0,0-1 0 0 0,1 1 0 0 0,-1-1 0 0 0,3-1 0 0 0,0 0 212 0 0,33-30 577 0 0,74-52-1 0 0,-55 45-60 0 0,-9 5-224 0 0,3 1 0 0 0,0 3 0 0 0,2 3 0 0 0,63-26-1 0 0,-61 32-176 0 0,125-44 359 0 0,-145 56-474 0 0,-1 1 0 0 0,2 3 0 0 0,52-5 0 0 0,-58 9-53 0 0,0 3 0 0 0,0 0 0 0 0,0 2 0 0 0,0 0 0 0 0,0 3 0 0 0,0 0 0 0 0,51 20 0 0 0,167 76 64 0 0,-206-81-24 0 0,-2 2 0 0 0,0 1 0 0 0,66 53 0 0 0,-61-36 108 0 0,-1 1 1 0 0,-2 2-1 0 0,-2 1 1 0 0,-2 3-1 0 0,-2 1 0 0 0,-3 1 1 0 0,-1 2-1 0 0,-3 1 1 0 0,27 72-1 0 0,-38-74-157 0 0,-3 0 0 0 0,-2 1-1 0 0,-2 1 1 0 0,-2-1 0 0 0,1 94 0 0 0,-29 268 596 0 0,15-362-538 0 0,-56 481 1562 0 0,39-403-1296 0 0,-7-1 1 0 0,-47 134 0 0 0,39-166-159 0 0,-4-1-1 0 0,-62 105 1 0 0,-48 17 312 0 0,93-139-388 0 0,-23 27-127 0 0,-4-4 0 0 0,-5-4 0 0 0,-104 89 0 0 0,179-174-23 0 0,4-2-13 0 0,-1-1 0 0 0,0 0 0 0 0,0-1-1 0 0,-1 0 1 0 0,-26 13 0 0 0,38-22 29 0 0,0 1 1 0 0,0-1-1 0 0,0 0 0 0 0,0 1 0 0 0,0-1 0 0 0,0 0 0 0 0,0 0 0 0 0,0 0 0 0 0,0 1 0 0 0,0-1 1 0 0,0 0-1 0 0,0 0 0 0 0,0-1 0 0 0,0 1 0 0 0,0 0 0 0 0,1 0 0 0 0,-1 0 0 0 0,0-1 1 0 0,0 1-1 0 0,0 0 0 0 0,0-1 0 0 0,0 1 0 0 0,-1-1 0 0 0,1-1-2 0 0,0 1-1 0 0,0 0 0 0 0,0 0 0 0 0,0-1 1 0 0,0 1-1 0 0,0-1 0 0 0,0 1 1 0 0,0-1-1 0 0,1 1 0 0 0,-1-1 1 0 0,1 1-1 0 0,-2-3 0 0 0,1-6-16 0 0,-1 0 0 0 0,1 0-1 0 0,1-17 1 0 0,0 22 18 0 0,-7-169-66 0 0,0 1 0 0 0,10 142 68 0 0,0 36 1 0 0,-1 3-12 0 0,-1 7-4 0 0,0-1 1 0 0,-1 0 0 0 0,-4 29 0 0 0,-13 43 19 0 0,3-17-7 0 0,13-62-1 0 0,-1 6-5 0 0,0 0 0 0 0,0 0 0 0 0,2-1 1 0 0,0 20-1 0 0,1-28 15 0 0,-1-1 0 0 0,1 0 0 0 0,-1 1 0 0 0,1-1 0 0 0,0 0 0 0 0,0 0 0 0 0,1 0 0 0 0,-1 0-1 0 0,1 0 1 0 0,-1 0 0 0 0,1 0 0 0 0,0 0 0 0 0,0 0 0 0 0,1-1 0 0 0,-1 1 0 0 0,0-1 0 0 0,1 0 0 0 0,-1 0 0 0 0,1 0 0 0 0,0 0 0 0 0,0 0 0 0 0,4 2 0 0 0,-2-2-17 0 0,0 0 0 0 0,-1-1 0 0 0,1 0 0 0 0,0 0 0 0 0,0 0 0 0 0,0 0 0 0 0,0-1 0 0 0,0 1 0 0 0,0-2 0 0 0,1 1 0 0 0,-1 0 0 0 0,0-1 0 0 0,0 0 0 0 0,0 0 0 0 0,8-3 0 0 0,6-4 36 0 0,0 0 0 0 0,30-19 1 0 0,-6 4-32 0 0,-15 11-557 0 0,55-16-1 0 0,-64 23-4016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4:04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319 4003 4607 0 0,'-2'1'-20'0'0,"-1"-1"0"0"0,1 1 0 0 0,0-1 0 0 0,0 1 0 0 0,-1 0 0 0 0,1 0-1 0 0,0 0 1 0 0,0 0 0 0 0,0 0 0 0 0,0 0 0 0 0,0 0 0 0 0,0 1 0 0 0,0-1 0 0 0,0 1-1 0 0,1 0 1 0 0,-1-1 0 0 0,1 1 0 0 0,-1 0 0 0 0,-1 4 0 0 0,3-6 28 0 0,0 1 0 0 0,0 0 0 0 0,0-1 0 0 0,0 1 0 0 0,0 0 0 0 0,0-1 0 0 0,0 1-1 0 0,0 0 1 0 0,1-1 0 0 0,-1 1 0 0 0,0-1 0 0 0,0 1 0 0 0,1-1 0 0 0,-1 1 0 0 0,1 0 0 0 0,-1-1 0 0 0,0 1 0 0 0,1-1 0 0 0,-1 1 0 0 0,1-1 0 0 0,-1 0 0 0 0,1 1 0 0 0,-1-1 0 0 0,1 0 0 0 0,0 1 0 0 0,-1-1 0 0 0,2 1 0 0 0,16 9 50 0 0,-6-6 109 0 0,0 0 0 0 0,0-1 0 0 0,0-1 0 0 0,1 1 0 0 0,-1-2 0 0 0,14 1-1 0 0,77-6 559 0 0,-89 4-658 0 0,93-10 202 0 0,115-24 0 0 0,-142 17-244 0 0,0-5-1 0 0,78-31 1 0 0,-120 38 28 0 0,-1-2 1 0 0,-1-2-1 0 0,-1-1 0 0 0,0-2 1 0 0,-2-1-1 0 0,0-2 0 0 0,-2-1 1 0 0,-1-2-1 0 0,-1 0 0 0 0,-1-2 1 0 0,-2-1-1 0 0,-1-1 0 0 0,-2-2 1 0 0,-1 0-1 0 0,-1-1 0 0 0,-2-1 1 0 0,20-55-1 0 0,-21 39 68 0 0,-3-1-1 0 0,-3 0 1 0 0,-2-1-1 0 0,-2 0 0 0 0,2-77 1 0 0,-11 52 76 0 0,-2 1 1 0 0,-5 0-1 0 0,-19-90 0 0 0,-104-375 480 0 0,94 425-461 0 0,-5 2 0 0 0,-87-169 0 0 0,124 276-216 0 0,-192-340 0 0 0,156 287 0 0 0,-2 2 0 0 0,-2 1 0 0 0,-75-72 0 0 0,75 89 11 0 0,-1 2 0 0 0,-3 3-1 0 0,-1 1 1 0 0,-1 3 0 0 0,-77-37-1 0 0,-106-38-14 0 0,155 76 2 0 0,-84-21 0 0 0,142 47-7 0 0,11 4-2 0 0,0 0 0 0 0,0-1 0 0 0,0-1 0 0 0,-14-6 0 0 0,24 10 10 0 0,1 0 0 0 0,-1-1 0 0 0,0 1-1 0 0,0 0 1 0 0,0 0 0 0 0,0 0 0 0 0,0 0-1 0 0,0 0 1 0 0,0-1 0 0 0,0 1-1 0 0,0 0 1 0 0,0 0 0 0 0,0 0 0 0 0,0 0-1 0 0,1 0 1 0 0,-1 0 0 0 0,0-1 0 0 0,0 1-1 0 0,0 0 1 0 0,0 0 0 0 0,0 0 0 0 0,0 0-1 0 0,1 0 1 0 0,-1 0 0 0 0,0 0 0 0 0,0 0-1 0 0,0 0 1 0 0,0 0 0 0 0,0 0 0 0 0,1 0-1 0 0,-1 0 1 0 0,0 0 0 0 0,0 0 0 0 0,0 0-1 0 0,0 0 1 0 0,1 0 0 0 0,-1 0-1 0 0,0 0 1 0 0,0 0 0 0 0,0 0 0 0 0,1 0-1 0 0,9-2-73 0 0,-10 2 70 0 0,4-1 3 0 0,-1 1 0 0 0,0-1 0 0 0,0 1-1 0 0,0 0 1 0 0,0 0 0 0 0,0 0 0 0 0,1 0 0 0 0,-1 0 0 0 0,0 1 0 0 0,0-1 0 0 0,0 1-1 0 0,0 0 1 0 0,0 0 0 0 0,0 0 0 0 0,0 1 0 0 0,0-1 0 0 0,-1 1 0 0 0,1-1-1 0 0,0 1 1 0 0,-1 0 0 0 0,1 0 0 0 0,-1 0 0 0 0,0 0 0 0 0,1 1 0 0 0,-1-1 0 0 0,0 1-1 0 0,-1-1 1 0 0,1 1 0 0 0,0-1 0 0 0,-1 1 0 0 0,1 0 0 0 0,-1 0 0 0 0,0 0-1 0 0,1 4 1 0 0,7 32 39 0 0,-2 0-1 0 0,-2 1 0 0 0,-1-1 0 0 0,-3 69 1 0 0,-2-87-15 0 0,-4 26 1 0 0,4-40-19 0 0,0 1 0 0 0,-1 0 1 0 0,-1-1-1 0 0,1 1 0 0 0,-1-1 0 0 0,-6 11 0 0 0,9-18-4 0 0,0 0 0 0 0,0 1 0 0 0,0-1 0 0 0,0 0 1 0 0,-1 0-1 0 0,1 1 0 0 0,0-1 0 0 0,0 0 0 0 0,0 1 0 0 0,-1-1 0 0 0,1 0 0 0 0,0 0 0 0 0,0 0 0 0 0,-1 1 0 0 0,1-1 0 0 0,0 0 0 0 0,0 0 0 0 0,-1 0 0 0 0,1 1 0 0 0,0-1 0 0 0,-1 0 0 0 0,1 0 0 0 0,0 0 0 0 0,-1 0 0 0 0,1 0 0 0 0,0 0 0 0 0,-1 0 0 0 0,1 0 0 0 0,0 0 0 0 0,-1 0 1 0 0,1 0-1 0 0,0 0 0 0 0,-1 0 0 0 0,1 0 0 0 0,-9-10 1 0 0,-2-18-14 0 0,-26-147-37 0 0,17 76-7 0 0,6 30 18 0 0,2-1 1 0 0,4-1-1 0 0,2-140 0 0 0,6 203 39 0 0,0 0 0 0 0,1 1 0 0 0,1-1 0 0 0,-1 0 0 0 0,1 1 0 0 0,1 0-1 0 0,2-8 1 0 0,-4 13 1 0 0,0 0-1 0 0,0 1 0 0 0,0-1 1 0 0,0 1-1 0 0,0-1 0 0 0,0 1 1 0 0,0-1-1 0 0,0 1 1 0 0,1 0-1 0 0,-1-1 0 0 0,1 1 1 0 0,-1 0-1 0 0,1 0 0 0 0,-1 0 1 0 0,1 0-1 0 0,-1 0 0 0 0,1 1 1 0 0,0-1-1 0 0,-1 0 1 0 0,1 1-1 0 0,0-1 0 0 0,0 1 1 0 0,0 0-1 0 0,-1 0 0 0 0,1-1 1 0 0,0 1-1 0 0,0 0 0 0 0,0 1 1 0 0,0-1-1 0 0,-1 0 1 0 0,1 0-1 0 0,0 1 0 0 0,0-1 1 0 0,-1 1-1 0 0,3 0 0 0 0,11 6 16 0 0,0 0-1 0 0,-1 1 0 0 0,0 1 0 0 0,0 0 0 0 0,16 14 1 0 0,11 8 80 0 0,-10-11 16 0 0,1-1 0 0 0,0-2 0 0 0,1-1 0 0 0,1-2 0 0 0,1-1 0 0 0,44 11 0 0 0,129 16-814 0 0,-170-35-3212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4:09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4428 70 2479 0 0,'-1'-1'132'0'0,"0"1"-125"0"0,0-1 1 0 0,0 1-1 0 0,0-1 0 0 0,0 1 1 0 0,0-1-1 0 0,0 1 1 0 0,0-1-1 0 0,0 0 1 0 0,0 1-1 0 0,0-1 1 0 0,0 0-1 0 0,0 0 1 0 0,1 0-1 0 0,-1 0 1 0 0,0 0-1 0 0,1 0 1 0 0,-1 0-1 0 0,1 0 1 0 0,-1 0-1 0 0,0-1 0 0 0,4 0-7 0 0,13-6 309 0 0,1 1 0 0 0,0 1 0 0 0,0 0 0 0 0,27-5-1 0 0,-15 6-416 0 0,-1 2 0 0 0,48-1 0 0 0,-67 5 85 0 0,0-1 0 0 0,0 2 0 0 0,-1-1 0 0 0,1 1 0 0 0,0 0 0 0 0,-1 1-1 0 0,0-1 1 0 0,1 2 0 0 0,-1-1 0 0 0,0 1 0 0 0,-1 1 0 0 0,1-1 0 0 0,6 7-1 0 0,13 12 356 0 0,-2 1-1 0 0,-1 1 1 0 0,-2 1-1 0 0,0 2 1 0 0,-1 0-1 0 0,24 46 0 0 0,-30-45-94 0 0,-1 2 0 0 0,-2 0-1 0 0,14 58 1 0 0,-15-38 183 0 0,8 88 0 0 0,-17-105-239 0 0,-2-1 0 0 0,-2 1-1 0 0,-1-1 1 0 0,-1 0 0 0 0,-11 42 0 0 0,3-31 85 0 0,-2-2 0 0 0,-1 0 0 0 0,-31 58 0 0 0,29-70-238 0 0,-1-1 0 0 0,-2-1-1 0 0,-38 43 1 0 0,-80 66 171 0 0,69-77 468 0 0,-142 94 0 0 0,130-101-641 0 0,-165 79 0 0 0,-180 17 140 0 0,270-99-146 0 0,-199 50-30 0 0,-220 11-294 0 0,424-87 338 0 0,-151 18 82 0 0,-237 0 693 0 0,341-20-912 0 0,44-3 47 0 0,-55 8 126 0 0,25-3-12 0 0,-70 20-159 0 0,222-38 104 0 0,3 1-1 0 0,1-2 0 0 0,-1-2 0 0 0,0 0 0 0 0,-34-3 0 0 0,54 0-18 0 0,0-2-1 0 0,1 1 0 0 0,-1-1 1 0 0,1 0-1 0 0,-1-1 0 0 0,1 0 1 0 0,0 0-1 0 0,0-1 0 0 0,0 0 1 0 0,1-1-1 0 0,-10-6 0 0 0,4-1 20 0 0,12 11-5 0 0,0-1 1 0 0,-1 1 0 0 0,0-1 0 0 0,1 1 0 0 0,-1 0 0 0 0,0-1 0 0 0,1 1 0 0 0,-1 0 0 0 0,0 0-1 0 0,0 0 1 0 0,0 0 0 0 0,0 1 0 0 0,-4-2 0 0 0,-8 0-86 0 0,11 1 83 0 0,0 1 0 0 0,0-1 0 0 0,0 1 0 0 0,1-1 0 0 0,-1 0 1 0 0,0 0-1 0 0,0 0 0 0 0,0-1 0 0 0,1 1 0 0 0,-1 0 0 0 0,1-1 0 0 0,-1 0 1 0 0,-4-4-1 0 0,7 6-2 0 0,-1-1 1 0 0,0 0-1 0 0,0 0 1 0 0,1 0 0 0 0,-1 0-1 0 0,1 0 1 0 0,-1 0-1 0 0,1 0 1 0 0,-1 0 0 0 0,1 0-1 0 0,-1 0 1 0 0,1 0-1 0 0,0 0 1 0 0,0-1 0 0 0,-1 1-1 0 0,1 0 1 0 0,0 0-1 0 0,0 0 1 0 0,0 0 0 0 0,1-2-1 0 0,-1 0 0 0 0,1 1 1 0 0,0-1-1 0 0,0 1 0 0 0,0-1 1 0 0,0 1-1 0 0,0-1 0 0 0,0 1 1 0 0,4-4-1 0 0,1-2-11 0 0,1 0-1 0 0,1 1 1 0 0,12-11-1 0 0,10-4-17 0 0,1 1 0 0 0,1 1 0 0 0,1 2 0 0 0,0 1-1 0 0,68-23 1 0 0,-100 39 35 0 0,7-2 0 0 0,0 0 0 0 0,1 1 0 0 0,-1 0 0 0 0,0 0 0 0 0,1 1 0 0 0,-1 0 0 0 0,1 0 0 0 0,9 1 0 0 0,-18 0 1 0 0,0 0-1 0 0,1 0 0 0 0,-1 0 0 0 0,0 0 1 0 0,0 0-1 0 0,0 0 0 0 0,0 0 0 0 0,1 0 1 0 0,-1 0-1 0 0,0 0 0 0 0,0 0 0 0 0,0 0 1 0 0,0 0-1 0 0,1 0 0 0 0,-1 1 0 0 0,0-1 1 0 0,0 0-1 0 0,0 0 0 0 0,0 0 0 0 0,0 0 1 0 0,1 0-1 0 0,-1 0 0 0 0,0 0 0 0 0,0 0 1 0 0,0 1-1 0 0,0-1 0 0 0,0 0 1 0 0,0 0-1 0 0,0 0 0 0 0,0 0 0 0 0,1 0 1 0 0,-1 1-1 0 0,0-1 0 0 0,0 0 0 0 0,0 0 1 0 0,0 0-1 0 0,0 0 0 0 0,0 1 0 0 0,-5 5 22 0 0,-9 3 10 0 0,-174 76 42 0 0,117-56-84 0 0,-10 4 75 0 0,30-13-34 0 0,-86 46 1 0 0,135-65-32 0 0,0 1 0 0 0,0-1 0 0 0,0 1 0 0 0,0-1 0 0 0,0 1 0 0 0,0-1 0 0 0,1 1 0 0 0,-1 0 0 0 0,0 0 0 0 0,1 0 0 0 0,-3 3 0 0 0,4-4 0 0 0,0 0 0 0 0,-1 1 0 0 0,1-1 0 0 0,0 0 0 0 0,0 0 0 0 0,0 0 0 0 0,0 0 0 0 0,0 0 0 0 0,0 1 0 0 0,0-1 0 0 0,0 0 0 0 0,0 0 0 0 0,1 0 0 0 0,-1 0 0 0 0,0 0 0 0 0,1 0 0 0 0,-1 0 0 0 0,1 0 0 0 0,-1 0 0 0 0,1 0 0 0 0,0 0 0 0 0,-1 0 0 0 0,1 0 0 0 0,0 0 0 0 0,-1 0 0 0 0,3 1 0 0 0,20 20 0 0 0,1-2 0 0 0,1 0 0 0 0,0-1 0 0 0,38 19 0 0 0,6 6 0 0 0,-58-36-45 0 0,5 1 116 0 0,-2 2 0 0 0,26 22 0 0 0,-36-28-158 0 0,0-1-1 0 0,-1 1 1 0 0,1-1-1 0 0,-1 1 1 0 0,0 0-1 0 0,0 1 1 0 0,0-1-1 0 0,-1 0 1 0 0,0 1-1 0 0,0-1 1 0 0,0 1-1 0 0,1 10 1 0 0,-2-6-3792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4:12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10784 312 1375 0 0,'9'-1'95'0'0,"-1"0"-1"0"0,15-3 0 0 0,11-2 5 0 0,-8 3-64 0 0,-20 2 220 0 0,1 0 0 0 0,0 0 0 0 0,0 1 0 0 0,0 0 0 0 0,0 0 0 0 0,-1 1 0 0 0,10 1-1 0 0,-15-1-221 0 0,0-1-1 0 0,0 0 0 0 0,0 1 0 0 0,-1 0 0 0 0,1-1 1 0 0,0 1-1 0 0,0-1 0 0 0,-1 1 0 0 0,1 0 1 0 0,-1-1-1 0 0,1 1 0 0 0,0 0 0 0 0,-1 0 0 0 0,1 0 1 0 0,-1-1-1 0 0,0 1 0 0 0,1 0 0 0 0,-1 0 0 0 0,0 0 1 0 0,1 0-1 0 0,-1 0 0 0 0,0 0 0 0 0,0 0 0 0 0,0 0 1 0 0,0 0-1 0 0,0 0 0 0 0,0 0 0 0 0,0-1 0 0 0,0 1 1 0 0,-1 1-1 0 0,-5 34 1001 0 0,3-27-729 0 0,1 5 99 0 0,1 0 0 0 0,-1 22-1 0 0,2-19-166 0 0,-4 23 0 0 0,-20 176 2503 0 0,23-203-2681 0 0,-1 1 1 0 0,-1 0-1 0 0,0-1 1 0 0,0 0-1 0 0,-1 0 1 0 0,-1 0-1 0 0,0 0 0 0 0,-1-1 1 0 0,-9 15-1 0 0,2-7 75 0 0,0-1 0 0 0,-2-1-1 0 0,-1 0 1 0 0,-26 24 0 0 0,4-8 17 0 0,-1-1 1 0 0,-2-3-1 0 0,-1-1 1 0 0,-2-2-1 0 0,0-1 1 0 0,-87 33-1 0 0,-254 70 1122 0 0,-117-20-184 0 0,349-79-991 0 0,-66 11-18 0 0,23-13-42 0 0,-89 9 69 0 0,189-29 109 0 0,-441 28 495 0 0,372-32-577 0 0,-377 3 182 0 0,381-12 268 0 0,-218-36 1 0 0,-50-50-420 0 0,131 25-171 0 0,63 15 7 0 0,-89-18 0 0 0,-160-17-72 0 0,344 63 72 0 0,-542-102 0 0 0,673 123 1 0 0,-458-110 62 0 0,9-12-63 0 0,-124-13-52 0 0,467 113 40 0 0,-443-95-52 0 0,409 90 64 0 0,-58-13 0 0 0,-120-34 0 0 0,-66-15 0 0 0,-16-14-64 0 0,320 85 64 0 0,23 6 0 0 0,-68-25 0 0 0,116 32-10 0 0,12 4 2 0 0,-1 0 1 0 0,1 1-1 0 0,-1 0 0 0 0,0 0 1 0 0,0 0-1 0 0,-9 0 0 0 0,21 3-1 0 0,0 1-1 0 0,0-1 1 0 0,-1 1-1 0 0,1 0 1 0 0,-1 1-1 0 0,0-1 1 0 0,6 4-1 0 0,-1 0-6 0 0,0 0 10 0 0,0 0 1 0 0,-1 1-1 0 0,0 0 0 0 0,0 0 1 0 0,0 1-1 0 0,-1 0 0 0 0,0 0 0 0 0,-1 1 1 0 0,0 0-1 0 0,0 0 0 0 0,-1 0 0 0 0,0 1 1 0 0,-1 0-1 0 0,0 0 0 0 0,0 0 0 0 0,-1 0 1 0 0,0 1-1 0 0,-1-1 0 0 0,0 1 0 0 0,-1-1 1 0 0,0 1-1 0 0,-2 18 0 0 0,1-28 7 0 0,0 0-1 0 0,0 0 1 0 0,0 0-1 0 0,0 0 1 0 0,0 0-1 0 0,0 0 1 0 0,-1 0-1 0 0,1 0 0 0 0,0 0 1 0 0,-1 0-1 0 0,1 0 1 0 0,-1 0-1 0 0,1 0 1 0 0,-1 0-1 0 0,0 0 1 0 0,1 0-1 0 0,-1-1 1 0 0,0 1-1 0 0,1 0 1 0 0,-1-1-1 0 0,0 1 1 0 0,0 0-1 0 0,-1 0 0 0 0,0 0-2 0 0,1-1 0 0 0,-1 1 0 0 0,0-1 0 0 0,0 0 0 0 0,1 1 0 0 0,-1-1-1 0 0,0 0 1 0 0,0 0 0 0 0,0 0 0 0 0,0 0 0 0 0,1-1 0 0 0,-4 1 0 0 0,-4-3-10 0 0,0 0 0 0 0,0 0 0 0 0,-16-9 0 0 0,25 12 12 0 0,-155-93-78 0 0,98 56 28 0 0,57 37 50 0 0,0-1 1 0 0,-1 1-1 0 0,1 0 0 0 0,-1 0 0 0 0,1-1 0 0 0,0 1 0 0 0,-1 0 0 0 0,1 0 1 0 0,0-1-1 0 0,-1 1 0 0 0,1 0 0 0 0,0-1 0 0 0,0 1 0 0 0,-1-1 1 0 0,1 1-1 0 0,0 0 0 0 0,0-1 0 0 0,0 1 0 0 0,-1-1 0 0 0,1 1 1 0 0,0-1-1 0 0,0 1 0 0 0,0-1 0 0 0,0 1 0 0 0,0-1 0 0 0,0 1 0 0 0,0 0 1 0 0,0-1-1 0 0,0 0 0 0 0,1 0 3 0 0,-1 0-1 0 0,1 0 1 0 0,-1 0-1 0 0,1 0 1 0 0,0 0 0 0 0,-1 0-1 0 0,1 0 1 0 0,0 0-1 0 0,0 0 1 0 0,0 0 0 0 0,1-1-1 0 0,5-3 9 0 0,0 1 0 0 0,13-7-1 0 0,-16 8-24 0 0,6-1 4 0 0,0-1 1 0 0,0 1 0 0 0,1 1-1 0 0,-1 0 1 0 0,19-3 0 0 0,57-1 11 0 0,5-1-2 0 0,-76 5-78 0 0,-1-1 0 0 0,1 0 0 0 0,-1-1 0 0 0,0 0-1 0 0,0-1 1 0 0,-1-1 0 0 0,0 0 0 0 0,0-1 0 0 0,-1-1 0 0 0,1 0-1 0 0,-2 0 1 0 0,1-1 0 0 0,-2 0 0 0 0,1-1 0 0 0,10-15 0 0 0,-5 5-5776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4:44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743 2799 455 0 0,'-15'11'394'0'0,"-1"-1"-1"0"0,1 0 0 0 0,-2-1 0 0 0,1-1 0 0 0,-1-1 0 0 0,-19 6 0 0 0,32-12-280 0 0,-1 1-1 0 0,0-1 1 0 0,0 0-1 0 0,0-1 1 0 0,0 1-1 0 0,0-1 1 0 0,1 0-1 0 0,-1 0 0 0 0,0 0 1 0 0,0-1-1 0 0,-7-1 1 0 0,5-1 18 0 0,-1 1 1 0 0,0-1 0 0 0,1 0-1 0 0,0-1 1 0 0,0 0 0 0 0,-9-6-1 0 0,-2-4 191 0 0,0-1 1 0 0,1-1-1 0 0,-28-33 0 0 0,36 38-201 0 0,-152-184 1381 0 0,121 141-705 0 0,-59-104 1 0 0,87 132-529 0 0,0-1 0 0 0,1 0 1 0 0,2 0-1 0 0,1-1 0 0 0,-9-53 1 0 0,12 37-152 0 0,2 1 0 0 0,2 0 1 0 0,5-54-1 0 0,1 54-44 0 0,2 1-1 0 0,1-1 1 0 0,3 1-1 0 0,26-70 1 0 0,-13 58-64 0 0,2 0 0 0 0,61-94-1 0 0,-36 79-76 0 0,69-72 0 0 0,-75 91 12 0 0,18-18 21 0 0,4 2 0 0 0,127-96 1 0 0,-123 108 18 0 0,205-140-24 0 0,119-10 39 0 0,-236 140 0 0 0,224-60 0 0 0,-54 49-32 0 0,-223 57 16 0 0,123-5 0 0 0,60 23-32 0 0,-265 0 43 0 0,224 22-6 0 0,-106-6 11 0 0,83 16 36 0 0,-28-3-8 0 0,225 23 127 0 0,-2 24 16 0 0,-222-39 222 0 0,-90-19-210 0 0,-78-12-137 0 0,0-2 0 0 0,33 0 0 0 0,-62-4-23 0 0,-1 0-1 0 0,0-1 1 0 0,0 1-1 0 0,0 0 1 0 0,0-1-1 0 0,0 1 1 0 0,0 0 0 0 0,0-1-1 0 0,0 1 1 0 0,0 0-1 0 0,0-1 1 0 0,0 1-1 0 0,0 0 1 0 0,0-1-1 0 0,0 1 1 0 0,0-1-1 0 0,0 1 1 0 0,0 0-1 0 0,0-1 1 0 0,0 1-1 0 0,0 0 1 0 0,-1-1-1 0 0,1 1 1 0 0,0 0-1 0 0,0 0 1 0 0,0-1-1 0 0,-1 1 1 0 0,1 0 0 0 0,0-1-1 0 0,0 1 1 0 0,-1 0-1 0 0,-8-14 329 0 0,-38-49-266 0 0,-31-38-95 0 0,60 81-7 0 0,-1 0 0 0 0,-35-29 0 0 0,40 38 43 0 0,-25-18 388 0 0,36 27-308 0 0,0 0 1 0 0,-1 0 0 0 0,1 1-1 0 0,-1-1 1 0 0,1 1-1 0 0,-1 0 1 0 0,1 0-1 0 0,-1 0 1 0 0,0 0 0 0 0,-5 0-1 0 0,18 17-46 0 0,0-6-76 0 0,1 0 0 0 0,0 0 0 0 0,0-1 0 0 0,18 12 0 0 0,50 27-29 0 0,-53-34 44 0 0,0 2 0 0 0,37 29 0 0 0,-54-38-10 0 0,-1 0 0 0 0,0 0-1 0 0,0 0 1 0 0,-1 1 0 0 0,9 13 0 0 0,-13-18 11 0 0,-1 0 0 0 0,1 0 0 0 0,-1 1 0 0 0,0-1 1 0 0,0 0-1 0 0,0 1 0 0 0,0-1 0 0 0,0 1 0 0 0,-1 0 1 0 0,0-1-1 0 0,0 1 0 0 0,0-1 0 0 0,0 1 0 0 0,0 0 0 0 0,-1-1 1 0 0,1 1-1 0 0,-1-1 0 0 0,-2 6 0 0 0,-8 18-133 0 0,-2-2 0 0 0,0 1 0 0 0,-2-2 0 0 0,-1 0-1 0 0,-1-1 1 0 0,0 0 0 0 0,-22 20 0 0 0,2-7-2182 0 0,23-22 1255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4:47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1318 147 919 0 0,'0'1'8'0'0,"0"-1"0"0"0,0 0 0 0 0,-1 0 0 0 0,1 0 0 0 0,0 0 0 0 0,0 0 0 0 0,-1 0 0 0 0,1 0 0 0 0,0 0 0 0 0,0 0 0 0 0,-1 0 0 0 0,1 0-1 0 0,0-1 1 0 0,0 1 0 0 0,-1 0 0 0 0,1 0 0 0 0,0 0 0 0 0,0 0 0 0 0,0 0 0 0 0,-1 0 0 0 0,1 0 0 0 0,0-1 0 0 0,0 1 0 0 0,0 0-1 0 0,-1 0 1 0 0,1 0 0 0 0,0-1 0 0 0,0 1 0 0 0,0 0 0 0 0,0 0 0 0 0,-1 0 0 0 0,1-1 0 0 0,2-7-69 0 0,-1 7 63 0 0,-1 1 0 0 0,0-1 0 0 0,1 0 0 0 0,-1 1-1 0 0,0-1 1 0 0,0 1 0 0 0,0-1 0 0 0,1 0 0 0 0,-1 1-1 0 0,0-1 1 0 0,0 0 0 0 0,0 1 0 0 0,0-1-1 0 0,0 0 1 0 0,0 1 0 0 0,0-1 0 0 0,0 1 0 0 0,0-1-1 0 0,0 0 1 0 0,-1 1 0 0 0,1-1 0 0 0,0 0 0 0 0,0 1-1 0 0,-1-1 1 0 0,1 1 0 0 0,0-1 0 0 0,-1 1 0 0 0,1-1-1 0 0,-1 0 1 0 0,-21-15 669 0 0,-1 2 0 0 0,0 0 0 0 0,-1 2 0 0 0,0 0 0 0 0,-1 2 0 0 0,-32-9 0 0 0,40 14-513 0 0,-1 0 0 0 0,1 2 0 0 0,-1 0 0 0 0,0 1 0 0 0,1 1 0 0 0,-1 1 0 0 0,-26 2 0 0 0,19 2 128 0 0,1 0 0 0 0,0 1 1 0 0,0 2-1 0 0,-43 17 0 0 0,27-5-14 0 0,0 2-1 0 0,2 2 0 0 0,0 2 0 0 0,2 1 1 0 0,-55 50-1 0 0,46-32-253 0 0,3 2 0 0 0,2 1 1 0 0,1 2-1 0 0,3 2 0 0 0,2 1 0 0 0,-32 68 1 0 0,27-37-22 0 0,4 1 0 0 0,3 2 1 0 0,-32 141-1 0 0,54-172 139 0 0,2-1 0 0 0,2 1 0 0 0,3 0 0 0 0,3 0 0 0 0,1 0 0 0 0,3 0 0 0 0,3 0 0 0 0,2 0 0 0 0,20 68 0 0 0,17 20 264 0 0,72 154 0 0 0,94 111 443 0 0,-126-273-161 0 0,-55-89-559 0 0,-26-38-73 0 0,-8-8 69 0 0,-11-10 157 0 0,8 5-209 0 0,-68-56 51 0 0,22 17-76 0 0,-9-2-58 0 0,-3 4 0 0 0,-2 2 0 0 0,-94-42 0 0 0,115 64 16 0 0,49 19-21 0 0,-1 0 0 0 0,1 0 0 0 0,-1 0 0 0 0,1-1-1 0 0,6 1 1 0 0,14 3-78 0 0,32 13 60 0 0,58 27 0 0 0,12 4-1 0 0,-99-39 40 0 0,34 12 0 0 0,123 23 0 0 0,-182-43 14 0 0,1-1 0 0 0,-1 0 0 0 0,0 0-1 0 0,0 0 1 0 0,1 0 0 0 0,-1 0 0 0 0,0-1 0 0 0,0 1-1 0 0,1-1 1 0 0,-1 1 0 0 0,0-1 0 0 0,0 0 0 0 0,0 0-1 0 0,0 0 1 0 0,0 0 0 0 0,0 0 0 0 0,0 0 0 0 0,0-1-1 0 0,0 1 1 0 0,0-1 0 0 0,-1 1 0 0 0,1-1 0 0 0,-1 1-1 0 0,1-1 1 0 0,-1 0 0 0 0,0 0 0 0 0,1 0 0 0 0,-1 0-1 0 0,1-4 1 0 0,3-5 109 0 0,-2 0 0 0 0,1 0 0 0 0,-1-1 0 0 0,2-18 0 0 0,-2 9-40 0 0,9-35 61 0 0,29-86 0 0 0,-29 109-669 0 0,2 1-1 0 0,1 1 0 0 0,37-57 1 0 0,-23 47-4437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4:54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1839 0 0,'-5'1'160'0'0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4:56.5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4029 919 0 0,'0'0'19'0'0,"0"-1"-1"0"0,0 1 0 0 0,0 0 0 0 0,0 0 0 0 0,0 0 1 0 0,-1-1-1 0 0,1 1 0 0 0,0 0 0 0 0,0 0 0 0 0,0 0 1 0 0,0 0-1 0 0,-1 0 0 0 0,1-1 0 0 0,0 1 0 0 0,0 0 0 0 0,0 0 1 0 0,-1 0-1 0 0,1 0 0 0 0,0 0 0 0 0,0 0 0 0 0,0 0 1 0 0,-1 0-1 0 0,1 0 0 0 0,0 0 0 0 0,0 0 0 0 0,-1 0 1 0 0,1 0-1 0 0,0 0 0 0 0,0 0 0 0 0,0 0 0 0 0,-1 0 0 0 0,1 0 1 0 0,0 0-1 0 0,0 0 0 0 0,-1 0 0 0 0,1 0 0 0 0,0 0 1 0 0,0 0-1 0 0,0 0 0 0 0,-1 0 0 0 0,1 1 0 0 0,0-1 1 0 0,0 0-1 0 0,0 0 0 0 0,0 0 0 0 0,-1 0 0 0 0,1 1 0 0 0,0-1 1 0 0,0 0-1 0 0,0 0 0 0 0,0 0 0 0 0,0 1 0 0 0,0-1 1 0 0,-1 0-1 0 0,1 0 0 0 0,0 0 0 0 0,0 1 0 0 0,0-1 1 0 0,0 0-1 0 0,0 0 0 0 0,0 1 0 0 0,0-1 0 0 0,0 0 0 0 0,0 1 1 0 0,-1 18 566 0 0,1-17-521 0 0,0 18 262 0 0,1-1 0 0 0,1 0 0 0 0,1 0 0 0 0,0 0 0 0 0,10 28 0 0 0,-9-35-230 0 0,0-1 0 0 0,1 0 1 0 0,1 0-1 0 0,0 0 1 0 0,0 0-1 0 0,1-1 1 0 0,1 0-1 0 0,0-1 1 0 0,16 16-1 0 0,3-1 108 0 0,2 0 0 0 0,1-2 0 0 0,62 35 0 0 0,-57-42 66 0 0,-1-2-1 0 0,55 13 0 0 0,-51-17-8 0 0,0-1 0 0 0,1-1-1 0 0,0-3 1 0 0,0-1 0 0 0,62-3-1 0 0,105-7 347 0 0,-161 6-494 0 0,-1-2 0 0 0,-1-1 0 0 0,1-3 0 0 0,52-15 0 0 0,-60 11 6 0 0,0-1 0 0 0,-1-2-1 0 0,-1-1 1 0 0,0-2 0 0 0,40-27-1 0 0,-46 24 6 0 0,0-2-1 0 0,33-35 0 0 0,43-56 207 0 0,-35 37-216 0 0,-35 37-93 0 0,0-3 1 0 0,29-49-1 0 0,48-98 140 0 0,-61 102 136 0 0,171-279-113 0 0,-180 291-184 0 0,32-82 0 0 0,17-84 0 0 0,32-133 0 0 0,-91 261 600 0 0,-6-1 0 0 0,19-204 0 0 0,53-296 760 0 0,-25 261-1307 0 0,-48 224-42 0 0,1-29-75 0 0,5-194 0 0 0,-25 291-15 0 0,-2 34-3 0 0,-1 0 0 0 0,-2 0 1 0 0,0 0-1 0 0,-5-32 0 0 0,-2 36-64 0 0,7 22 147 0 0,0 0-1 0 0,0 0 1 0 0,-1 1-1 0 0,1-1 0 0 0,-1 0 1 0 0,1 0-1 0 0,0 1 1 0 0,-1-1-1 0 0,0 0 0 0 0,1 1 1 0 0,-1-1-1 0 0,1 0 1 0 0,-1 1-1 0 0,0-1 0 0 0,1 1 1 0 0,-1-1-1 0 0,0 1 1 0 0,1-1-1 0 0,-1 1 0 0 0,0 0 1 0 0,0-1-1 0 0,0 1 0 0 0,1 0 1 0 0,-2-1-1 0 0,0 2-17 0 0,1 0-1 0 0,0 0 1 0 0,0 1-1 0 0,0-1 1 0 0,0 0-1 0 0,0 0 1 0 0,0 1-1 0 0,0-1 0 0 0,1 1 1 0 0,-1-1-1 0 0,0 1 1 0 0,1-1-1 0 0,-1 1 1 0 0,0 1-1 0 0,-1 2-45 0 0,-93 182-668 0 0,28-58 399 0 0,65-125 334 0 0,-7 16-51 0 0,8-19 45 0 0,1 0 1 0 0,-1 0-1 0 0,1 0 0 0 0,0 0 0 0 0,-1 0 1 0 0,1 1-1 0 0,0-1 0 0 0,0 0 1 0 0,0 0-1 0 0,-1 0 0 0 0,1 0 1 0 0,1 1-1 0 0,-1 1 0 0 0,2-4-53 0 0,0 0-1 0 0,0-1 1 0 0,-1 1-1 0 0,1-1 1 0 0,0 1-1 0 0,-1-1 1 0 0,1 1-1 0 0,1-4 1 0 0,71-103-1430 0 0,-47 65 1388 0 0,46-56 0 0 0,-53 76 49 0 0,32-29 1 0 0,-45 46 41 0 0,0 1-1 0 0,0-1 1 0 0,0 1 0 0 0,1 1 0 0 0,0-1-1 0 0,0 1 1 0 0,0 1 0 0 0,0-1 0 0 0,14-3-1 0 0,-20 7 15 0 0,1 0 1 0 0,-1 0-1 0 0,0 0 0 0 0,1 0 0 0 0,-1 0 0 0 0,0 1 0 0 0,1-1 0 0 0,-1 0 0 0 0,0 1 0 0 0,0 0 0 0 0,1 0 0 0 0,-1 0 0 0 0,0 0 0 0 0,0 0 1 0 0,0 0-1 0 0,0 0 0 0 0,0 0 0 0 0,0 1 0 0 0,-1-1 0 0 0,1 1 0 0 0,0-1 0 0 0,1 4 0 0 0,5 4 56 0 0,-1 1-1 0 0,0 0 0 0 0,6 13 0 0 0,1 0 18 0 0,39 50-897 0 0,-38-53-2964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4:58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3171 1895 0 0,'-6'1'40'0'0,"3"1"-27"0"0,-1-1 0 0 0,1 0 0 0 0,-1 0 0 0 0,0-1-1 0 0,1 1 1 0 0,-1-1 0 0 0,0 1 0 0 0,1-1 0 0 0,-7-1-1 0 0,10 1-15 0 0,0-1 0 0 0,0 1 0 0 0,-1 0 0 0 0,1-1 0 0 0,0 1 0 0 0,0 0 0 0 0,0-1 0 0 0,0 1-1 0 0,0 0 1 0 0,0-1 0 0 0,0 1 0 0 0,0-1 0 0 0,0 1 0 0 0,0 0 0 0 0,0-1 0 0 0,1 1 0 0 0,-1 0-1 0 0,0-1 1 0 0,0 1 0 0 0,0 0 0 0 0,0-1 0 0 0,0 1 0 0 0,1 0 0 0 0,-1-1 0 0 0,0 1 0 0 0,0 0-1 0 0,1-1 1 0 0,7-13-120 0 0,-6 12 109 0 0,23-43 371 0 0,-13 22 143 0 0,28-39-1 0 0,291-329 753 0 0,-130 146-462 0 0,-10 10-198 0 0,-12 26-1 0 0,38-41-489 0 0,-159 192-77 0 0,304-284 1211 0 0,-186 186-1236 0 0,36-26 0 0 0,82-50-136 0 0,-236 187 219 0 0,74-42 0 0 0,70-27 121 0 0,-1 25 471 0 0,-136 63-530 0 0,-9 5-35 0 0,86-20 0 0 0,62 0-104 0 0,-197 40 5 0 0,21-4-8 0 0,37-11 0 0 0,-58 14-12 0 0,0-1 0 0 0,0 0 0 0 0,0 0 1 0 0,-1 0-1 0 0,1-1 0 0 0,-1 1 0 0 0,0-2 1 0 0,0 1-1 0 0,-1-1 0 0 0,10-9 0 0 0,-14 13 2 0 0,1-1-1 0 0,-1 0 0 0 0,1 0 0 0 0,-1 0 0 0 0,0 0 0 0 0,0 0 1 0 0,0 0-1 0 0,-1-1 0 0 0,1 1 0 0 0,0 0 0 0 0,-1 0 0 0 0,1-1 1 0 0,-1 1-1 0 0,0 0 0 0 0,0-1 0 0 0,0 1 0 0 0,0 0 1 0 0,0-1-1 0 0,0 1 0 0 0,0 0 0 0 0,-1 0 0 0 0,0-1 0 0 0,1 1 1 0 0,-1 0-1 0 0,0 0 0 0 0,0 0 0 0 0,0 0 0 0 0,0 0 0 0 0,0 0 1 0 0,-3-3-1 0 0,0 0-46 0 0,0 0-1 0 0,0 1 1 0 0,-1-1 0 0 0,1 1 0 0 0,-1 1 0 0 0,0-1-1 0 0,0 0 1 0 0,0 1 0 0 0,-1 0 0 0 0,-7-3 0 0 0,-8-2-14 0 0,1-2 0 0 0,-1-1 0 0 0,2 0 0 0 0,-24-19 0 0 0,38 28 415 0 0,14 7 74 0 0,11 2-419 0 0,1-1 1 0 0,-1-2 0 0 0,1 0-1 0 0,23 2 1 0 0,-16-3-4 0 0,49 12-1 0 0,-1 10 2 0 0,-65-20 0 0 0,0 0 0 0 0,-1 0 0 0 0,0 1 0 0 0,18 13 0 0 0,-27-18 9 0 0,0 0 1 0 0,1 0-1 0 0,-1 1 0 0 0,0-1 0 0 0,0 0 0 0 0,0 1 0 0 0,0-1 0 0 0,0 1 0 0 0,0-1 0 0 0,0 1 0 0 0,-1 0 0 0 0,1-1 0 0 0,0 1 1 0 0,-1 0-1 0 0,1-1 0 0 0,-1 1 0 0 0,1 3 0 0 0,-1-2 29 0 0,-1 0 0 0 0,1 0 0 0 0,0 0 0 0 0,-1 0 1 0 0,0 0-1 0 0,0 0 0 0 0,0 0 0 0 0,0 0 0 0 0,-2 4 0 0 0,-4 4 153 0 0,0 0-1 0 0,0-1 1 0 0,-18 18-1 0 0,21-23-151 0 0,-44 50 33 0 0,-58 84 1 0 0,99-129-3716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5:00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52 996 863 0 0,'-51'14'816'0'0,"51"-14"-813"0"0,0 0-1 0 0,0 0 0 0 0,0 0 1 0 0,0 0-1 0 0,0 0 0 0 0,0 0 0 0 0,0 0 1 0 0,0 0-1 0 0,0 0 0 0 0,0 0 0 0 0,0 0 1 0 0,0 0-1 0 0,0 0 0 0 0,0 0 1 0 0,0 0-1 0 0,0 0 0 0 0,-1 0 0 0 0,1 0 1 0 0,0 0-1 0 0,0 0 0 0 0,0-1 0 0 0,0 1 1 0 0,0 0-1 0 0,0 0 0 0 0,0 0 1 0 0,0 0-1 0 0,0 0 0 0 0,0 0 0 0 0,0 0 1 0 0,0 0-1 0 0,0 0 0 0 0,0 0 0 0 0,0 0 1 0 0,0 0-1 0 0,0 0 0 0 0,0 0 1 0 0,0 0-1 0 0,0-1 0 0 0,0 1 0 0 0,0 0 1 0 0,0 0-1 0 0,0 0 0 0 0,0 0 1 0 0,0 0-1 0 0,0 0 0 0 0,0 0 0 0 0,0 0 1 0 0,0 0-1 0 0,0 0 0 0 0,0 0 0 0 0,0 0 1 0 0,0 0-1 0 0,0 0 0 0 0,0 0 1 0 0,0 0-1 0 0,1 0 0 0 0,-1-1 0 0 0,0 1 1 0 0,0 0-1 0 0,0 0 0 0 0,0 0 0 0 0,0 0 1 0 0,0 0-1 0 0,5-7 146 0 0,8-6 14 0 0,50-41 1203 0 0,78-50-1 0 0,-38 29-418 0 0,176-124-749 0 0,91-28 703 0 0,-273 173-801 0 0,70-34 265 0 0,-138 75-309 0 0,1 1 1 0 0,0 2-1 0 0,61-13 0 0 0,-51 17-44 0 0,1 1 0 0 0,59 2-1 0 0,-72 4-3 0 0,0 1-1 0 0,0 1 1 0 0,-1 2-1 0 0,41 12 0 0 0,-63-15 23 0 0,0-1-1 0 0,-1 1 0 0 0,0 0 0 0 0,1 1 0 0 0,-1-1 0 0 0,0 1 1 0 0,0 0-1 0 0,0 0 0 0 0,0 0 0 0 0,-1 0 0 0 0,0 1 0 0 0,5 5 1 0 0,0 2 320 0 0,-1 0 1 0 0,-1 1-1 0 0,6 15 1 0 0,-5-12 28 0 0,4 4-6 0 0,-5-14-310 0 0,-5-5-64 0 0,-1-1 1 0 0,0 1 0 0 0,0 0-1 0 0,1 0 1 0 0,-1-1 0 0 0,0 1-1 0 0,0 0 1 0 0,0 0 0 0 0,1-1-1 0 0,-1 1 1 0 0,0 0-1 0 0,0-1 1 0 0,0 1 0 0 0,0 0-1 0 0,0-1 1 0 0,0 1 0 0 0,0 0-1 0 0,1-1 1 0 0,-1 1 0 0 0,0 0-1 0 0,0-1 1 0 0,0 1 0 0 0,0 0-1 0 0,0-1 1 0 0,-1 1 0 0 0,1 0-1 0 0,0-1 1 0 0,0-1-20 0 0,0 0 1 0 0,0 0-1 0 0,-1 1 0 0 0,1-1 1 0 0,-1 0-1 0 0,1 0 0 0 0,-1 1 1 0 0,0-1-1 0 0,0 0 0 0 0,1 1 1 0 0,-1-1-1 0 0,0 1 0 0 0,0-1 1 0 0,-1 1-1 0 0,1-1 0 0 0,0 1 1 0 0,0 0-1 0 0,-1 0 0 0 0,1-1 1 0 0,-1 1-1 0 0,1 0 0 0 0,-1 0 1 0 0,1 1-1 0 0,-1-1 0 0 0,0 0 1 0 0,1 0-1 0 0,-4 0 0 0 0,-5-2 26 0 0,-1 0 1 0 0,1 1-1 0 0,-19-2 0 0 0,12 2-26 0 0,8 1 20 0 0,-19-3-20 0 0,1-1 0 0 0,-32-11 0 0 0,50 12 23 0 0,5 3 4 0 0,0-1-1 0 0,0 0 1 0 0,0 1 0 0 0,-1 0-1 0 0,1 0 1 0 0,0 0 0 0 0,0 1-1 0 0,-1-1 1 0 0,1 1 0 0 0,-7 1-1 0 0,39 11 435 0 0,-1-3-434 0 0,110 36 55 0 0,-95-32 315 0 0,40 18 0 0 0,-45-15 43 0 0,62 16-1 0 0,-98-32-409 0 0,0 1-1 0 0,0-1 1 0 0,0 0-1 0 0,1 1 0 0 0,-1-1 1 0 0,0 0-1 0 0,0 0 1 0 0,0 0-1 0 0,0 0 1 0 0,0 0-1 0 0,0 0 0 0 0,0 0 1 0 0,0 0-1 0 0,0 0 1 0 0,0-1-1 0 0,0 1 1 0 0,0 0-1 0 0,0-1 0 0 0,0 1 1 0 0,0 0-1 0 0,0-1 1 0 0,0 0-1 0 0,0 1 0 0 0,0-1 1 0 0,1-1-1 0 0,-1 1 13 0 0,-1-1-1 0 0,1 0 0 0 0,0 1 1 0 0,-1-1-1 0 0,1 0 0 0 0,-1 0 1 0 0,0 0-1 0 0,0 1 0 0 0,0-1 1 0 0,0 0-1 0 0,0 0 0 0 0,0 0 1 0 0,0 0-1 0 0,-1-2 0 0 0,-16-70 800 0 0,12 58-794 0 0,1 0 1 0 0,1 0 0 0 0,0-1 0 0 0,1 1 0 0 0,0-29-1 0 0,3 36-216 0 0,0 0 0 0 0,0 0 0 0 0,1 0 0 0 0,-1 0 0 0 0,2 0 0 0 0,0 1 0 0 0,0-1 0 0 0,7-13 0 0 0,-3 11-796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6:18.8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1766 532 2759 0 0,'-6'-6'1482'0'0,"1"-1"0"0"0,-1 1-1 0 0,1 1 1 0 0,-10-7-1 0 0,0-1 958 0 0,2-1-3954 0 0,-90-97 2502 0 0,87 96-790 0 0,-2 0 0 0 0,0 1 0 0 0,0 1 0 0 0,-34-17 0 0 0,-112-45 2052 0 0,60 29-1443 0 0,26 14-126 0 0,-1 3 1 0 0,-2 3-1 0 0,-152-26 0 0 0,201 47-624 0 0,-1 2 0 0 0,0 1 0 0 0,1 2 0 0 0,-1 1 0 0 0,0 1 0 0 0,0 2 0 0 0,1 2 0 0 0,-46 13 0 0 0,58-12-21 0 0,0 0-1 0 0,1 1 0 0 0,0 2 1 0 0,1 0-1 0 0,0 1 0 0 0,1 0 1 0 0,0 2-1 0 0,-25 22 1 0 0,19-12-54 0 0,1 2 0 0 0,2 0 1 0 0,0 1-1 0 0,-29 51 0 0 0,41-69 59 0 0,8-8-50 0 0,0 0 1 0 0,-1 0 0 0 0,1 1-1 0 0,0-1 1 0 0,0 0 0 0 0,-1 0-1 0 0,1 0 1 0 0,0 0 0 0 0,-1 0-1 0 0,1-1 1 0 0,0 1 0 0 0,0 0-1 0 0,-1 0 1 0 0,1 0 0 0 0,0 0 0 0 0,0 0-1 0 0,-1 0 1 0 0,1 0 0 0 0,0 0-1 0 0,0-1 1 0 0,-1 1 0 0 0,1 0-1 0 0,0 0 1 0 0,-1-1 0 0 0,0-1-133 0 0,-1 0 1 0 0,0-1 0 0 0,1 1-1 0 0,0-1 1 0 0,-3-5 0 0 0,0-1-242 0 0,0 2 193 0 0,1-1 0 0 0,0 1 0 0 0,0-1 0 0 0,0 0 1 0 0,1 0-1 0 0,0 0 0 0 0,1 0 0 0 0,0 0 0 0 0,0-1 0 0 0,0 1 0 0 0,2-12 0 0 0,0 9-24 0 0,1 0 1 0 0,1 0-1 0 0,0 1 1 0 0,0 0-1 0 0,1-1 1 0 0,0 1-1 0 0,0 0 1 0 0,8-11-1 0 0,-5 11 9 0 0,-1 1 0 0 0,1-1 0 0 0,14-14 0 0 0,-18 21 153 0 0,0 0 1 0 0,1 0 0 0 0,-1 0 0 0 0,1 1-1 0 0,-1-1 1 0 0,1 1 0 0 0,0-1 0 0 0,0 1-1 0 0,0 1 1 0 0,0-1 0 0 0,1 0 0 0 0,6-1-1 0 0,-10 3 53 0 0,-1 0 1 0 0,1 0-1 0 0,0 0 0 0 0,0 0 0 0 0,-1 0 0 0 0,1 0 0 0 0,0 0 1 0 0,-1 0-1 0 0,1 0 0 0 0,0 1 0 0 0,0-1 0 0 0,-1 0 0 0 0,1 0 0 0 0,0 1 1 0 0,-1-1-1 0 0,1 0 0 0 0,-1 1 0 0 0,1-1 0 0 0,0 1 0 0 0,-1-1 0 0 0,1 1 1 0 0,-1-1-1 0 0,1 1 0 0 0,-1-1 0 0 0,1 1 0 0 0,-1-1 0 0 0,1 1 0 0 0,-1 0 1 0 0,0-1-1 0 0,1 1 0 0 0,-1 0 0 0 0,0-1 0 0 0,0 1 0 0 0,0 0 1 0 0,1-1-1 0 0,-1 1 0 0 0,0 0 0 0 0,0-1 0 0 0,0 1 0 0 0,0 0 0 0 0,0 0 1 0 0,0-1-1 0 0,0 1 0 0 0,0 0 0 0 0,0 0 0 0 0,-1 0 0 0 0,0 6 26 0 0,0 0 0 0 0,-1 0 0 0 0,-4 11-1 0 0,5-16-15 0 0,-16 40 194 0 0,-3-1-1 0 0,-25 42 1 0 0,-16 30 344 0 0,58-105-307 0 0,0 0 0 0 0,0 0-1 0 0,0 0 1 0 0,1 0 0 0 0,1 1 0 0 0,-1-1-1 0 0,1 1 1 0 0,1 13 0 0 0,0-20-187 0 0,0 0 0 0 0,0 1 0 0 0,0-1 0 0 0,0 0 0 0 0,1 1 0 0 0,-1-1 0 0 0,1 0 0 0 0,-1 0 0 0 0,1 0-1 0 0,0 0 1 0 0,0 1 0 0 0,0-1 0 0 0,0 0 0 0 0,1 0 0 0 0,-1-1 0 0 0,0 1 0 0 0,1 0 0 0 0,-1 0 0 0 0,1-1 0 0 0,0 1 0 0 0,-1-1 0 0 0,1 1 0 0 0,0-1 0 0 0,0 0 0 0 0,0 0 0 0 0,0 0 0 0 0,0 0 0 0 0,0 0 0 0 0,1 0 0 0 0,-1 0-1 0 0,0-1 1 0 0,0 1 0 0 0,1-1 0 0 0,-1 1 0 0 0,0-1 0 0 0,3 0 0 0 0,7-1-214 0 0,-1 0-1 0 0,0-1 1 0 0,0 0 0 0 0,1-1-1 0 0,-2 0 1 0 0,19-8 0 0 0,-23 9-120 0 0,16-6-799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5:41.4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683 5630 4143 0 0,'0'0'10'0'0,"0"0"-1"0"0,0 0 1 0 0,0 0-1 0 0,0 0 1 0 0,0 0-1 0 0,0 0 0 0 0,0 1 1 0 0,0-1-1 0 0,0 0 1 0 0,0 0-1 0 0,0 0 0 0 0,0 0 1 0 0,0 0-1 0 0,0 0 1 0 0,0 0-1 0 0,0 0 1 0 0,0 0-1 0 0,0 0 0 0 0,0 0 1 0 0,0 0-1 0 0,0 0 1 0 0,0 0-1 0 0,0 0 0 0 0,0 1 1 0 0,0-1-1 0 0,0 0 1 0 0,0 0-1 0 0,0 0 1 0 0,0 0-1 0 0,0 0 0 0 0,0 0 1 0 0,0 0-1 0 0,6-2 120 0 0,-4-2-8 0 0,1-1-1 0 0,0 1 0 0 0,0 0 1 0 0,0 0-1 0 0,0 1 0 0 0,0-1 0 0 0,1 1 1 0 0,7-6-1 0 0,1-2 51 0 0,104-95 980 0 0,46-45 364 0 0,151-174-643 0 0,74-126-808 0 0,-312 352 38 0 0,-5-3-1 0 0,81-153 0 0 0,-112 175-40 0 0,-3-1 0 0 0,-4-2 0 0 0,-3-1 0 0 0,19-98-1 0 0,0-166 27 0 0,-31-2 16 0 0,-16 213-106 0 0,-20-177 1 0 0,8 231 52 0 0,-3 0-1 0 0,-5 1 1 0 0,-37-107-1 0 0,12 75 431 0 0,-5 3-1 0 0,-5 2 1 0 0,-5 2 0 0 0,-124-171 0 0 0,-28 3 476 0 0,-15 12 282 0 0,168 206-1118 0 0,-2 3 0 0 0,-2 2 0 0 0,-97-61 0 0 0,114 86-127 0 0,-1 2-1 0 0,-49-19 1 0 0,-101-27 25 0 0,78 24 101 0 0,81 30 43 0 0,0 3-1 0 0,-2 0 0 0 0,-42-8 0 0 0,77 21-158 0 0,0 1-1 0 0,1-1 1 0 0,-1 1-1 0 0,0 0 1 0 0,0 0-1 0 0,0 0 0 0 0,1 1 1 0 0,-1-1-1 0 0,0 1 1 0 0,0 0-1 0 0,1 0 1 0 0,-1 0-1 0 0,0 1 1 0 0,1-1-1 0 0,0 1 1 0 0,-1 0-1 0 0,1 0 1 0 0,0 0-1 0 0,0 0 0 0 0,0 1 1 0 0,0-1-1 0 0,0 1 1 0 0,0 0-1 0 0,1 0 1 0 0,-1 0-1 0 0,1 0 1 0 0,0 0-1 0 0,0 0 1 0 0,0 0-1 0 0,1 1 1 0 0,-1-1-1 0 0,1 1 0 0 0,0 0 1 0 0,-1-1-1 0 0,2 1 1 0 0,-1 0-1 0 0,0-1 1 0 0,1 8-1 0 0,-1 2-2 0 0,1-1 0 0 0,1 1 0 0 0,0-1 0 0 0,1 1 0 0 0,3 13 0 0 0,22 63 0 0 0,-8-28 0 0 0,-15-45 0 0 0,-1-7 0 0 0,0-1 0 0 0,-1 1 0 0 0,0-1 0 0 0,-1 1 0 0 0,0 0 0 0 0,0 0 0 0 0,-1 10 0 0 0,0-19 0 0 0,0 1 0 0 0,0-1 0 0 0,0 0 0 0 0,0 0 0 0 0,0 0 0 0 0,0 0 0 0 0,0 0 0 0 0,0 1 0 0 0,0-1 0 0 0,0 0 0 0 0,0 0 0 0 0,0 0 0 0 0,0 0 0 0 0,0 0 0 0 0,0 0 0 0 0,0 1 0 0 0,0-1 0 0 0,0 0 0 0 0,0 0 0 0 0,0 0 0 0 0,0 0 0 0 0,0 0 0 0 0,0 0 0 0 0,0 0 0 0 0,0 0 0 0 0,-1 1 0 0 0,1-1 0 0 0,0 0 0 0 0,0 0 0 0 0,0 0 0 0 0,0 0 0 0 0,0 0 0 0 0,0 0 0 0 0,0 0 0 0 0,0 0 0 0 0,-1 0 0 0 0,1 0 0 0 0,0 0 0 0 0,0 0 0 0 0,0 0 0 0 0,0 0 0 0 0,0 0 0 0 0,-1 0 0 0 0,1 0 0 0 0,0 0 0 0 0,0 0 0 0 0,0 0 0 0 0,0 0 0 0 0,0 0 0 0 0,-1 0 0 0 0,-5-7 1 0 0,-4-10-14 0 0,-6-22-62 0 0,-43-104 24 0 0,40 102 25 0 0,-37-55 1 0 0,43 77 20 0 0,3 4 3 0 0,0 0 0 0 0,1 0 1 0 0,0-1-1 0 0,-11-31 1 0 0,19 44 1 0 0,-1-1 0 0 0,2 1 0 0 0,-1-1 0 0 0,0 0 0 0 0,1 1 0 0 0,-1-1 0 0 0,1 1 0 0 0,0-1 0 0 0,0 0 0 0 0,1 1 1 0 0,-1-1-1 0 0,1 0 0 0 0,0 1 0 0 0,-1-1 0 0 0,2 1 0 0 0,-1-1 0 0 0,0 1 0 0 0,1 0 0 0 0,-1-1 0 0 0,1 1 0 0 0,0 0 1 0 0,0 0-1 0 0,0 0 0 0 0,1 1 0 0 0,-1-1 0 0 0,1 0 0 0 0,0 1 0 0 0,-1-1 0 0 0,1 1 0 0 0,4-2 0 0 0,0-1-1 0 0,0 1-1 0 0,1 1 0 0 0,0-1 1 0 0,0 1-1 0 0,0 0 1 0 0,0 1-1 0 0,0 0 0 0 0,1 0 1 0 0,-1 1-1 0 0,1 0 0 0 0,-1 0 1 0 0,1 1-1 0 0,-1 0 1 0 0,13 2-1 0 0,8 3-10 0 0,0 1 1 0 0,51 19-1 0 0,-29-9 7 0 0,10 1 64 0 0,75 11 0 0 0,-96-23-302 0 0,-1-2 0 0 0,1-1 1 0 0,44-4-1 0 0,-36-2-3460 0 0,2-1-1253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5:43.7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1 613 4143 0 0,'0'-4'37'0'0,"1"1"-1"0"0,-1-1 0 0 0,1 1 1 0 0,0 0-1 0 0,0 0 0 0 0,1-1 0 0 0,-1 1 1 0 0,0 0-1 0 0,1 0 0 0 0,3-5 0 0 0,24-26-75 0 0,-13 18 139 0 0,0 1-1 0 0,2 1 1 0 0,0 0-1 0 0,24-13 0 0 0,83-40 471 0 0,-83 47-423 0 0,105-52 406 0 0,4 7 0 0 0,200-59-1 0 0,-238 94-539 0 0,2 5-1 0 0,0 6 0 0 0,1 4 0 0 0,1 5 0 0 0,0 5 1 0 0,212 20-1 0 0,-150 6-57 0 0,180 45 1 0 0,-264-41 27 0 0,-1 3 0 0 0,-2 4 0 0 0,139 70-1 0 0,-157-62 22 0 0,-1 3-1 0 0,-2 4 1 0 0,-2 2-1 0 0,87 83 1 0 0,-103-82 290 0 0,-3 3 0 0 0,-2 2 0 0 0,-3 2 0 0 0,-2 2 0 0 0,55 100 0 0 0,-64-92 20 0 0,-3 0 0 0 0,-3 3 0 0 0,35 131 0 0 0,-54-160-196 0 0,-2 0 0 0 0,-2 0-1 0 0,-1 1 1 0 0,-2-1 0 0 0,-2 1-1 0 0,-2 0 1 0 0,-2-1 0 0 0,-12 59 0 0 0,4-56 76 0 0,-1-1 1 0 0,-3-1 0 0 0,-1 0 0 0 0,-2-1 0 0 0,-33 53 0 0 0,16-39 146 0 0,-2-2 1 0 0,-3-1 0 0 0,-50 50 0 0 0,25-41 59 0 0,-2-2 0 0 0,-2-4 1 0 0,-127 77-1 0 0,98-77-206 0 0,-3-5 0 0 0,-165 59 0 0 0,-97 21-195 0 0,218-79-50 0 0,-74 30-44 0 0,93-29 70 0 0,-199 93-80 0 0,238-91 87 0 0,-15 7-94 0 0,74-48 111 0 0,52-40-144 0 0,16-18-349 0 0,-2-2 0 0 0,60-98-1 0 0,-73 104 21 0 0,20-41-214 0 0,-43 82 687 0 0,-1-1 0 0 0,0 1 0 0 0,1-1 0 0 0,-1 0 0 0 0,0 1 0 0 0,0-1-1 0 0,1 0 1 0 0,-1 1 0 0 0,0-1 0 0 0,0 0 0 0 0,0 1 0 0 0,0-1 0 0 0,0 0 0 0 0,0 1 0 0 0,0-1-1 0 0,0 0 1 0 0,0 0 0 0 0,0 1 0 0 0,0-1 0 0 0,0 0 0 0 0,0 1 0 0 0,-1-2 0 0 0,0 2 0 0 0,1-1 0 0 0,-1 1 0 0 0,1 0 1 0 0,-1-1-1 0 0,1 1 0 0 0,-1 0 1 0 0,1 0-1 0 0,-1 0 0 0 0,1 0 1 0 0,-1 0-1 0 0,1-1 0 0 0,-1 1 1 0 0,0 0-1 0 0,1 0 0 0 0,-1 0 1 0 0,1 0-1 0 0,-1 1 0 0 0,1-1 1 0 0,-1 0-1 0 0,0 0 0 0 0,0 0 1 0 0,-4 2 10 0 0,0 0 1 0 0,0 0 0 0 0,0 0 0 0 0,-7 5 0 0 0,-27 19 29 0 0,-63 56 1 0 0,-26 41 57 0 0,-3 4 63 0 0,130-126-161 0 0,1-1 0 0 0,-1 0 0 0 0,0 1 0 0 0,1-1 0 0 0,-1 1 0 0 0,1-1-1 0 0,0 1 1 0 0,-1-1 0 0 0,1 1 0 0 0,-1-1 0 0 0,1 1 0 0 0,0 0 0 0 0,-1-1 0 0 0,1 1 0 0 0,0-1-1 0 0,0 1 1 0 0,-1 0 0 0 0,1-1 0 0 0,0 1 0 0 0,0 0 0 0 0,0-1 0 0 0,0 1 0 0 0,0 0-1 0 0,0-1 1 0 0,0 1 0 0 0,0 0 0 0 0,0-1 0 0 0,0 1 0 0 0,0 0 0 0 0,1-1 0 0 0,-1 1-1 0 0,0 0 1 0 0,0-1 0 0 0,1 1 0 0 0,-1-1 0 0 0,0 1 0 0 0,1 0 0 0 0,-1-1 0 0 0,0 1 0 0 0,1-1-1 0 0,-1 1 1 0 0,1-1 0 0 0,-1 1 0 0 0,1-1 0 0 0,-1 0 0 0 0,1 1 0 0 0,0-1 0 0 0,-1 0-1 0 0,1 1 1 0 0,-1-1 0 0 0,1 0 0 0 0,1 1 0 0 0,5 2 7 0 0,0 0 0 0 0,0-1 0 0 0,14 4 0 0 0,-13-4-7 0 0,29 6-547 0 0,1-1 0 0 0,0-3-1 0 0,0 0 1 0 0,1-3 0 0 0,-1-1 0 0 0,40-5-1 0 0,-46 1-3589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5:57.4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179 2808 1943 0 0,'-4'-3'118'0'0,"0"0"-1"0"0,0 0 0 0 0,0 1 0 0 0,0 0 0 0 0,-1 0 0 0 0,-8-3 0 0 0,-10-5 106 0 0,16 6-205 0 0,-1 0 0 0 0,1-1 1 0 0,0 0-1 0 0,1 0 0 0 0,-1-1 0 0 0,1 0 0 0 0,0 0 0 0 0,1 0 1 0 0,-1-1-1 0 0,1 0 0 0 0,0 0 0 0 0,1 0 0 0 0,0-1 0 0 0,0 1 0 0 0,1-1 1 0 0,0 0-1 0 0,0 0 0 0 0,0 0 0 0 0,1 0 0 0 0,-1-11 0 0 0,-4-35-81 0 0,3 0-1 0 0,2 1 0 0 0,6-76 1 0 0,35-159-208 0 0,-28 232 293 0 0,3 0-1 0 0,3 2 0 0 0,2 0 1 0 0,2 1-1 0 0,39-71 1 0 0,2 18-33 0 0,109-143 0 0 0,-69 122 16 0 0,233-223 0 0 0,-48 118-5 0 0,-216 178 0 0 0,95-55-26 0 0,9 12-13 0 0,-96 54 32 0 0,-47 28 7 0 0,-21 10 0 0 0,-1 0 0 0 0,1-1 0 0 0,14-10 0 0 0,-25 15 2 0 0,0 1-1 0 0,0 0 0 0 0,0-1 0 0 0,0 1 0 0 0,0 0 1 0 0,0-1-1 0 0,0 1 0 0 0,0-1 0 0 0,0 1 0 0 0,0 0 1 0 0,0-1-1 0 0,0 1 0 0 0,0 0 0 0 0,0-1 0 0 0,0 1 1 0 0,0-1-1 0 0,0 1 0 0 0,0 0 0 0 0,0-1 0 0 0,-1 1 1 0 0,1 0-1 0 0,0-1 0 0 0,0 1 0 0 0,-1 0 0 0 0,1-1 1 0 0,0 1-1 0 0,0 0 0 0 0,-1 0 0 0 0,1-1 0 0 0,0 1 1 0 0,0 0-1 0 0,-1 0 0 0 0,1 0 0 0 0,0-1 0 0 0,-1 1 1 0 0,1 0-1 0 0,-1 0 0 0 0,1 0 0 0 0,-1 0 0 0 0,-15-10 79 0 0,-1 3 33 0 0,1 0-1 0 0,-1 1 1 0 0,0 0-1 0 0,-1 2 1 0 0,-24-4-1 0 0,-90-1 349 0 0,-6-2 675 0 0,137 11-1122 0 0,1 0 0 0 0,-1 0 0 0 0,1 0 0 0 0,-1 0 0 0 0,0 0 0 0 0,1 0 0 0 0,-1 0 0 0 0,1 0-1 0 0,-1 0 1 0 0,1-1 0 0 0,-1 1 0 0 0,1 0 0 0 0,-1 0 0 0 0,1-1 0 0 0,0 1 0 0 0,-1 0 0 0 0,1 0-1 0 0,-1-1 1 0 0,1 1 0 0 0,-1-1 0 0 0,1 0-10 0 0,0 1 0 0 0,0 0 0 0 0,0-1 0 0 0,1 1 0 0 0,-1 0 0 0 0,0-1 0 0 0,0 1 0 0 0,0 0 0 0 0,1-1 0 0 0,-1 1 0 0 0,0 0 0 0 0,0 0 0 0 0,1-1 0 0 0,-1 1 0 0 0,0 0 0 0 0,1 0 0 0 0,-1-1 0 0 0,0 1 0 0 0,1 0 0 0 0,-1 0 0 0 0,1 0 0 0 0,30-12-63 0 0,-23 9 76 0 0,106-45-222 0 0,17-6 208 0 0,-109 46-3 0 0,1 1 0 0 0,0 1 0 0 0,44-4 0 0 0,-61 9-6 0 0,0 1 0 0 0,1 0 0 0 0,-1 0 0 0 0,0 0 0 0 0,0 1 0 0 0,1 0-1 0 0,-1 0 1 0 0,0 1 0 0 0,0 0 0 0 0,0 0 0 0 0,0 0 0 0 0,0 1 0 0 0,6 4-1 0 0,-9-5 8 0 0,1 1 0 0 0,-1 0 0 0 0,0-1 0 0 0,0 2 0 0 0,0-1 0 0 0,0 0 0 0 0,0 1 0 0 0,-1-1 0 0 0,1 1-1 0 0,-1 0 1 0 0,0 0 0 0 0,0 0 0 0 0,-1 0 0 0 0,1 0 0 0 0,-1 0 0 0 0,0 0 0 0 0,0 0 0 0 0,0 1 0 0 0,0 7-1 0 0,-1 1 130 0 0,0 1 0 0 0,-1 0-1 0 0,0 0 1 0 0,-1-1-1 0 0,-1 1 1 0 0,0-1-1 0 0,-1 1 1 0 0,-1-1 0 0 0,0 0-1 0 0,-9 15 1 0 0,-9 15 792 0 0,-47 62 0 0 0,35-56-585 0 0,-49 77-917 0 0,73-110-2435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5:58.9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5712 1681 1839 0 0,'-16'2'188'0'0,"0"0"-1"0"0,0-2 1 0 0,0 0-1 0 0,0-1 1 0 0,0 0-1 0 0,-29-7 1 0 0,33 5-28 0 0,0-1 1 0 0,1 0 0 0 0,-1-1-1 0 0,1 0 1 0 0,0-1 0 0 0,0 0-1 0 0,1 0 1 0 0,0-1-1 0 0,-14-13 1 0 0,-135-145 985 0 0,118 120-915 0 0,-30-30-74 0 0,-85-101 134 0 0,-1-20 88 0 0,121 156-372 0 0,-1 2 0 0 0,-72-56 0 0 0,13 27 102 0 0,-3 4 0 0 0,-123-57 0 0 0,141 79 104 0 0,-221-104 349 0 0,45 41-486 0 0,-8 24-14 0 0,-36 25 256 0 0,-3 17 452 0 0,-323-8 58 0 0,477 39-763 0 0,-228-7 236 0 0,-1 27 689 0 0,161 13-805 0 0,146-13-122 0 0,-71 21 0 0 0,-199 85-98 0 0,45 26 588 0 0,244-118-518 0 0,36-18-45 0 0,10-4-1 0 0,0-1 0 0 0,-1 0 0 0 0,0-1 0 0 0,1 0 0 0 0,-1 0-1 0 0,-15 3 1 0 0,23-6 7 0 0,0 0 0 0 0,-1 0 0 0 0,1 0 0 0 0,0 0 0 0 0,-1 0 0 0 0,1 0 0 0 0,0 0 0 0 0,-1 0 0 0 0,1 0 0 0 0,0 0 0 0 0,-1 0 0 0 0,1 0 0 0 0,0 0 0 0 0,-1-1 0 0 0,1 1 0 0 0,0 0 0 0 0,-1 0 0 0 0,1 0 0 0 0,0 0 0 0 0,0 0 0 0 0,-1-1 0 0 0,1 1 0 0 0,0 0 0 0 0,0 0 0 0 0,-1-1 0 0 0,1 1 0 0 0,0 0 0 0 0,0 0 0 0 0,-1-1 0 0 0,1 1 0 0 0,0 0 0 0 0,0-1 0 0 0,2-12-42 0 0,15-16 17 0 0,-15 25 2 0 0,60-91-185 0 0,106-126 0 0 0,-166 218 221 0 0,0 0 1 0 0,1 1-1 0 0,0-1 1 0 0,-1 1-1 0 0,1-1 1 0 0,5-2-1 0 0,-26 30-9 0 0,17-23 0 0 0,-103 138 33 0 0,89-117-27 0 0,1 0 0 0 0,2 1 1 0 0,0 0-1 0 0,-12 39 0 0 0,23-60-3 0 0,0 1 0 0 0,0-1 0 0 0,0 1 0 0 0,1 0 0 0 0,-1 0 0 0 0,1-1 0 0 0,0 1 0 0 0,0 0 0 0 0,0-1-1 0 0,1 5 1 0 0,0-6-1 0 0,-1 0-1 0 0,1-1 0 0 0,0 1 0 0 0,-1-1 1 0 0,1 1-1 0 0,0-1 0 0 0,0 0 1 0 0,0 1-1 0 0,0-1 0 0 0,0 0 0 0 0,0 0 1 0 0,0 1-1 0 0,1-1 0 0 0,-1 0 1 0 0,0 0-1 0 0,1 0 0 0 0,-1-1 0 0 0,0 1 1 0 0,1 0-1 0 0,-1 0 0 0 0,1-1 0 0 0,0 1 1 0 0,-1-1-1 0 0,4 1 0 0 0,4 1-3 0 0,1-1 0 0 0,0 0 0 0 0,-1 0 0 0 0,1-1 0 0 0,0-1 1 0 0,11-1-1 0 0,60-15-96 0 0,-53 11 55 0 0,145-37-996 0 0,-124 30-2768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6:00.6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717 47 1791 0 0,'1'-1'0'0'0,"0"0"0"0"0,-1 0 0 0 0,1 0 0 0 0,0 0 0 0 0,-1 0-1 0 0,0 0 1 0 0,1 0 0 0 0,-1 0 0 0 0,1 0 0 0 0,-1 0-1 0 0,0 0 1 0 0,0-1 0 0 0,0 1 0 0 0,0 0 0 0 0,0 0 0 0 0,0 0-1 0 0,0 0 1 0 0,0 0 0 0 0,0-1 0 0 0,-1 1 0 0 0,1 0-1 0 0,0 0 1 0 0,-1 0 0 0 0,1 0 0 0 0,0 0 0 0 0,-1 0 0 0 0,0 0-1 0 0,1 0 1 0 0,-1 0 0 0 0,0 0 0 0 0,1 0 0 0 0,-1 0-1 0 0,0 1 1 0 0,0-1 0 0 0,0 0 0 0 0,1 0 0 0 0,-1 1 0 0 0,0-1-1 0 0,0 1 1 0 0,0-1 0 0 0,0 1 0 0 0,0-1 0 0 0,-1 1-1 0 0,1-1 1 0 0,0 1 0 0 0,0 0 0 0 0,0 0 0 0 0,-2-1-1 0 0,-7 0 20 0 0,1 0-1 0 0,-1 0 0 0 0,0 1 0 0 0,-14 1 0 0 0,19-1 18 0 0,-5 1 90 0 0,0 1 1 0 0,0 0-1 0 0,0 0 1 0 0,0 1-1 0 0,0 0 1 0 0,-16 8-1 0 0,7-1 151 0 0,0 1-1 0 0,-20 15 0 0 0,28-17-297 0 0,0 1 0 0 0,0 0-1 0 0,1 0 1 0 0,0 2-1 0 0,1-1 1 0 0,0 1-1 0 0,1 0 1 0 0,0 1-1 0 0,-6 15 1 0 0,-6 18-108 0 0,-19 64 1 0 0,34-96 122 0 0,-63 244-135 0 0,58-206 99 0 0,3 1 0 0 0,-1 106 0 0 0,8-149 75 0 0,1 0 0 0 0,0 0 0 0 0,1 0 0 0 0,5 18-1 0 0,-6-25-24 0 0,0-1-1 0 0,0 1 1 0 0,0 0-1 0 0,0-1 1 0 0,1 1-1 0 0,-1-1 1 0 0,1 1-1 0 0,-1-1 1 0 0,1 0-1 0 0,0 1 0 0 0,0-1 1 0 0,0 0-1 0 0,0 0 1 0 0,0 0-1 0 0,0-1 1 0 0,1 1-1 0 0,-1-1 1 0 0,1 1-1 0 0,-1-1 1 0 0,1 0-1 0 0,4 2 0 0 0,-6-3-12 0 0,1 0 0 0 0,0 0 0 0 0,-1 0 0 0 0,1 0-1 0 0,-1 0 1 0 0,1 0 0 0 0,0 0 0 0 0,-1-1 0 0 0,1 1-1 0 0,-1 0 1 0 0,1-1 0 0 0,-1 0 0 0 0,1 1 0 0 0,-1-1-1 0 0,1 0 1 0 0,-1 0 0 0 0,0 0 0 0 0,1 0 0 0 0,-1 0-1 0 0,2-1 1 0 0,-2 1 4 0 0,-1 0 0 0 0,1 1 0 0 0,-1-1 0 0 0,1 0-1 0 0,0 1 1 0 0,-1-1 0 0 0,0 0 0 0 0,1 0 0 0 0,-1 0 0 0 0,1 1 0 0 0,-1-1-1 0 0,0 0 1 0 0,0 0 0 0 0,1 0 0 0 0,-1 0 0 0 0,0 0 0 0 0,0 0-1 0 0,0 1 1 0 0,0-1 0 0 0,0 0 0 0 0,0 0 0 0 0,0 0 0 0 0,0 0-1 0 0,-1 0 1 0 0,1 0 0 0 0,0 0 0 0 0,0 1 0 0 0,-1-1 0 0 0,1 0 0 0 0,0 0-1 0 0,-1 0 1 0 0,1 1 0 0 0,-1-1 0 0 0,1 0 0 0 0,-1 1 0 0 0,-1-2-1 0 0,-7-6 57 0 0,0 0-1 0 0,-1 1 0 0 0,0 0 0 0 0,0 1 0 0 0,-1 0 0 0 0,0 0 1 0 0,-21-6-1 0 0,14 5-10 0 0,-2 2 1 0 0,1 0-1 0 0,0 2 1 0 0,-22-2-1 0 0,32 4-24 0 0,0 1-1 0 0,0 0 1 0 0,1 1-1 0 0,-1 0 1 0 0,0 0-1 0 0,-16 6 0 0 0,43 9 109 0 0,17 14-119 0 0,-15-11 16 0 0,2 0-1 0 0,0-2 1 0 0,0 0 0 0 0,33 16-1 0 0,-42-26 73 0 0,0-1-1 0 0,1 0 1 0 0,-1-1-1 0 0,1-1 1 0 0,14 3-1 0 0,-23-7-73 0 0,0 1 0 0 0,-1 0 0 0 0,1-1 0 0 0,0 0-1 0 0,0 0 1 0 0,-1-1 0 0 0,1 1 0 0 0,0-1 0 0 0,-1 0 0 0 0,1 0 0 0 0,-1-1-1 0 0,1 1 1 0 0,-1-1 0 0 0,0 0 0 0 0,1 0 0 0 0,-1-1 0 0 0,0 1 0 0 0,0-1 0 0 0,4-3-1 0 0,7-10-16 0 0,-1 0-1 0 0,20-28 0 0 0,-10 13-259 0 0,32-31-22 0 0,-47 53 262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6:22.0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884 1093 455 0 0,'0'-1'38'0'0,"0"1"-1"0"0,-1-1 1 0 0,1 1-1 0 0,0 0 0 0 0,-1-1 1 0 0,1 1-1 0 0,0-1 0 0 0,-1 1 1 0 0,1 0-1 0 0,-1-1 1 0 0,1 1-1 0 0,-1 0 0 0 0,1-1 1 0 0,0 1-1 0 0,-1 0 0 0 0,1 0 1 0 0,-1 0-1 0 0,1-1 1 0 0,-1 1-1 0 0,1 0 0 0 0,-1 0 1 0 0,0 0-1 0 0,1 0 0 0 0,-1 0 1 0 0,1 0-1 0 0,-1 0 0 0 0,1 0 1 0 0,-1 0-1 0 0,1 0 1 0 0,-1 0-1 0 0,1 0 0 0 0,-1 1 1 0 0,0-1-1 0 0,-26 7 1191 0 0,13-3-791 0 0,-11 0 367 0 0,10-3-121 0 0,0 2-1 0 0,0 0 1 0 0,0 1-1 0 0,-25 10 0 0 0,-15 11 942 0 0,-79 49-1 0 0,110-57-1311 0 0,0 2-1 0 0,2 0 1 0 0,-24 25-1 0 0,-52 73 908 0 0,-63 106-363 0 0,139-189-659 0 0,2 2-1 0 0,2 0 0 0 0,1 1 1 0 0,-17 54-1 0 0,27-67-92 0 0,1 2 1 0 0,1-1-1 0 0,2 1 0 0 0,0-1 0 0 0,1 1 1 0 0,2 0-1 0 0,0 0 0 0 0,5 26 0 0 0,36 166 358 0 0,-8-49-148 0 0,-19-94-137 0 0,3-1 0 0 0,3-1-1 0 0,33 76 1 0 0,-25-82 68 0 0,37 64 1 0 0,-46-100-124 0 0,0-1 0 0 0,2-1 0 0 0,1-1 0 0 0,29 29 0 0 0,7-3-13 0 0,3-3-1 0 0,96 63 1 0 0,-129-98-70 0 0,-1 0 1 0 0,2-2 0 0 0,0 0 0 0 0,1-2 0 0 0,0-2-1 0 0,55 12 1 0 0,42 10 73 0 0,-21-4-48 0 0,-17-9-23 0 0,105 11 1 0 0,182-8 138 0 0,85-17-181 0 0,-183-13 64 0 0,-76-5-38 0 0,-71 2 2 0 0,169-12 121 0 0,-81 5 30 0 0,-119 9-141 0 0,320-58 212 0 0,-355 54-240 0 0,458-99 118 0 0,-252 32-64 0 0,-258 75-64 0 0,313-123 137 0 0,-275 106-130 0 0,259-107 119 0 0,343-166 12 0 0,-47-58 65 0 0,-254 83-86 0 0,-271 197-117 0 0,116-133 0 0 0,43-107 0 0 0,-66 39 0 0 0,-69 58 68 0 0,-77 148-70 0 0,25-91 0 0 0,-38 101 2 0 0,13-99 0 0 0,-24 117 0 0 0,-3 0 0 0 0,0-1 0 0 0,-9-58 0 0 0,0 14 0 0 0,5 39 0 0 0,-12-50 0 0 0,14 91-1 0 0,0 0 0 0 0,-1 0 0 0 0,0 0-1 0 0,0 0 1 0 0,0 0 0 0 0,-1 1 0 0 0,1-1-1 0 0,-1 1 1 0 0,0 0 0 0 0,0 0 0 0 0,-1 0 0 0 0,1 0-1 0 0,-7-5 1 0 0,8 7-1 0 0,-1 1 0 0 0,0-1 0 0 0,1 0 0 0 0,-1 1 0 0 0,0-1 0 0 0,0 1 0 0 0,0 0 1 0 0,0 0-1 0 0,0 0 0 0 0,0 1 0 0 0,0-1 0 0 0,0 1 0 0 0,0-1 0 0 0,0 1 0 0 0,-1 0 0 0 0,1 0 0 0 0,0 0 0 0 0,0 1 0 0 0,0-1 0 0 0,0 1 0 0 0,0 0 0 0 0,0 0 0 0 0,-5 1 0 0 0,-17 12-21 0 0,-1 1-1 0 0,2 0 1 0 0,0 2-1 0 0,-31 28 1 0 0,73-94-1012 0 0,-8 26 884 0 0,1 1 1 0 0,1 0-1 0 0,16-20 0 0 0,-22 33 133 0 0,1 1-1 0 0,0 0 1 0 0,0 1 0 0 0,1 0-1 0 0,0 0 1 0 0,0 0 0 0 0,0 1-1 0 0,1 1 1 0 0,19-10 0 0 0,-23 13 29 0 0,0 0 1 0 0,0 1 0 0 0,1 0 0 0 0,-1 0 0 0 0,0 0-1 0 0,1 0 1 0 0,-1 1 0 0 0,1 0 0 0 0,-1 0 0 0 0,1 1-1 0 0,-1-1 1 0 0,1 1 0 0 0,9 3 0 0 0,5 3-19 0 0,-1 1 0 0 0,26 13 0 0 0,-7-3 65 0 0,-17-10-398 0 0,25 8 0 0 0,-30-12-276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7:03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1 919 0 0,'-5'6'372'0'0,"0"0"0"0"0,0 1 0 0 0,1 0 0 0 0,0 0 0 0 0,0 0 0 0 0,1 0 0 0 0,0 1-1 0 0,0 0 1 0 0,0-1 0 0 0,1 1 0 0 0,0 0 0 0 0,1 0 0 0 0,0 0 0 0 0,0 0-1 0 0,1 15 1 0 0,1 4-167 0 0,1 1-1 0 0,2-1 1 0 0,9 38-1 0 0,-7-40-84 0 0,2 0 0 0 0,1 0 0 0 0,0-1 0 0 0,2 0-1 0 0,1 0 1 0 0,1-2 0 0 0,1 1 0 0 0,0-2 0 0 0,2 0-1 0 0,1 0 1 0 0,0-2 0 0 0,36 32 0 0 0,-11-18-24 0 0,1-1 1 0 0,2-2-1 0 0,1-1 1 0 0,72 31-1 0 0,-109-56-92 0 0,-4-2 4 0 0,0 0 1 0 0,0 1-1 0 0,0-1 0 0 0,0 1 0 0 0,7 6 1 0 0,-41-14 281 0 0,-230-68 14 0 0,155 41-236 0 0,88 29 17 0 0,1 0 1 0 0,-1 1-1 0 0,0 1 1 0 0,-29 1-1 0 0,33 1 12 0 0,6-1-49 0 0,0 0 1 0 0,0 0-1 0 0,0 1 1 0 0,1 0-1 0 0,-1 0 1 0 0,-10 5-1 0 0,15-6-47 0 0,1 0 0 0 0,0 0-1 0 0,0 0 1 0 0,-1 0 0 0 0,1 0 0 0 0,0 1-1 0 0,0-1 1 0 0,0 0 0 0 0,-1 0 0 0 0,1 0 0 0 0,0 1-1 0 0,0-1 1 0 0,0 0 0 0 0,0 0 0 0 0,0 1 0 0 0,-1-1-1 0 0,1 0 1 0 0,0 0 0 0 0,0 1 0 0 0,0-1-1 0 0,0 0 1 0 0,0 0 0 0 0,0 1 0 0 0,0-1 0 0 0,0 0-1 0 0,0 0 1 0 0,0 1 0 0 0,0-1 0 0 0,0 0-1 0 0,0 1 1 0 0,0-1 0 0 0,0 1 0 0 0,7 10 30 0 0,10 7 5 0 0,-3-8-36 0 0,1 0 0 0 0,-1-1 0 0 0,1-1 0 0 0,1 0 0 0 0,23 7 0 0 0,-5-4 0 0 0,57 11 0 0 0,-54-15 45 0 0,1-2-1 0 0,41 1 0 0 0,-66-5-25 0 0,0-2 1 0 0,1 1-1 0 0,-2-2 0 0 0,1 0 0 0 0,0 0 1 0 0,0-1-1 0 0,-1-1 0 0 0,1 0 0 0 0,21-11 1 0 0,-26 10-12 0 0,0-1 0 0 0,0 0 1 0 0,-1 0-1 0 0,1 0 1 0 0,-2-1-1 0 0,1 0 0 0 0,-1 0 1 0 0,0-1-1 0 0,0 0 0 0 0,-1 0 1 0 0,0 0-1 0 0,-1-1 0 0 0,0 0 1 0 0,0 0-1 0 0,-1 0 1 0 0,0 0-1 0 0,3-16 0 0 0,-5 19-350 0 0,-2-1-80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7:05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2512 19 1375 0 0,'0'-1'21'0'0,"-1"0"0"0"0,1 0 0 0 0,-1-1 0 0 0,0 1 0 0 0,1 0-1 0 0,-1 0 1 0 0,0 0 0 0 0,0 0 0 0 0,0 1 0 0 0,1-1-1 0 0,-1 0 1 0 0,0 0 0 0 0,0 0 0 0 0,0 1 0 0 0,0-1-1 0 0,-1 1 1 0 0,1-1 0 0 0,0 0 0 0 0,0 1 0 0 0,0 0-1 0 0,0-1 1 0 0,-1 1 0 0 0,1 0 0 0 0,0 0 0 0 0,0-1-1 0 0,-1 1 1 0 0,1 0 0 0 0,0 0 0 0 0,0 1 0 0 0,0-1-1 0 0,-1 0 1 0 0,1 0 0 0 0,0 0 0 0 0,0 1 0 0 0,-1-1-1 0 0,1 1 1 0 0,0-1 0 0 0,0 1 0 0 0,0-1 0 0 0,0 1-1 0 0,-1 1 1 0 0,-4 2 337 0 0,0 1-1 0 0,1 0 0 0 0,0 0 0 0 0,0 1 1 0 0,-8 10-1 0 0,4-3 1 0 0,0 0-1 0 0,-1-1 1 0 0,-1 0 0 0 0,-23 19 0 0 0,-43 22 295 0 0,-92 47 0 0 0,161-96-611 0 0,-41 24 285 0 0,-139 70 1071 0 0,-199 56 162 0 0,280-112-1073 0 0,-4 2 99 0 0,-124 32 0 0 0,172-60-617 0 0,-2-3 1 0 0,1-3-1 0 0,-85 3 0 0 0,-139 13-30 0 0,261-23 58 0 0,-44 5 9 0 0,-91 15-129 0 0,149-21 105 0 0,13-3-64 0 0,7-3-134 0 0,20-8-360 0 0,0-2 1 0 0,24-17-1 0 0,-42 25 355 0 0,1 0 0 0 0,-2-1-1 0 0,1 1 1 0 0,-1-2 0 0 0,11-11-1 0 0,-19 19 223 0 0,0 0-1 0 0,0 0 0 0 0,0 0 0 0 0,0 0 1 0 0,0 0-1 0 0,1 0 0 0 0,-1 0 0 0 0,0-1 0 0 0,0 1 1 0 0,0 0-1 0 0,0 0 0 0 0,0 0 0 0 0,0 0 1 0 0,0 0-1 0 0,0-1 0 0 0,1 1 0 0 0,-1 0 0 0 0,0 0 1 0 0,0 0-1 0 0,0 0 0 0 0,0-1 0 0 0,0 1 1 0 0,0 0-1 0 0,0 0 0 0 0,0 0 0 0 0,0 0 1 0 0,0-1-1 0 0,0 1 0 0 0,0 0 0 0 0,0 0 0 0 0,0 0 1 0 0,0 0-1 0 0,0-1 0 0 0,-1 1 0 0 0,1 0 1 0 0,0 0-1 0 0,-6 0 20 0 0,-9 5 27 0 0,-7 9-20 0 0,0 1-1 0 0,-29 26 1 0 0,4-3 37 0 0,23-21 83 0 0,-1 1 437 0 0,1 1 0 0 0,-34 34 0 0 0,58-53-580 0 0,0 0-1 0 0,0 1 1 0 0,-1-1-1 0 0,1 0 1 0 0,0 0-1 0 0,0 1 1 0 0,-1-1-1 0 0,1 0 1 0 0,0 0-1 0 0,0 1 1 0 0,0-1-1 0 0,0 0 1 0 0,-1 1-1 0 0,1-1 1 0 0,0 0-1 0 0,0 1 1 0 0,0-1 0 0 0,0 0-1 0 0,0 1 1 0 0,0-1-1 0 0,0 1 1 0 0,0-1-1 0 0,0 0 1 0 0,0 1-1 0 0,0-1 1 0 0,0 0-1 0 0,0 1 1 0 0,0-1-1 0 0,0 0 1 0 0,0 1-1 0 0,0-1 1 0 0,1 0 0 0 0,-1 1-1 0 0,0-1 1 0 0,0 0-1 0 0,0 0 1 0 0,1 1-1 0 0,-1-1 1 0 0,0 0-1 0 0,0 1 1 0 0,1-1-1 0 0,-1 0 1 0 0,0 0-1 0 0,0 0 1 0 0,1 1-1 0 0,-1-1 1 0 0,0 0-1 0 0,1 0 1 0 0,-1 0 0 0 0,0 0-1 0 0,1 0 1 0 0,-1 1-1 0 0,0-1 1 0 0,1 0-1 0 0,-1 0 1 0 0,0 0-1 0 0,1 0 1 0 0,-1 0-1 0 0,0 0 1 0 0,1 0-1 0 0,30 3 224 0 0,-22-3-196 0 0,115 7 67 0 0,7 0-1174 0 0,-109-5-2690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7:29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2619 0 455 0 0,'1'0'60'0'0,"-1"0"0"0"0,1 0 0 0 0,-1 0 0 0 0,0 1 0 0 0,1-1 0 0 0,-1 0-1 0 0,0 0 1 0 0,1 0 0 0 0,-1 1 0 0 0,0-1 0 0 0,1 0 0 0 0,-1 0 0 0 0,0 1-1 0 0,1-1 1 0 0,-1 0 0 0 0,0 0 0 0 0,0 1 0 0 0,1-1 0 0 0,-1 0 0 0 0,0 1-1 0 0,0-1 1 0 0,1 0 0 0 0,-1 1 0 0 0,0-1 0 0 0,0 1 0 0 0,0-1-1 0 0,0 0 1 0 0,0 1 0 0 0,0-1 0 0 0,0 1 0 0 0,0-1 0 0 0,0 1 0 0 0,0 22 450 0 0,-2-13-435 0 0,0 0-1 0 0,-7 18 1 0 0,3-15 171 0 0,-1 0 1 0 0,0-1-1 0 0,-1 0 0 0 0,0 0 1 0 0,-1-1-1 0 0,-1 0 0 0 0,0-1 1 0 0,-16 14-1 0 0,-4 0 767 0 0,-63 39-1 0 0,-49 12-406 0 0,81-45-348 0 0,-165 64 1375 0 0,140-62-938 0 0,-321 87 1245 0 0,369-109-1864 0 0,-265 49 47 0 0,204-42-102 0 0,-14 3 15 0 0,-122 20 72 0 0,43-3-94 0 0,-49 6-46 0 0,150-27-47 0 0,62-9 45 0 0,-1-2-1 0 0,-52 3 1 0 0,81-8 34 0 0,0 0-1 0 0,0 0 0 0 0,-1 0 0 0 0,1 0 1 0 0,0 0-1 0 0,-1-1 0 0 0,1 1 1 0 0,0 0-1 0 0,-1-1 0 0 0,1 1 1 0 0,0-1-1 0 0,0 1 0 0 0,-1-2 0 0 0,1 2-2 0 0,1-1-1 0 0,-1 1 1 0 0,1-1-1 0 0,-1 1 1 0 0,1-1-1 0 0,-1 1 1 0 0,1-1-1 0 0,0 1 1 0 0,-1-1-1 0 0,1 1 1 0 0,0-1-1 0 0,0 0 1 0 0,0 1-1 0 0,-1-1 1 0 0,1 0-1 0 0,0 1 1 0 0,0-1-1 0 0,0 0 1 0 0,0 0-1 0 0,0-2-50 0 0,1-1-1 0 0,0 1 0 0 0,0-1 1 0 0,0 1-1 0 0,0 0 0 0 0,0-1 1 0 0,0 1-1 0 0,4-4 0 0 0,9-18-260 0 0,1 0-1 0 0,2 1 0 0 0,1 0 0 0 0,0 2 0 0 0,2 0 0 0 0,22-19 1 0 0,-27 27 169 0 0,0 0-189 0 0,0 0 0 0 0,1 1 0 0 0,0 1 0 0 0,29-17-1 0 0,-50 33 370 0 0,1-1 0 0 0,0 1 0 0 0,-1-1 0 0 0,1 1 0 0 0,0 0 0 0 0,-4 7 0 0 0,-7 6 36 0 0,-74 76 389 0 0,70-70-42 0 0,1-1 0 0 0,-22 38 0 0 0,39-58-393 0 0,0 0 0 0 0,0 1 0 0 0,0-1 0 0 0,0 0 1 0 0,0 0-1 0 0,1 1 0 0 0,-1-1 0 0 0,1 0 0 0 0,-1 1 1 0 0,1-1-1 0 0,0 0 0 0 0,0 1 0 0 0,0-1 0 0 0,0 1 1 0 0,0-1-1 0 0,1 0 0 0 0,-1 1 0 0 0,1-1 0 0 0,0 0 1 0 0,1 5-1 0 0,1-2-3 0 0,0 0 0 0 0,0 0 0 0 0,1-1 0 0 0,-1 1 0 0 0,1-1 0 0 0,0 0 0 0 0,8 7 0 0 0,-1-2 58 0 0,0-1 0 0 0,1 0 1 0 0,0-1-1 0 0,1 0 1 0 0,-1-1-1 0 0,1 0 1 0 0,0-1-1 0 0,1-1 0 0 0,25 6 1 0 0,-3-4-190 0 0,0-2 1 0 0,60-1-1 0 0,-71-3-157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7:40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64 509 919 0 0,'-50'37'1472'0'0,"58"-12"-90"0"0,-8-22-1312 0 0,0 0 1 0 0,-1 0 0 0 0,1 0-1 0 0,0 0 1 0 0,-1 0-1 0 0,0 0 1 0 0,0 0 0 0 0,0 0-1 0 0,0-1 1 0 0,0 1 0 0 0,-3 4-1 0 0,2-4 83 0 0,1-1 0 0 0,-1 1 0 0 0,1 0 0 0 0,0 1 0 0 0,0-1 0 0 0,0 0 0 0 0,-1 6 0 0 0,2-8-134 0 0,1 0 0 0 0,-1 1 0 0 0,0-1-1 0 0,0 0 1 0 0,1 1 0 0 0,-1-1-1 0 0,1 0 1 0 0,-1 0 0 0 0,1 1-1 0 0,-1-1 1 0 0,1 0 0 0 0,0 0-1 0 0,-1 0 1 0 0,1 0 0 0 0,0 0-1 0 0,0 0 1 0 0,0 0 0 0 0,0 0-1 0 0,0 0 1 0 0,0 0 0 0 0,0-1-1 0 0,0 1 1 0 0,1 0 0 0 0,0 0-1 0 0,6 3 18 0 0,-1-1 0 0 0,1 0 0 0 0,0 0 0 0 0,0 0 0 0 0,0-1 0 0 0,0-1 0 0 0,0 1 0 0 0,15 0 0 0 0,7-2 121 0 0,32-3 0 0 0,-11 0-25 0 0,76-4 251 0 0,134-25 0 0 0,-52 6-35 0 0,19-4 224 0 0,327-41 152 0 0,-544 70-723 0 0,934-111 322 0 0,-526 69-143 0 0,-97 13-45 0 0,-239 21-119 0 0,189-31 21 0 0,-79 14 107 0 0,-53 9-42 0 0,-101 11-3 0 0,-1-3 1 0 0,0 0 0 0 0,0-3 0 0 0,67-30-1 0 0,-81 29-88 0 0,-23 12 2 0 0,-1 1 1 0 0,0-1-1 0 0,0 1 1 0 0,0-1-1 0 0,1 0 1 0 0,-1 1-1 0 0,0-1 1 0 0,0 1-1 0 0,0-1 1 0 0,0 1-1 0 0,0-1 1 0 0,0 0-1 0 0,0 1 0 0 0,-1-1 1 0 0,1 1-1 0 0,0-1 1 0 0,0 1-1 0 0,0-1 1 0 0,0 1-1 0 0,-1-2 1 0 0,-3-8 252 0 0,2 6-239 0 0,1 0 0 0 0,-1 0 0 0 0,0 1 0 0 0,0-1-1 0 0,-1 1 1 0 0,1 0 0 0 0,-1 0 0 0 0,1 0 0 0 0,-1 0-1 0 0,0 0 1 0 0,0 0 0 0 0,-6-3 0 0 0,-2-1 150 0 0,-1 0 1 0 0,-17-6-1 0 0,8 3-83 0 0,-50-22 737 0 0,68 30-791 0 0,1 1-15 0 0,-1-1 1 0 0,1 1 0 0 0,-1 0 0 0 0,1 0 0 0 0,-1 0-1 0 0,1 1 1 0 0,-1-1 0 0 0,-2 0 0 0 0,28 12-16 0 0,-16-7-10 0 0,27 12-51 0 0,0-2 0 0 0,2-1 0 0 0,48 10 0 0 0,-65-18 47 0 0,-3-1-8 0 0,-1 1 0 0 0,29 13 0 0 0,-40-16 10 0 0,0 0 0 0 0,-1 0 0 0 0,1 0 0 0 0,-1 0 0 0 0,0 0 0 0 0,0 1 0 0 0,0 0 0 0 0,0-1 0 0 0,0 1 0 0 0,-1 0 0 0 0,1 0 0 0 0,-1 1 0 0 0,1-1 0 0 0,-1 0 0 0 0,0 1 0 0 0,-1-1 0 0 0,3 8 0 0 0,-3-8-10 0 0,-1 1 0 0 0,0-1 0 0 0,0 0-1 0 0,0 0 1 0 0,0 1 0 0 0,-1-1 0 0 0,0 0-1 0 0,1 0 1 0 0,-1 1 0 0 0,0-1 0 0 0,0 0-1 0 0,-1 0 1 0 0,1 0 0 0 0,-1 0 0 0 0,-2 3-1 0 0,-4 6-99 0 0,0 0 0 0 0,-11 11 0 0 0,15-19 83 0 0,-26 29-3706 0 0,14-16-145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8:11.9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476 2969 455 0 0,'-7'5'490'0'0,"-1"0"-1"0"0,0 0 1 0 0,0-1-1 0 0,-1 0 0 0 0,-9 3 1 0 0,15-6-372 0 0,-1 0 1 0 0,0-1-1 0 0,0 1 0 0 0,0-1 1 0 0,0 0-1 0 0,1 0 1 0 0,-1 0-1 0 0,0 0 0 0 0,0 0 1 0 0,0-1-1 0 0,0 0 1 0 0,1 0-1 0 0,-1 0 0 0 0,0 0 1 0 0,-3-3-1 0 0,-19-7 257 0 0,-11-6 691 0 0,-54-34-1 0 0,79 44-932 0 0,1-1 0 0 0,0-1-1 0 0,1 0 1 0 0,0-1 0 0 0,0 0-1 0 0,1 0 1 0 0,1-1-1 0 0,-12-18 1 0 0,5 2-138 0 0,1-1 1 0 0,2 0-1 0 0,1-1 1 0 0,1 0-1 0 0,1-1 0 0 0,2 0 1 0 0,-4-33-1 0 0,5 11-20 0 0,3-1 1 0 0,2 0-1 0 0,8-69 0 0 0,4 18 24 0 0,6-1-1 0 0,4 2 0 0 0,4 1 1 0 0,5 0-1 0 0,4 3 1 0 0,66-135-1 0 0,-53 141 67 0 0,5 2 0 0 0,84-112 0 0 0,-54 100 140 0 0,4 4-1 0 0,5 3 1 0 0,3 5-1 0 0,141-105 1 0 0,-179 155-75 0 0,2 2 0 0 0,2 2 0 0 0,1 3 0 0 0,1 3 0 0 0,123-42 0 0 0,-64 36-81 0 0,2 6-1 0 0,203-26 1 0 0,-194 46-49 0 0,0 5 0 0 0,150 14 0 0 0,516 96 74 0 0,-643-73 195 0 0,226 39 748 0 0,22-11-521 0 0,-263-39-496 0 0,205 22 0 0 0,-340-42 0 0 0,120 3-33 0 0,-101-3 26 0 0,-1-2-1 0 0,0-1 0 0 0,31-7 0 0 0,-51 9 8 0 0,1 0 0 0 0,-1 0 0 0 0,0 0 0 0 0,0-1 0 0 0,0 1 0 0 0,0-1 0 0 0,0 0 0 0 0,0 0 0 0 0,0 0 0 0 0,-1 0 0 0 0,1 0 0 0 0,-1 0 0 0 0,1-1 0 0 0,-1 1 0 0 0,0-1 0 0 0,0 0 0 0 0,0 1 0 0 0,0-1 0 0 0,-1 0 0 0 0,3-6 0 0 0,-3 5 0 0 0,1-1 0 0 0,-1 0 0 0 0,0 0 0 0 0,-1 0 0 0 0,1 0 0 0 0,-1 0 0 0 0,0 0 0 0 0,0 0 0 0 0,-1 0 0 0 0,1 0 0 0 0,-1 0 0 0 0,0 0 0 0 0,-3-6 0 0 0,0 0-2 0 0,0 1 0 0 0,-1 1 1 0 0,0-1-1 0 0,-1 1 0 0 0,0 0 0 0 0,0 0 0 0 0,-1 0 0 0 0,0 1 0 0 0,-1 0 0 0 0,0 1 0 0 0,0 0 0 0 0,0 0 0 0 0,-1 0 0 0 0,-15-8 1 0 0,-11-3-11 0 0,1 2 1 0 0,-66-21-1 0 0,76 28 11 0 0,-61-16 68 0 0,74 23-51 0 0,0 0 1 0 0,0 1-1 0 0,0 0 0 0 0,0 0 0 0 0,-21 3 0 0 0,31-2-12 0 0,0 0 0 0 0,1 0 0 0 0,-1 0 0 0 0,0 0 0 0 0,0 0 0 0 0,1 1 0 0 0,-1-1 0 0 0,0 0 0 0 0,1 0 0 0 0,-1 1 0 0 0,0-1 0 0 0,1 0 0 0 0,-1 1 0 0 0,0-1 0 0 0,1 0 0 0 0,-1 1 0 0 0,1-1 0 0 0,-1 1 0 0 0,1-1 0 0 0,-1 1 0 0 0,1 0 0 0 0,-1-1 0 0 0,1 1 0 0 0,-1-1 0 0 0,1 1 0 0 0,0 0 0 0 0,-1 0 0 0 0,1 0 9 0 0,0 1 1 0 0,0-1 0 0 0,0 0-1 0 0,0 0 1 0 0,0 1 0 0 0,1-1 0 0 0,-1 0-1 0 0,0 0 1 0 0,1 0 0 0 0,-1 1-1 0 0,1-1 1 0 0,-1 0 0 0 0,1 0 0 0 0,1 2-1 0 0,2 3 59 0 0,1 0 0 0 0,0 0 0 0 0,11 11-1 0 0,9 4-90 0 0,0-1-1 0 0,1-2 0 0 0,44 25 1 0 0,91 34-44 0 0,-155-75 85 0 0,18 9-24 0 0,32 18 0 0 0,-50-25 10 0 0,0 0 1 0 0,0 1 0 0 0,0-1 0 0 0,0 1 0 0 0,-1 0 0 0 0,0 1 0 0 0,0-1 0 0 0,0 1 0 0 0,6 12 0 0 0,-10-16-17 0 0,0-1 0 0 0,0 1 0 0 0,0 0 1 0 0,0 0-1 0 0,-1 0 0 0 0,1 0 0 0 0,-1 0 1 0 0,1 0-1 0 0,-1 0 0 0 0,0 0 0 0 0,0 0 1 0 0,0 0-1 0 0,0 1 0 0 0,0-1 0 0 0,-1 0 1 0 0,1 0-1 0 0,-1 2 0 0 0,0-1 42 0 0,0-1-1 0 0,-1 1 1 0 0,1 0-1 0 0,-1-1 1 0 0,0 1 0 0 0,1-1-1 0 0,-1 0 1 0 0,0 1-1 0 0,0-1 1 0 0,-5 3-1 0 0,-4 3 154 0 0,0-1 0 0 0,-1 0 0 0 0,0-1 0 0 0,-16 7-1 0 0,14-7-149 0 0,-84 39-134 0 0,35-12-4297 0 0,33-16 23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8:13.4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407 90 455 0 0,'0'1'11'0'0,"0"-1"0"0"0,-1 1 0 0 0,1-1 0 0 0,0 1 0 0 0,0-1 0 0 0,-1 1-1 0 0,1-1 1 0 0,0 1 0 0 0,0-1 0 0 0,0 1 0 0 0,0-1 0 0 0,-1 1 0 0 0,1 0-1 0 0,0-1 1 0 0,0 1 0 0 0,0-1 0 0 0,0 1 0 0 0,0-1 0 0 0,1 1-1 0 0,-1 0 1 0 0,0-1 0 0 0,0 1 0 0 0,0-1 0 0 0,0 1 0 0 0,1-1 0 0 0,-1 1-1 0 0,0-1 1 0 0,0 1 0 0 0,1-1 0 0 0,-1 1 0 0 0,0-1 0 0 0,1 1-1 0 0,-1-1 1 0 0,1 1 0 0 0,-1-1 0 0 0,0 0 0 0 0,1 1 0 0 0,-1-1 0 0 0,1 0-1 0 0,-1 1 1 0 0,1-1 0 0 0,-1 0 0 0 0,1 0 0 0 0,0 0 0 0 0,-1 1 0 0 0,1-1-1 0 0,-1 0 1 0 0,1 0 0 0 0,-1 0 0 0 0,1 0 0 0 0,0 0 0 0 0,-1 0-1 0 0,1 0 1 0 0,-1 0 0 0 0,1 0 0 0 0,-1 0 0 0 0,1 0 0 0 0,0 0 0 0 0,-1-1-1 0 0,1 1 1 0 0,-1 0 0 0 0,1 0 0 0 0,-1-1 0 0 0,1 1 0 0 0,0-1-1 0 0,3-2 16 0 0,0-1 0 0 0,1 0-1 0 0,-1 0 1 0 0,-1 0-1 0 0,1 0 1 0 0,3-6-1 0 0,-6 8 57 0 0,1-1-1 0 0,0 1 0 0 0,-1-1 1 0 0,0 1-1 0 0,1-1 0 0 0,-1 0 1 0 0,0 0-1 0 0,-1 0 0 0 0,1 0 1 0 0,0 0-1 0 0,-1 0 0 0 0,1-5 0 0 0,-2 6-18 0 0,1 1-1 0 0,-1-1 1 0 0,0 1-1 0 0,1-1 1 0 0,-1 1-1 0 0,0-1 0 0 0,0 1 1 0 0,0 0-1 0 0,0 0 1 0 0,0-1-1 0 0,0 1 1 0 0,0 0-1 0 0,0 0 0 0 0,-1 0 1 0 0,1 0-1 0 0,0 0 1 0 0,-1 0-1 0 0,1 1 1 0 0,-1-1-1 0 0,1 0 0 0 0,-1 1 1 0 0,1-1-1 0 0,-1 1 1 0 0,-2-1-1 0 0,-5-1 309 0 0,1 0-1 0 0,0 1 1 0 0,-11-1-1 0 0,-1 1 122 0 0,0 1 0 0 0,0 1-1 0 0,0 1 1 0 0,1 1 0 0 0,-1 0-1 0 0,1 2 1 0 0,-31 10 0 0 0,38-10-393 0 0,0 0 1 0 0,0 1 0 0 0,0 1-1 0 0,1 0 1 0 0,0 1 0 0 0,0 0-1 0 0,1 0 1 0 0,0 1 0 0 0,0 1-1 0 0,1-1 1 0 0,0 2 0 0 0,-8 12-1 0 0,9-10-70 0 0,0 0 1 0 0,1 0-1 0 0,0 1 0 0 0,1 0 0 0 0,0 1 0 0 0,1-1 0 0 0,1 1 0 0 0,1 0 0 0 0,0 0 1 0 0,1 0-1 0 0,0 0 0 0 0,1 26 0 0 0,2-14 58 0 0,2 0 0 0 0,1 0 0 0 0,1-1 0 0 0,1 1 0 0 0,15 40 0 0 0,-4-26 34 0 0,1 0 0 0 0,39 60 0 0 0,-8-20 7 0 0,143 218 558 0 0,-147-237-562 0 0,3-1-1 0 0,87 85 0 0 0,-69-91-121 0 0,6 6 14 0 0,-63-52 52 0 0,-1 0 0 0 0,0 0-1 0 0,0 1 1 0 0,-1 0 0 0 0,10 18-1 0 0,-7-9 49 0 0,-6-13-17 0 0,-1-1-1 0 0,0 1 1 0 0,3 11-1 0 0,-5-14-82 0 0,0-1-1 0 0,-1 0 1 0 0,0 1 0 0 0,1-1-1 0 0,-1 1 1 0 0,0-1-1 0 0,-1 0 1 0 0,1 1 0 0 0,0-1-1 0 0,-1 1 1 0 0,1-1-1 0 0,-1 0 1 0 0,1 1 0 0 0,-2 2-1 0 0,1-5-13 0 0,1 1-1 0 0,0-1 0 0 0,0 1 0 0 0,-1-1 1 0 0,1 1-1 0 0,0 0 0 0 0,-1-1 0 0 0,1 1 1 0 0,-1-1-1 0 0,1 0 0 0 0,-1 1 0 0 0,1-1 1 0 0,-1 1-1 0 0,1-1 0 0 0,-1 0 0 0 0,1 1 1 0 0,-1-1-1 0 0,1 0 0 0 0,-1 1 0 0 0,0-1 1 0 0,1 0-1 0 0,-1 0 0 0 0,1 0 0 0 0,-1 0 1 0 0,0 1-1 0 0,1-1 0 0 0,-1 0 0 0 0,0 0 1 0 0,1 0-1 0 0,-1 0 0 0 0,1 0 0 0 0,-1-1 1 0 0,0 1-1 0 0,1 0 0 0 0,-2 0 0 0 0,-2-2 13 0 0,0 0 0 0 0,0 1 0 0 0,0-2 0 0 0,-5-2 0 0 0,-3-2-1 0 0,-79-49-79 0 0,60 35-157 0 0,-51-25 0 0 0,70 41 195 0 0,0 1 1 0 0,0 0-1 0 0,-1 1 0 0 0,1 1 0 0 0,-1 0 1 0 0,1 0-1 0 0,-1 1 0 0 0,-15 1 0 0 0,5 2 95 0 0,0 0-1 0 0,0 1 1 0 0,-36 10-1 0 0,54-11-65 0 0,2-2 0 0 0,-1 1 0 0 0,1 0 0 0 0,0 0-1 0 0,0 0 1 0 0,0 0 0 0 0,0 1 0 0 0,0-1 0 0 0,0 1 0 0 0,0 0-1 0 0,0 0 1 0 0,-4 4 0 0 0,7-6 3 0 0,-1 0 0 0 0,1 1 0 0 0,0-1-1 0 0,0 1 1 0 0,0-1 0 0 0,0 1 0 0 0,0-1 0 0 0,0 1 0 0 0,0-1 0 0 0,0 1 0 0 0,0-1-1 0 0,0 1 1 0 0,0-1 0 0 0,0 0 0 0 0,0 1 0 0 0,1-1 0 0 0,-1 1 0 0 0,0-1 0 0 0,0 1-1 0 0,0-1 1 0 0,1 0 0 0 0,-1 1 0 0 0,0-1 0 0 0,0 0 0 0 0,1 1 0 0 0,0 0 0 0 0,10 10 39 0 0,-7-7-20 0 0,11 10-21 0 0,1-1 1 0 0,0 0 0 0 0,1-2-1 0 0,34 19 1 0 0,-21-15-4 0 0,0-2 0 0 0,42 12 0 0 0,-4-7 69 0 0,0-3-1 0 0,75 7 1 0 0,-132-21-41 0 0,1 0 1 0 0,0-1 0 0 0,0 0-1 0 0,0-1 1 0 0,0 0-1 0 0,-1-1 1 0 0,1 0-1 0 0,12-5 1 0 0,-20 6 19 0 0,-1 0 0 0 0,1-1 0 0 0,-1 1 0 0 0,1-1 0 0 0,-1 0 0 0 0,0 0 0 0 0,0 0 0 0 0,0 0 1 0 0,0 0-1 0 0,0-1 0 0 0,-1 0 0 0 0,1 1 0 0 0,-1-1 0 0 0,1 0 0 0 0,-1 0 0 0 0,0 0 0 0 0,0 0 0 0 0,-1-1 0 0 0,1 1 0 0 0,-1-1 0 0 0,1 1 0 0 0,-1-1 0 0 0,0 1 1 0 0,0-1-1 0 0,-1 0 0 0 0,1 1 0 0 0,-1-1 0 0 0,0 0 0 0 0,0-5 0 0 0,-2-105 459 0 0,3 91-692 0 0,1 0 1 0 0,10-44-1 0 0,6 5-1130 0 0,-2 21-2530 0 0,1 7-796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8:26.5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139 4077 919 0 0,'-7'2'98'0'0,"-1"0"-1"0"0,1 0 0 0 0,0 1 1 0 0,0 0-1 0 0,0 0 0 0 0,-7 5 0 0 0,-9 4 198 0 0,20-11-290 0 0,-3 1 185 0 0,-1 1-1 0 0,1 1 1 0 0,0-1-1 0 0,0 1 1 0 0,-6 4-1 0 0,11-7-139 0 0,0 0-1 0 0,0 0 1 0 0,0 1-1 0 0,0-1 0 0 0,0 0 1 0 0,0 0-1 0 0,0 0 1 0 0,1 1-1 0 0,-1-1 0 0 0,0 0 1 0 0,1 1-1 0 0,-1-1 1 0 0,1 1-1 0 0,-1-1 0 0 0,1 1 1 0 0,0-1-1 0 0,-1 1 1 0 0,1-1-1 0 0,0 1 0 0 0,0-1 1 0 0,0 1-1 0 0,0-1 1 0 0,0 1-1 0 0,1-1 0 0 0,-1 1 1 0 0,0-1-1 0 0,1 1 1 0 0,-1-1-1 0 0,2 3 0 0 0,13 25 399 0 0,2-1 0 0 0,39 52 0 0 0,-38-56-194 0 0,23 31 239 0 0,79 79-1 0 0,-87-102-280 0 0,1-2-1 0 0,2-2 0 0 0,56 36 0 0 0,-63-49-83 0 0,0-1-1 0 0,1-1 1 0 0,0-1 0 0 0,0-2-1 0 0,1-1 1 0 0,1-2-1 0 0,0-1 1 0 0,58 4-1 0 0,-6-8 87 0 0,0-3 0 0 0,98-14 0 0 0,-102 5 51 0 0,0-3 0 0 0,125-38-1 0 0,-162 37-100 0 0,-1-2 0 0 0,0-2 0 0 0,-1-2 0 0 0,-1-2 0 0 0,-1-1 0 0 0,44-35 0 0 0,-10 0 25 0 0,-2-4 0 0 0,-3-2-1 0 0,74-91 1 0 0,55-115-131 0 0,-149 194-162 0 0,66-141 1 0 0,-95 167 79 0 0,-1 0 1 0 0,21-101-1 0 0,-2-110-31 0 0,-30 149 31 0 0,-4 0 0 0 0,-14-128 0 0 0,-47-221-48 0 0,-5 99 75 0 0,3 29-16 0 0,38 164-34 0 0,8 53 40 0 0,-40-157-1 0 0,35 212-4 0 0,-49-107 0 0 0,22 54 47 0 0,31 72-43 0 0,-2 1 0 0 0,-23-40 0 0 0,39 78 8 0 0,-10-15 113 0 0,0 1 1 0 0,-1-1 0 0 0,-17-18 0 0 0,26 33-92 0 0,0-1 0 0 0,-1 0 1 0 0,0 1-1 0 0,0 0 0 0 0,0 0 1 0 0,0 0-1 0 0,0 0 0 0 0,-1 1 1 0 0,1-1-1 0 0,-1 1 0 0 0,1 0 1 0 0,-1 1-1 0 0,0-1 0 0 0,0 1 1 0 0,0 0-1 0 0,0 0 0 0 0,0 0 1 0 0,0 1-1 0 0,-6 0 0 0 0,8 1-27 0 0,-1 0 0 0 0,0 0-1 0 0,0 0 1 0 0,1 0 0 0 0,-1 1 0 0 0,0-1-1 0 0,1 1 1 0 0,0 0 0 0 0,-1 0-1 0 0,1 1 1 0 0,0-1 0 0 0,0 1-1 0 0,0-1 1 0 0,0 1 0 0 0,1 0 0 0 0,-1 0-1 0 0,-3 5 1 0 0,-2 4-24 0 0,1 1 0 0 0,0-1 0 0 0,-7 21 1 0 0,-9 25 0 0 0,3 1 1 0 0,3 1-1 0 0,2 1 0 0 0,3 0 1 0 0,-7 109-1 0 0,19-168 27 0 0,-1 14 4 0 0,1-15-4 0 0,0-1 0 0 0,0 1 0 0 0,0-1 0 0 0,0 0 0 0 0,0 1 0 0 0,0-1 0 0 0,0 1 0 0 0,0-1 0 0 0,0 1 0 0 0,0-1 0 0 0,0 1 0 0 0,1-1 0 0 0,-1 1 0 0 0,0-1 0 0 0,0 0 0 0 0,0 1 0 0 0,1-1 0 0 0,-1 1 0 0 0,0-1 0 0 0,0 0 0 0 0,1 1 0 0 0,0 0 0 0 0,0-2-23 0 0,-1 0-1 0 0,1 0 1 0 0,0 0 0 0 0,0 0-1 0 0,0 0 1 0 0,-1 0 0 0 0,1 0-1 0 0,-1 0 1 0 0,1 0 0 0 0,-1 0-1 0 0,1-1 1 0 0,-1 1 0 0 0,0 0-1 0 0,1-2 1 0 0,0 1-26 0 0,34-109-1352 0 0,19-47 912 0 0,56-101 118 0 0,25 12 40 0 0,-126 232 346 0 0,2 0-1 0 0,18-21 0 0 0,-26 33-9 0 0,0 0 0 0 0,0 0 0 0 0,1 0-1 0 0,-1 0 1 0 0,1 0 0 0 0,0 1 0 0 0,-1-1-1 0 0,1 1 1 0 0,0 0 0 0 0,0 0 0 0 0,0 1 0 0 0,1-1-1 0 0,-1 1 1 0 0,0 0 0 0 0,1 0 0 0 0,4 0-1 0 0,-6 1 8 0 0,0 1 0 0 0,0-1 0 0 0,0 1 0 0 0,0 0 0 0 0,0 0-1 0 0,0 0 1 0 0,-1 0 0 0 0,1 0 0 0 0,0 1 0 0 0,-1-1 0 0 0,1 1 0 0 0,-1 0-1 0 0,1 0 1 0 0,3 4 0 0 0,4 3 102 0 0,-1 2-1 0 0,8 10 1 0 0,-10-11 52 0 0,11 13-143 0 0,0-1 1 0 0,1 0 0 0 0,1-1-1 0 0,1-2 1 0 0,41 31 0 0 0,-39-36-3737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8:28.4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3302 1895 0 0,'1'-24'416'0'0,"2"1"0"0"0,1-1-1 0 0,9-32 1 0 0,0 0 323 0 0,-4 21-433 0 0,1 0 0 0 0,2 0 0 0 0,1 1-1 0 0,2 0 1 0 0,25-42 0 0 0,1 10 619 0 0,72-89-1 0 0,-26 52-653 0 0,24-33 28 0 0,-87 106-293 0 0,255-312 366 0 0,-146 200-111 0 0,162-161 436 0 0,-122 127-762 0 0,15-14-24 0 0,-106 116 50 0 0,137-118 22 0 0,-144 131 18 0 0,84-50 0 0 0,-27 24 1 0 0,-39 25-35 0 0,111-55 0 0 0,-114 75 33 0 0,1 5 0 0 0,178-48 0 0 0,-89 32 0 0 0,33-8 0 0 0,-196 58-1 0 0,8-2-12 0 0,0 0 1 0 0,-1-2-1 0 0,0-1 1 0 0,43-20-1 0 0,-67 28 14 0 0,0 0-1 0 0,1 0 1 0 0,-1 0-1 0 0,0 0 0 0 0,0 0 1 0 0,0 0-1 0 0,0 0 1 0 0,1 0-1 0 0,-1 0 0 0 0,0-1 1 0 0,0 1-1 0 0,0 0 1 0 0,0 0-1 0 0,0 0 0 0 0,0 0 1 0 0,1 0-1 0 0,-1 0 1 0 0,0 0-1 0 0,0-1 0 0 0,0 1 1 0 0,0 0-1 0 0,0 0 1 0 0,0 0-1 0 0,0 0 1 0 0,0 0-1 0 0,0-1 0 0 0,0 1 1 0 0,0 0-1 0 0,0 0 1 0 0,1 0-1 0 0,-1 0 0 0 0,0-1 1 0 0,0 1-1 0 0,0 0 1 0 0,0 0-1 0 0,0 0 0 0 0,-1 0 1 0 0,1-1-1 0 0,-6-2 39 0 0,-14 1 50 0 0,18 2-81 0 0,-48-2-96 0 0,1-2-1 0 0,-1-2 0 0 0,-61-17 1 0 0,16 2-25 0 0,56 14 172 0 0,39 7-58 0 0,1 0 0 0 0,-1 0 0 0 0,0 0-1 0 0,0 0 1 0 0,0 0 0 0 0,1-1 0 0 0,-1 1 0 0 0,0 0-1 0 0,0 0 1 0 0,0 0 0 0 0,0 0 0 0 0,1-1-1 0 0,-1 1 1 0 0,0 0 0 0 0,0 0 0 0 0,0 0-1 0 0,0 0 1 0 0,0-1 0 0 0,0 1 0 0 0,1 0 0 0 0,-1 0-1 0 0,0 0 1 0 0,0-1 0 0 0,0 1 0 0 0,0 0-1 0 0,0 0 1 0 0,0-1 0 0 0,0 1 0 0 0,0 0 0 0 0,0 0-1 0 0,0 0 1 0 0,0-1 0 0 0,0 1 0 0 0,0 0-1 0 0,0 0 1 0 0,0-1 0 0 0,-1 1 0 0 0,1 0-1 0 0,0 0 1 0 0,0 0 0 0 0,0-1 0 0 0,0 1 0 0 0,0 0-1 0 0,0 0 1 0 0,0 0 0 0 0,-1 0 0 0 0,1-1-1 0 0,0 1 1 0 0,0 0 0 0 0,0 0 0 0 0,-1 0 0 0 0,1 0-1 0 0,0 0 1 0 0,0 0 0 0 0,0-1 0 0 0,-1 1-1 0 0,1 0 1 0 0,0 0 0 0 0,0 0 0 0 0,0 0-1 0 0,-1 0 1 0 0,1 0 0 0 0,0 0 0 0 0,0 0 0 0 0,-1 0-1 0 0,21-11 71 0 0,-16 9-65 0 0,21-11-27 0 0,2 2 0 0 0,-1 0-1 0 0,1 2 1 0 0,1 1 0 0 0,35-6-1 0 0,143-10-106 0 0,-187 22 118 0 0,1 2-1 0 0,22 1 0 0 0,-36 0 9 0 0,0 0-1 0 0,0 0 0 0 0,0 0 1 0 0,0 1-1 0 0,0-1 0 0 0,0 1 1 0 0,-1 1-1 0 0,1-1 0 0 0,-1 1 1 0 0,1 0-1 0 0,5 5 0 0 0,-10-7 11 0 0,1 0-1 0 0,-1 1 0 0 0,0 0 0 0 0,1-1 0 0 0,-1 1 0 0 0,0 0 0 0 0,0 0 0 0 0,0-1 1 0 0,0 1-1 0 0,-1 0 0 0 0,1 0 0 0 0,0 0 0 0 0,-1 0 0 0 0,1 0 0 0 0,-1 0 1 0 0,0 0-1 0 0,0 0 0 0 0,0 1 0 0 0,0-1 0 0 0,0 0 0 0 0,0 0 0 0 0,0 0 1 0 0,-1 0-1 0 0,1 0 0 0 0,-1 0 0 0 0,1 0 0 0 0,-1 0 0 0 0,-2 3 0 0 0,-2 6 210 0 0,0-1-1 0 0,-1 0 1 0 0,-13 17-1 0 0,16-23-95 0 0,-18 25 290 0 0,0-2-508 0 0,1 2 0 0 0,-20 37 0 0 0,32-48-3657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08:31.3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8 752 2111 0 0,'-1'-5'65'0'0,"-1"1"0"0"0,1-1-1 0 0,0 0 1 0 0,-1-10-1 0 0,2 14 31 0 0,0-4 13 0 0,0 0 1 0 0,0 1 0 0 0,1-1-1 0 0,-1 0 1 0 0,1 1-1 0 0,0-1 1 0 0,0 0 0 0 0,1 1-1 0 0,2-6 1 0 0,21-41 51 0 0,-19 41-104 0 0,24-41 210 0 0,3 1 0 0 0,1 1-1 0 0,3 2 1 0 0,60-60-1 0 0,-70 82-203 0 0,1 1-1 0 0,62-41 1 0 0,73-25 271 0 0,-134 77-254 0 0,1 1 0 0 0,0 1 1 0 0,1 2-1 0 0,42-7 0 0 0,129-11 397 0 0,-165 24-458 0 0,-4 0-18 0 0,-1 1 0 0 0,65 6 0 0 0,-82-2 0 0 0,1 1 0 0 0,-1 0 0 0 0,0 0 0 0 0,0 2 0 0 0,-1 0 0 0 0,1 1 0 0 0,-1 0 0 0 0,19 11 0 0 0,-23-9 72 0 0,-1 0 0 0 0,1 0 1 0 0,-1 1-1 0 0,0 0 0 0 0,-1 1 0 0 0,0-1 0 0 0,-1 2 0 0 0,0-1 0 0 0,0 1 0 0 0,-1 0 0 0 0,5 14 0 0 0,5 17 423 0 0,20 76-1 0 0,-33-104-481 0 0,124 352 64 0 0,25 69-157 0 0,-144-408 184 0 0,-2 0-1 0 0,0 0 0 0 0,-2 1 0 0 0,1 38 0 0 0,-5-65-96 0 0,0 1 0 0 0,0-1-1 0 0,0 1 1 0 0,0-1 0 0 0,0 1-1 0 0,-1-1 1 0 0,1 1 0 0 0,-1-1-1 0 0,1 0 1 0 0,-1 1 0 0 0,1-1-1 0 0,-1 1 1 0 0,0-1 0 0 0,0 0-1 0 0,1 0 1 0 0,-1 1 0 0 0,0-1-1 0 0,0 0 1 0 0,0 0 0 0 0,-3 1-1 0 0,2-3 37 0 0,0 0-1 0 0,0-1 0 0 0,0 0 0 0 0,0 0 0 0 0,0 1 1 0 0,0-1-1 0 0,1 0 0 0 0,-3-4 0 0 0,-9-12 64 0 0,2 2-21 0 0,-15-17 0 0 0,-6-6-86 0 0,23 26-7 0 0,-1 1-1 0 0,0 0 0 0 0,-1 1 0 0 0,0 0 1 0 0,-15-10-1 0 0,16 16 219 0 0,16 11 231 0 0,12 11 193 0 0,-4-6-650 0 0,1 0 0 0 0,-1-2 0 0 0,33 16 0 0 0,-38-21 9 0 0,0 0 0 0 0,0-1 0 0 0,0 0 0 0 0,1-1 0 0 0,-1 0 0 0 0,1 0 0 0 0,-1-1-1 0 0,18 0 1 0 0,-23-1 24 0 0,-1-1 0 0 0,1 0 0 0 0,0 0 0 0 0,-1 0 0 0 0,1 0 0 0 0,-1-1 0 0 0,1 1-1 0 0,-1-1 1 0 0,0 0 0 0 0,0 0 0 0 0,0 0 0 0 0,0 0 0 0 0,0 0 0 0 0,0-1 0 0 0,0 0-1 0 0,-1 1 1 0 0,1-1 0 0 0,3-6 0 0 0,3-5 140 0 0,0-1 0 0 0,12-31 0 0 0,-9 18-93 0 0,-3 9-201 0 0,1 0 0 0 0,1 0 0 0 0,1 1 0 0 0,0 0 0 0 0,25-26 0 0 0,-20 27-481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11:42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1988 56 311 0 0,'2'-13'37'0'0,"-2"12"-6"0"0,0 1-1 0 0,1-1 1 0 0,-1 0 0 0 0,0 0-1 0 0,0 0 1 0 0,1 0 0 0 0,-1 0 0 0 0,0 0-1 0 0,0 0 1 0 0,0 1 0 0 0,0-1-1 0 0,0 0 1 0 0,0 0 0 0 0,-1 0-1 0 0,1 0 1 0 0,0 0 0 0 0,0 0-1 0 0,-1 0 1 0 0,1 1 0 0 0,0-1 0 0 0,-1 0-1 0 0,1 0 1 0 0,-1 0 0 0 0,1 1-1 0 0,-1-1 1 0 0,0 0 0 0 0,1 1-1 0 0,-1-1 1 0 0,0 0 0 0 0,1 1-1 0 0,-1-1 1 0 0,0 1 0 0 0,-1-2-1 0 0,-7-1 196 0 0,0 0-1 0 0,0 1 0 0 0,-1 0 0 0 0,1 0 0 0 0,-1 1 0 0 0,1 0 1 0 0,-1 1-1 0 0,1 0 0 0 0,-15 2 0 0 0,-11 3 534 0 0,-42 11-1 0 0,45-8-495 0 0,-2 1 127 0 0,1 1 0 0 0,-45 21 0 0 0,-59 39 544 0 0,-96 77-108 0 0,188-118-717 0 0,0 1-13 0 0,1 2 0 0 0,2 2 1 0 0,1 2-1 0 0,2 1 0 0 0,-40 49 0 0 0,15-2 73 0 0,-95 166-1 0 0,-21 112-221 0 0,17 68-71 0 0,111-242 79 0 0,46-155 38 0 0,0-1-1 0 0,3 1 1 0 0,0 63 0 0 0,8-58 8 0 0,-5-35 11 0 0,1-1-1 0 0,0 1 1 0 0,0 0-1 0 0,0 0 1 0 0,0 0-1 0 0,1 0 1 0 0,-1-1-1 0 0,1 1 1 0 0,-1-1-1 0 0,4 4 1 0 0,-5-6-9 0 0,0 0 0 0 0,0 0 0 0 0,0 1 0 0 0,0-1 0 0 0,0 0 0 0 0,1 0 0 0 0,-1 0 0 0 0,0 0 0 0 0,0 0 0 0 0,0 0 0 0 0,0 0 0 0 0,0 0 0 0 0,1 0 0 0 0,-1 0 0 0 0,0 0 0 0 0,0 0 0 0 0,0 0 0 0 0,0 0 0 0 0,0 0 0 0 0,1 0 0 0 0,-1 0 1 0 0,0 0-1 0 0,0 0 0 0 0,0 0 0 0 0,0 0 0 0 0,0 0 0 0 0,1 0 0 0 0,-1 0 0 0 0,0 0 0 0 0,0 0 0 0 0,0 0 0 0 0,0 0 0 0 0,0 0 0 0 0,1 0 0 0 0,-1 0 0 0 0,0 0 0 0 0,0 0 0 0 0,0-1 0 0 0,0 1 0 0 0,0 0 0 0 0,0 0 0 0 0,0 0 0 0 0,1 0 0 0 0,-1 0 0 0 0,0 0 0 0 0,0-1 0 0 0,0 1 0 0 0,0 0 1 0 0,0 0-1 0 0,0 0 0 0 0,0-2 40 0 0,1 1 1 0 0,-1 0-1 0 0,0 0 1 0 0,0 0 0 0 0,1 0-1 0 0,-1-1 1 0 0,0 1-1 0 0,0 0 1 0 0,0 0 0 0 0,-1-3-1 0 0,-2-14 29 0 0,-1 0 0 0 0,-1 0 0 0 0,-12-29 0 0 0,-11-6-95 0 0,-64-88-1 0 0,27 44 7 0 0,56 83-4 0 0,0 1 0 0 0,1-1-1 0 0,1 0 1 0 0,0-1 0 0 0,-7-25-1 0 0,14 40 24 0 0,0-1-1 0 0,0 1 1 0 0,-1 0-1 0 0,1 0 1 0 0,0 0-1 0 0,0-1 1 0 0,0 1-1 0 0,0 0 1 0 0,0 0-1 0 0,0-1 1 0 0,0 1-1 0 0,0 0 1 0 0,0 0-1 0 0,0 0 1 0 0,0-1-1 0 0,0 1 1 0 0,0 0-1 0 0,0 0 1 0 0,0-1-1 0 0,0 1 1 0 0,0 0-1 0 0,0 0 1 0 0,0 0-1 0 0,0-1 1 0 0,0 1-1 0 0,1 0 1 0 0,-1 0-1 0 0,0 0 1 0 0,0-1-1 0 0,0 1 1 0 0,0 0-1 0 0,0 0 1 0 0,1 0-1 0 0,-1 0 1 0 0,0-1-1 0 0,8 6-37 0 0,6 13-8 0 0,-2 13 21 0 0,17 66 1 0 0,-12-33 13 0 0,6 6 9 0 0,2-1 0 0 0,4-1 0 0 0,64 113 0 0 0,-91-179 2 0 0,-1 1-1 0 0,1-1 1 0 0,-1 1 0 0 0,1-1-1 0 0,0 0 1 0 0,0 0-1 0 0,0 0 1 0 0,1 0-1 0 0,-1 0 1 0 0,0 0-1 0 0,5 2 1 0 0,-5-4-1 0 0,-1 1 1 0 0,0-1-1 0 0,1 0 0 0 0,-1 1 0 0 0,0-1 1 0 0,1 0-1 0 0,-1 0 0 0 0,0 0 1 0 0,1 0-1 0 0,-1 0 0 0 0,0-1 0 0 0,1 1 1 0 0,-1 0-1 0 0,0-1 0 0 0,1 1 1 0 0,-1-1-1 0 0,0 1 0 0 0,0-1 0 0 0,0 1 1 0 0,1-1-1 0 0,-1 0 0 0 0,0 0 1 0 0,0 1-1 0 0,0-1 0 0 0,0 0 0 0 0,1-2 1 0 0,71-77 405 0 0,-10 9-92 0 0,0 10-283 0 0,117-91 0 0 0,-168 144-69 0 0,-1 1 0 0 0,2 1 0 0 0,-1 0 0 0 0,1 1 0 0 0,0 0-1 0 0,0 0 1 0 0,17-2 0 0 0,-18 4 25 0 0,-3 0-106 0 0,1-1 0 0 0,-1 0 0 0 0,-1 0 1 0 0,14-9-1 0 0,-20 9-1702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11:42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2 3935 0 0,'-2'0'131'0'0,"0"0"-1"0"0,1-1 0 0 0,-1 1 1 0 0,0 0-1 0 0,1-1 0 0 0,-1 1 0 0 0,0 0 1 0 0,0 0-1 0 0,1 0 0 0 0,-1 1 1 0 0,0-1-1 0 0,1 0 0 0 0,-1 1 0 0 0,0-1 1 0 0,1 1-1 0 0,-1-1 0 0 0,0 1 1 0 0,1 0-1 0 0,-1 0 0 0 0,1 0 1 0 0,0 0-1 0 0,-1 0 0 0 0,1 0 0 0 0,-2 2 1 0 0,-2 1 144 0 0,0 1 0 0 0,1 0 0 0 0,-1-1 0 0 0,1 2 0 0 0,-4 5 0 0 0,-7 17 443 0 0,2 1-1 0 0,-17 48 0 0 0,7-15-177 0 0,19-53-494 0 0,-14 36 628 0 0,-16 59 1 0 0,30-88-481 0 0,0 0 0 0 0,2 0 0 0 0,0 0 0 0 0,1 1 0 0 0,0-1 0 0 0,2 1 0 0 0,3 25 0 0 0,1-19-68 0 0,1-1 1 0 0,1 1-1 0 0,0-1 0 0 0,2-1 1 0 0,1 0-1 0 0,0 0 1 0 0,2-1-1 0 0,14 20 0 0 0,-1-7 77 0 0,1 0 0 0 0,2-2 0 0 0,51 45 0 0 0,-47-50-27 0 0,1-2 0 0 0,1-2 0 0 0,0-1 0 0 0,2-2 0 0 0,1-1 0 0 0,41 14 0 0 0,238 61 360 0 0,-105-47-293 0 0,230 18 0 0 0,-184-31-91 0 0,57 6-102 0 0,-211-28 23 0 0,160 11 142 0 0,-235-20-160 0 0,0-2 0 0 0,0-1 0 0 0,0-1 0 0 0,-1-2-1 0 0,1-1 1 0 0,44-13 0 0 0,-71 18-54 0 0,-1 0 0 0 0,1 0 0 0 0,-1 0 0 0 0,1 0 0 0 0,-1 0 0 0 0,0 0 0 0 0,1 0 0 0 0,-1 0 0 0 0,1-1 0 0 0,-1 1 0 0 0,1 0 0 0 0,-1 0 1 0 0,0 0-1 0 0,1-1 0 0 0,-1 1 0 0 0,0 0 0 0 0,1 0 0 0 0,-1-1 0 0 0,0 1 0 0 0,1 0 0 0 0,-1-1 0 0 0,0 1 0 0 0,0-1 0 0 0,1 1 0 0 0,-1 0 0 0 0,0-1 0 0 0,0 1 0 0 0,0-1 0 0 0,1 1 0 0 0,-1 0 0 0 0,0-1 0 0 0,0 1 0 0 0,0-1 0 0 0,0 1 0 0 0,0-1 0 0 0,0 1 0 0 0,0-1 0 0 0,0 1 0 0 0,0-1 0 0 0,-1 0 2 0 0,1 1 1 0 0,-1-1-1 0 0,1 1 1 0 0,-1 0-1 0 0,0-1 0 0 0,1 1 1 0 0,-1-1-1 0 0,0 1 0 0 0,1 0 1 0 0,-1 0-1 0 0,0-1 0 0 0,1 1 1 0 0,-1 0-1 0 0,0 0 0 0 0,1 0 1 0 0,-1 0-1 0 0,0 0 0 0 0,1 0 1 0 0,-1 0-1 0 0,0 0 0 0 0,0 0 1 0 0,1 0-1 0 0,-1 0 0 0 0,0 1 1 0 0,0-1-1 0 0,0 1-3 0 0,0-1 0 0 0,0 0 0 0 0,0 1 0 0 0,-1-1 0 0 0,1 0 0 0 0,0 0 0 0 0,0 0 0 0 0,0 1 0 0 0,0-1 0 0 0,0 0 0 0 0,0 0 0 0 0,-1-1 0 0 0,1 1 0 0 0,0 0 0 0 0,0 0 0 0 0,0-1 0 0 0,0 1 0 0 0,0 0 0 0 0,0-1 0 0 0,0 1 0 0 0,0-1 0 0 0,0 1 0 0 0,0-1 0 0 0,0 0 0 0 0,0 1 0 0 0,0-1 0 0 0,0 0 0 0 0,0 0 0 0 0,1 0 0 0 0,-1 1 0 0 0,0-1 0 0 0,0-2 0 0 0,-17-14 41 0 0,0 0 0 0 0,-1 1 0 0 0,-1 2 0 0 0,0-1 0 0 0,-30-14 0 0 0,27 18-35 0 0,17 9 41 0 0,1 0 1 0 0,0 0-1 0 0,1-1 1 0 0,-1 1-1 0 0,0-1 1 0 0,-6-6-1 0 0,11 9-43 0 0,-1-1 0 0 0,1 1-1 0 0,0 0 1 0 0,-1 0-1 0 0,1-1 1 0 0,0 1 0 0 0,-1 0-1 0 0,1-1 1 0 0,0 1 0 0 0,0-1-1 0 0,0 1 1 0 0,-1 0 0 0 0,1-1-1 0 0,0 1 1 0 0,0-1 0 0 0,0 1-1 0 0,0 0 1 0 0,0-1 0 0 0,0 1-1 0 0,0-1 1 0 0,0 1 0 0 0,0-1-1 0 0,0 1 1 0 0,0 0 0 0 0,0-1-1 0 0,0 1 1 0 0,0-1 0 0 0,0 1-1 0 0,0 0 1 0 0,0-1 0 0 0,0 1-1 0 0,1-1 1 0 0,-1 1 0 0 0,0 0-1 0 0,0-1 1 0 0,0 1 0 0 0,1-1-1 0 0,-1 1 1 0 0,0 0 0 0 0,1 0-1 0 0,-1-1 1 0 0,1 0-4 0 0,0 1-1 0 0,-1 0 1 0 0,1-1-1 0 0,0 1 1 0 0,0 0 0 0 0,-1-1-1 0 0,1 1 1 0 0,0 0-1 0 0,0 0 1 0 0,-1 0 0 0 0,1 0-1 0 0,0-1 1 0 0,0 1-1 0 0,-1 0 1 0 0,1 1-1 0 0,0-1 1 0 0,0 0 0 0 0,-1 0-1 0 0,1 0 1 0 0,0 0-1 0 0,0 0 1 0 0,-1 1 0 0 0,2 0-1 0 0,31 18-4 0 0,-1 2-1 0 0,-1 2 1 0 0,31 29-1 0 0,75 88-52 0 0,-134-137 56 0 0,0 0 0 0 0,0 1-1 0 0,-1-1 1 0 0,1 1 0 0 0,-1-1 0 0 0,0 1 0 0 0,0 0-1 0 0,0 0 1 0 0,-1 0 0 0 0,0 0 0 0 0,2 5-1 0 0,-3-7 33 0 0,0 0 0 0 0,0 0 0 0 0,0 0 0 0 0,0 0 0 0 0,0 0 0 0 0,-1 0 0 0 0,1-1 0 0 0,0 1 0 0 0,-1 0 0 0 0,0 0 0 0 0,1 0 0 0 0,-1 0 0 0 0,0 0 0 0 0,0-1 0 0 0,0 1 0 0 0,0 0 0 0 0,0-1 0 0 0,0 1 1 0 0,-1-1-1 0 0,1 1 0 0 0,-1-1 0 0 0,1 1 0 0 0,-1-1 0 0 0,1 0 0 0 0,-4 2 0 0 0,-8 4 56 0 0,0-1 0 0 0,0-1 1 0 0,-1 1-1 0 0,1-2 1 0 0,-1 0-1 0 0,0-1 1 0 0,-16 2-1 0 0,-35 9 72 0 0,38-5-527 0 0,11-4 724 0 0,-25 6 0 0 0,36-10-1637 0 0,0-1 0 0 0,-1 1 0 0 0,0-1 1 0 0,-9-1-1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13:02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1 919 0 0,'-5'6'372'0'0,"0"0"0"0"0,0 1 0 0 0,1 0 0 0 0,0 0 0 0 0,0 0 0 0 0,1 0 0 0 0,0 1-1 0 0,0 0 1 0 0,0-1 0 0 0,1 1 0 0 0,0 0 0 0 0,1 0 0 0 0,0 0 0 0 0,0 0-1 0 0,1 15 1 0 0,1 4-167 0 0,1 1-1 0 0,2-1 1 0 0,9 38-1 0 0,-7-40-84 0 0,2 0 0 0 0,1 0 0 0 0,0-1 0 0 0,2 0-1 0 0,1 0 1 0 0,1-2 0 0 0,1 1 0 0 0,0-2 0 0 0,2 0-1 0 0,1 0 1 0 0,0-2 0 0 0,36 32 0 0 0,-11-18-24 0 0,1-1 1 0 0,2-2-1 0 0,1-1 1 0 0,72 31-1 0 0,-109-56-92 0 0,-4-2 4 0 0,0 0 1 0 0,0 1-1 0 0,0-1 0 0 0,0 1 0 0 0,7 6 1 0 0,-41-14 281 0 0,-230-68 14 0 0,155 41-236 0 0,88 29 17 0 0,1 0 1 0 0,-1 1-1 0 0,0 1 1 0 0,-29 1-1 0 0,33 1 12 0 0,6-1-49 0 0,0 0 1 0 0,0 0-1 0 0,0 1 1 0 0,1 0-1 0 0,-1 0 1 0 0,-10 5-1 0 0,15-6-47 0 0,1 0 0 0 0,0 0-1 0 0,0 0 1 0 0,-1 0 0 0 0,1 0 0 0 0,0 1-1 0 0,0-1 1 0 0,0 0 0 0 0,-1 0 0 0 0,1 0 0 0 0,0 1-1 0 0,0-1 1 0 0,0 0 0 0 0,0 0 0 0 0,0 1 0 0 0,-1-1-1 0 0,1 0 1 0 0,0 0 0 0 0,0 1 0 0 0,0-1-1 0 0,0 0 1 0 0,0 0 0 0 0,0 1 0 0 0,0-1 0 0 0,0 0-1 0 0,0 0 1 0 0,0 1 0 0 0,0-1 0 0 0,0 0-1 0 0,0 1 1 0 0,0-1 0 0 0,0 1 0 0 0,7 10 30 0 0,10 7 5 0 0,-3-8-36 0 0,1 0 0 0 0,-1-1 0 0 0,1-1 0 0 0,1 0 0 0 0,23 7 0 0 0,-5-4 0 0 0,57 11 0 0 0,-54-15 45 0 0,1-2-1 0 0,41 1 0 0 0,-66-5-25 0 0,0-2 1 0 0,1 1-1 0 0,-2-2 0 0 0,1 0 0 0 0,0 0 1 0 0,0-1-1 0 0,-1-1 0 0 0,1 0 0 0 0,21-11 1 0 0,-26 10-12 0 0,0-1 0 0 0,0 0 1 0 0,-1 0-1 0 0,1 0 1 0 0,-2-1-1 0 0,1 0 0 0 0,-1 0 1 0 0,0-1-1 0 0,0 0 0 0 0,-1 0 1 0 0,0 0-1 0 0,-1-1 0 0 0,0 0 1 0 0,0 0-1 0 0,-1 0 1 0 0,0 0-1 0 0,3-16 0 0 0,-5 19-350 0 0,-2-1-80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7T21:13:02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2512 19 1375 0 0,'0'-1'21'0'0,"-1"0"0"0"0,1 0 0 0 0,-1-1 0 0 0,0 1 0 0 0,1 0-1 0 0,-1 0 1 0 0,0 0 0 0 0,0 0 0 0 0,0 1 0 0 0,1-1-1 0 0,-1 0 1 0 0,0 0 0 0 0,0 0 0 0 0,0 1 0 0 0,0-1-1 0 0,-1 1 1 0 0,1-1 0 0 0,0 0 0 0 0,0 1 0 0 0,0 0-1 0 0,0-1 1 0 0,-1 1 0 0 0,1 0 0 0 0,0 0 0 0 0,0-1-1 0 0,-1 1 1 0 0,1 0 0 0 0,0 0 0 0 0,0 1 0 0 0,0-1-1 0 0,-1 0 1 0 0,1 0 0 0 0,0 0 0 0 0,0 1 0 0 0,-1-1-1 0 0,1 1 1 0 0,0-1 0 0 0,0 1 0 0 0,0-1 0 0 0,0 1-1 0 0,-1 1 1 0 0,-4 2 337 0 0,0 1-1 0 0,1 0 0 0 0,0 0 0 0 0,0 1 1 0 0,-8 10-1 0 0,4-3 1 0 0,0 0-1 0 0,-1-1 1 0 0,-1 0 0 0 0,-23 19 0 0 0,-43 22 295 0 0,-92 47 0 0 0,161-96-611 0 0,-41 24 285 0 0,-139 70 1071 0 0,-199 56 162 0 0,280-112-1073 0 0,-4 2 99 0 0,-124 32 0 0 0,172-60-617 0 0,-2-3 1 0 0,1-3-1 0 0,-85 3 0 0 0,-139 13-30 0 0,261-23 58 0 0,-44 5 9 0 0,-91 15-129 0 0,149-21 105 0 0,13-3-64 0 0,7-3-134 0 0,20-8-360 0 0,0-2 1 0 0,24-17-1 0 0,-42 25 355 0 0,1 0 0 0 0,-2-1-1 0 0,1 1 1 0 0,-1-2 0 0 0,11-11-1 0 0,-19 19 223 0 0,0 0-1 0 0,0 0 0 0 0,0 0 0 0 0,0 0 1 0 0,0 0-1 0 0,1 0 0 0 0,-1 0 0 0 0,0-1 0 0 0,0 1 1 0 0,0 0-1 0 0,0 0 0 0 0,0 0 0 0 0,0 0 1 0 0,0 0-1 0 0,0-1 0 0 0,1 1 0 0 0,-1 0 0 0 0,0 0 1 0 0,0 0-1 0 0,0 0 0 0 0,0-1 0 0 0,0 1 1 0 0,0 0-1 0 0,0 0 0 0 0,0 0 0 0 0,0 0 1 0 0,0-1-1 0 0,0 1 0 0 0,0 0 0 0 0,0 0 0 0 0,0 0 1 0 0,0 0-1 0 0,0-1 0 0 0,-1 1 0 0 0,1 0 1 0 0,0 0-1 0 0,-6 0 20 0 0,-9 5 27 0 0,-7 9-20 0 0,0 1-1 0 0,-29 26 1 0 0,4-3 37 0 0,23-21 83 0 0,-1 1 437 0 0,1 1 0 0 0,-34 34 0 0 0,58-53-580 0 0,0 0-1 0 0,0 1 1 0 0,-1-1-1 0 0,1 0 1 0 0,0 0-1 0 0,0 1 1 0 0,-1-1-1 0 0,1 0 1 0 0,0 0-1 0 0,0 1 1 0 0,0-1-1 0 0,0 0 1 0 0,-1 1-1 0 0,1-1 1 0 0,0 0-1 0 0,0 1 1 0 0,0-1 0 0 0,0 0-1 0 0,0 1 1 0 0,0-1-1 0 0,0 1 1 0 0,0-1-1 0 0,0 0 1 0 0,0 1-1 0 0,0-1 1 0 0,0 0-1 0 0,0 1 1 0 0,0-1-1 0 0,0 0 1 0 0,0 1-1 0 0,0-1 1 0 0,1 0 0 0 0,-1 1-1 0 0,0-1 1 0 0,0 0-1 0 0,0 0 1 0 0,1 1-1 0 0,-1-1 1 0 0,0 0-1 0 0,0 1 1 0 0,1-1-1 0 0,-1 0 1 0 0,0 0-1 0 0,0 0 1 0 0,1 1-1 0 0,-1-1 1 0 0,0 0-1 0 0,1 0 1 0 0,-1 0 0 0 0,0 0-1 0 0,1 0 1 0 0,-1 1-1 0 0,0-1 1 0 0,1 0-1 0 0,-1 0 1 0 0,0 0-1 0 0,1 0 1 0 0,-1 0-1 0 0,0 0 1 0 0,1 0-1 0 0,30 3 224 0 0,-22-3-196 0 0,115 7 67 0 0,7 0-1174 0 0,-109-5-2690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30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Lesson 11 builds the decision model. Algorithms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Orient students to the full module. Lesson 11 builds the model; later lessons describe behavior, compute values, and learn from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Tie directly to the syllabus objectives. Keep the focus on formulation and Markov property rather than Bellman equations.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MDPs extend the decision-under-uncertainty idea from </a:t>
            </a:r>
            <a:r>
              <a:rPr lang="en-US" dirty="0" err="1"/>
              <a:t>expectimax</a:t>
            </a:r>
            <a:r>
              <a:rPr lang="en-US" dirty="0"/>
              <a:t> into repeated sequential decision-making. Emphasize that MDPs add uncertainty, rewards over time, and policies. A deterministic sequence is insufficient when reality changes. The next decision should depend on what actually happened. Focus on a repeated action-observation cycle.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running example in this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visual for Module 2. Distinguish agent control from environment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“How likely is this next state if we are here and take this action?” Unpack this verbally and tell students conditional probability will be formally studied in L18.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9FCD-44BB-1B2E-59F3-43136407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7654B-A525-EDE7-165C-F4EC348D2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B139B-AEAE-B447-84EF-7E96823FD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States are represented once, actions connect states to possible outcomes, edge labels encode transition probabilities, cycles are allowed.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B063A-4495-769B-0A21-59FCAA6D9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02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690FB-D063-21BF-82AD-D048E29B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43A70-7635-F847-A610-51CE604E9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CF835C-53F2-3050-59BB-064538D49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MDP unfolds like an </a:t>
            </a:r>
            <a:r>
              <a:rPr lang="en-US" dirty="0" err="1"/>
              <a:t>expectimax</a:t>
            </a:r>
            <a:r>
              <a:rPr lang="en-US" dirty="0"/>
              <a:t> search tree, but instead of making just one best-expected value decision for a single state, we are looking further at </a:t>
            </a:r>
            <a:r>
              <a:rPr lang="en-US"/>
              <a:t>policies for each state.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120A4-0501-EEA6-5631-175D5D2C3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34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19E23-1B40-BD27-F25F-29392E19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D6FA1-584A-FAB2-D8C0-D1AE43AD1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17A7F-C541-4202-92DB-0A38E701E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don’t expand the tree forever because states repeat, decisions repeat, and the tree can grow without bound.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0CFA8-A402-2A82-8C04-5D36B9B58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45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S, A, T, R conceptually. Avoid policies and values until Lesson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to Lesson 4: states are still abstractions—but now they must also support prediction.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this under the agent’s control as a choice?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check: do the probabilities add up to 1?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 not introduce cumulative return yet. Keep reward immediate. It is not yet “how good the future is;” that comes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every transition is random; some actions are deterministic and have prob 1 for one next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complete specification is what the graph represents.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Introduce Markov property through a state insufficiency example rather than the equation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Give the student-friendly definition first. The equation is secondary.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Correct the misconception. Markov means relevant historical effects are encoded in the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a pair or small group activity. Students correct MDP components and discuss Markov sufficiency.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3-4 minutes. Emphasize construction plus Markov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D6E032D2-45E6-7BFB-E9AB-88103A0ED2CC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99437AB-F0D6-F0D3-17F0-3144F876109C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.xml"/><Relationship Id="rId117" Type="http://schemas.openxmlformats.org/officeDocument/2006/relationships/image" Target="../media/image63.png"/><Relationship Id="rId21" Type="http://schemas.openxmlformats.org/officeDocument/2006/relationships/image" Target="../media/image15.png"/><Relationship Id="rId42" Type="http://schemas.openxmlformats.org/officeDocument/2006/relationships/customXml" Target="../ink/ink16.xml"/><Relationship Id="rId47" Type="http://schemas.openxmlformats.org/officeDocument/2006/relationships/image" Target="../media/image28.png"/><Relationship Id="rId63" Type="http://schemas.openxmlformats.org/officeDocument/2006/relationships/image" Target="../media/image36.png"/><Relationship Id="rId68" Type="http://schemas.openxmlformats.org/officeDocument/2006/relationships/customXml" Target="../ink/ink29.xml"/><Relationship Id="rId84" Type="http://schemas.openxmlformats.org/officeDocument/2006/relationships/customXml" Target="../ink/ink37.xml"/><Relationship Id="rId89" Type="http://schemas.openxmlformats.org/officeDocument/2006/relationships/image" Target="../media/image49.png"/><Relationship Id="rId112" Type="http://schemas.openxmlformats.org/officeDocument/2006/relationships/customXml" Target="../ink/ink51.xml"/><Relationship Id="rId16" Type="http://schemas.openxmlformats.org/officeDocument/2006/relationships/customXml" Target="../ink/ink3.xml"/><Relationship Id="rId107" Type="http://schemas.openxmlformats.org/officeDocument/2006/relationships/image" Target="../media/image58.png"/><Relationship Id="rId11" Type="http://schemas.openxmlformats.org/officeDocument/2006/relationships/image" Target="../media/image10.png"/><Relationship Id="rId32" Type="http://schemas.openxmlformats.org/officeDocument/2006/relationships/customXml" Target="../ink/ink11.xml"/><Relationship Id="rId37" Type="http://schemas.openxmlformats.org/officeDocument/2006/relationships/image" Target="../media/image23.png"/><Relationship Id="rId53" Type="http://schemas.openxmlformats.org/officeDocument/2006/relationships/image" Target="../media/image31.png"/><Relationship Id="rId58" Type="http://schemas.openxmlformats.org/officeDocument/2006/relationships/customXml" Target="../ink/ink24.xml"/><Relationship Id="rId74" Type="http://schemas.openxmlformats.org/officeDocument/2006/relationships/customXml" Target="../ink/ink32.xml"/><Relationship Id="rId79" Type="http://schemas.openxmlformats.org/officeDocument/2006/relationships/image" Target="../media/image44.png"/><Relationship Id="rId102" Type="http://schemas.openxmlformats.org/officeDocument/2006/relationships/customXml" Target="../ink/ink46.xml"/><Relationship Id="rId123" Type="http://schemas.openxmlformats.org/officeDocument/2006/relationships/image" Target="../media/image66.png"/><Relationship Id="rId5" Type="http://schemas.openxmlformats.org/officeDocument/2006/relationships/image" Target="../media/image4.png"/><Relationship Id="rId61" Type="http://schemas.openxmlformats.org/officeDocument/2006/relationships/image" Target="../media/image35.png"/><Relationship Id="rId82" Type="http://schemas.openxmlformats.org/officeDocument/2006/relationships/customXml" Target="../ink/ink36.xml"/><Relationship Id="rId90" Type="http://schemas.openxmlformats.org/officeDocument/2006/relationships/customXml" Target="../ink/ink40.xml"/><Relationship Id="rId95" Type="http://schemas.openxmlformats.org/officeDocument/2006/relationships/image" Target="../media/image52.png"/><Relationship Id="rId19" Type="http://schemas.openxmlformats.org/officeDocument/2006/relationships/image" Target="../media/image14.png"/><Relationship Id="rId14" Type="http://schemas.openxmlformats.org/officeDocument/2006/relationships/customXml" Target="../ink/ink2.xml"/><Relationship Id="rId22" Type="http://schemas.openxmlformats.org/officeDocument/2006/relationships/customXml" Target="../ink/ink6.xml"/><Relationship Id="rId27" Type="http://schemas.openxmlformats.org/officeDocument/2006/relationships/image" Target="../media/image18.png"/><Relationship Id="rId30" Type="http://schemas.openxmlformats.org/officeDocument/2006/relationships/customXml" Target="../ink/ink10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Relationship Id="rId48" Type="http://schemas.openxmlformats.org/officeDocument/2006/relationships/customXml" Target="../ink/ink19.xml"/><Relationship Id="rId56" Type="http://schemas.openxmlformats.org/officeDocument/2006/relationships/customXml" Target="../ink/ink23.xml"/><Relationship Id="rId64" Type="http://schemas.openxmlformats.org/officeDocument/2006/relationships/customXml" Target="../ink/ink27.xml"/><Relationship Id="rId69" Type="http://schemas.openxmlformats.org/officeDocument/2006/relationships/image" Target="../media/image39.png"/><Relationship Id="rId77" Type="http://schemas.openxmlformats.org/officeDocument/2006/relationships/image" Target="../media/image43.png"/><Relationship Id="rId100" Type="http://schemas.openxmlformats.org/officeDocument/2006/relationships/customXml" Target="../ink/ink45.xml"/><Relationship Id="rId105" Type="http://schemas.openxmlformats.org/officeDocument/2006/relationships/image" Target="../media/image57.png"/><Relationship Id="rId113" Type="http://schemas.openxmlformats.org/officeDocument/2006/relationships/image" Target="../media/image61.png"/><Relationship Id="rId118" Type="http://schemas.openxmlformats.org/officeDocument/2006/relationships/customXml" Target="../ink/ink54.xml"/><Relationship Id="rId8" Type="http://schemas.openxmlformats.org/officeDocument/2006/relationships/image" Target="../media/image7.png"/><Relationship Id="rId51" Type="http://schemas.openxmlformats.org/officeDocument/2006/relationships/image" Target="../media/image30.png"/><Relationship Id="rId72" Type="http://schemas.openxmlformats.org/officeDocument/2006/relationships/customXml" Target="../ink/ink31.xml"/><Relationship Id="rId80" Type="http://schemas.openxmlformats.org/officeDocument/2006/relationships/customXml" Target="../ink/ink35.xml"/><Relationship Id="rId85" Type="http://schemas.openxmlformats.org/officeDocument/2006/relationships/image" Target="../media/image47.png"/><Relationship Id="rId93" Type="http://schemas.openxmlformats.org/officeDocument/2006/relationships/image" Target="../media/image51.png"/><Relationship Id="rId98" Type="http://schemas.openxmlformats.org/officeDocument/2006/relationships/customXml" Target="../ink/ink44.xml"/><Relationship Id="rId121" Type="http://schemas.openxmlformats.org/officeDocument/2006/relationships/image" Target="../media/image65.png"/><Relationship Id="rId3" Type="http://schemas.openxmlformats.org/officeDocument/2006/relationships/image" Target="../media/image2.png"/><Relationship Id="rId12" Type="http://schemas.openxmlformats.org/officeDocument/2006/relationships/customXml" Target="../ink/ink1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14.xml"/><Relationship Id="rId46" Type="http://schemas.openxmlformats.org/officeDocument/2006/relationships/customXml" Target="../ink/ink18.xml"/><Relationship Id="rId59" Type="http://schemas.openxmlformats.org/officeDocument/2006/relationships/image" Target="../media/image34.png"/><Relationship Id="rId67" Type="http://schemas.openxmlformats.org/officeDocument/2006/relationships/image" Target="../media/image38.png"/><Relationship Id="rId103" Type="http://schemas.openxmlformats.org/officeDocument/2006/relationships/image" Target="../media/image56.png"/><Relationship Id="rId108" Type="http://schemas.openxmlformats.org/officeDocument/2006/relationships/customXml" Target="../ink/ink49.xml"/><Relationship Id="rId116" Type="http://schemas.openxmlformats.org/officeDocument/2006/relationships/customXml" Target="../ink/ink53.xml"/><Relationship Id="rId124" Type="http://schemas.openxmlformats.org/officeDocument/2006/relationships/customXml" Target="../ink/ink57.xml"/><Relationship Id="rId20" Type="http://schemas.openxmlformats.org/officeDocument/2006/relationships/customXml" Target="../ink/ink5.xml"/><Relationship Id="rId41" Type="http://schemas.openxmlformats.org/officeDocument/2006/relationships/image" Target="../media/image25.png"/><Relationship Id="rId54" Type="http://schemas.openxmlformats.org/officeDocument/2006/relationships/customXml" Target="../ink/ink22.xml"/><Relationship Id="rId62" Type="http://schemas.openxmlformats.org/officeDocument/2006/relationships/customXml" Target="../ink/ink26.xml"/><Relationship Id="rId70" Type="http://schemas.openxmlformats.org/officeDocument/2006/relationships/customXml" Target="../ink/ink30.xml"/><Relationship Id="rId75" Type="http://schemas.openxmlformats.org/officeDocument/2006/relationships/image" Target="../media/image42.png"/><Relationship Id="rId83" Type="http://schemas.openxmlformats.org/officeDocument/2006/relationships/image" Target="../media/image46.png"/><Relationship Id="rId88" Type="http://schemas.openxmlformats.org/officeDocument/2006/relationships/customXml" Target="../ink/ink39.xml"/><Relationship Id="rId91" Type="http://schemas.openxmlformats.org/officeDocument/2006/relationships/image" Target="../media/image50.png"/><Relationship Id="rId96" Type="http://schemas.openxmlformats.org/officeDocument/2006/relationships/customXml" Target="../ink/ink43.xml"/><Relationship Id="rId111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9.xml"/><Relationship Id="rId36" Type="http://schemas.openxmlformats.org/officeDocument/2006/relationships/customXml" Target="../ink/ink13.xml"/><Relationship Id="rId49" Type="http://schemas.openxmlformats.org/officeDocument/2006/relationships/image" Target="../media/image29.png"/><Relationship Id="rId57" Type="http://schemas.openxmlformats.org/officeDocument/2006/relationships/image" Target="../media/image33.png"/><Relationship Id="rId106" Type="http://schemas.openxmlformats.org/officeDocument/2006/relationships/customXml" Target="../ink/ink48.xml"/><Relationship Id="rId114" Type="http://schemas.openxmlformats.org/officeDocument/2006/relationships/customXml" Target="../ink/ink52.xml"/><Relationship Id="rId119" Type="http://schemas.openxmlformats.org/officeDocument/2006/relationships/image" Target="../media/image64.png"/><Relationship Id="rId10" Type="http://schemas.openxmlformats.org/officeDocument/2006/relationships/image" Target="../media/image9.png"/><Relationship Id="rId31" Type="http://schemas.openxmlformats.org/officeDocument/2006/relationships/image" Target="../media/image20.png"/><Relationship Id="rId44" Type="http://schemas.openxmlformats.org/officeDocument/2006/relationships/customXml" Target="../ink/ink17.xml"/><Relationship Id="rId52" Type="http://schemas.openxmlformats.org/officeDocument/2006/relationships/customXml" Target="../ink/ink21.xml"/><Relationship Id="rId60" Type="http://schemas.openxmlformats.org/officeDocument/2006/relationships/customXml" Target="../ink/ink25.xml"/><Relationship Id="rId65" Type="http://schemas.openxmlformats.org/officeDocument/2006/relationships/image" Target="../media/image37.png"/><Relationship Id="rId73" Type="http://schemas.openxmlformats.org/officeDocument/2006/relationships/image" Target="../media/image41.png"/><Relationship Id="rId78" Type="http://schemas.openxmlformats.org/officeDocument/2006/relationships/customXml" Target="../ink/ink34.xml"/><Relationship Id="rId81" Type="http://schemas.openxmlformats.org/officeDocument/2006/relationships/image" Target="../media/image45.png"/><Relationship Id="rId86" Type="http://schemas.openxmlformats.org/officeDocument/2006/relationships/customXml" Target="../ink/ink38.xml"/><Relationship Id="rId94" Type="http://schemas.openxmlformats.org/officeDocument/2006/relationships/customXml" Target="../ink/ink42.xml"/><Relationship Id="rId99" Type="http://schemas.openxmlformats.org/officeDocument/2006/relationships/image" Target="../media/image54.png"/><Relationship Id="rId101" Type="http://schemas.openxmlformats.org/officeDocument/2006/relationships/image" Target="../media/image55.png"/><Relationship Id="rId122" Type="http://schemas.openxmlformats.org/officeDocument/2006/relationships/customXml" Target="../ink/ink56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1.png"/><Relationship Id="rId18" Type="http://schemas.openxmlformats.org/officeDocument/2006/relationships/customXml" Target="../ink/ink4.xml"/><Relationship Id="rId39" Type="http://schemas.openxmlformats.org/officeDocument/2006/relationships/image" Target="../media/image24.png"/><Relationship Id="rId109" Type="http://schemas.openxmlformats.org/officeDocument/2006/relationships/image" Target="../media/image59.png"/><Relationship Id="rId34" Type="http://schemas.openxmlformats.org/officeDocument/2006/relationships/customXml" Target="../ink/ink12.xml"/><Relationship Id="rId50" Type="http://schemas.openxmlformats.org/officeDocument/2006/relationships/customXml" Target="../ink/ink20.xml"/><Relationship Id="rId55" Type="http://schemas.openxmlformats.org/officeDocument/2006/relationships/image" Target="../media/image32.png"/><Relationship Id="rId76" Type="http://schemas.openxmlformats.org/officeDocument/2006/relationships/customXml" Target="../ink/ink33.xml"/><Relationship Id="rId97" Type="http://schemas.openxmlformats.org/officeDocument/2006/relationships/image" Target="../media/image53.png"/><Relationship Id="rId104" Type="http://schemas.openxmlformats.org/officeDocument/2006/relationships/customXml" Target="../ink/ink47.xml"/><Relationship Id="rId120" Type="http://schemas.openxmlformats.org/officeDocument/2006/relationships/customXml" Target="../ink/ink55.xml"/><Relationship Id="rId125" Type="http://schemas.openxmlformats.org/officeDocument/2006/relationships/image" Target="../media/image67.png"/><Relationship Id="rId7" Type="http://schemas.openxmlformats.org/officeDocument/2006/relationships/image" Target="../media/image6.png"/><Relationship Id="rId71" Type="http://schemas.openxmlformats.org/officeDocument/2006/relationships/image" Target="../media/image40.png"/><Relationship Id="rId92" Type="http://schemas.openxmlformats.org/officeDocument/2006/relationships/customXml" Target="../ink/ink41.xml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19.png"/><Relationship Id="rId24" Type="http://schemas.openxmlformats.org/officeDocument/2006/relationships/customXml" Target="../ink/ink7.xml"/><Relationship Id="rId40" Type="http://schemas.openxmlformats.org/officeDocument/2006/relationships/customXml" Target="../ink/ink15.xml"/><Relationship Id="rId45" Type="http://schemas.openxmlformats.org/officeDocument/2006/relationships/image" Target="../media/image27.png"/><Relationship Id="rId66" Type="http://schemas.openxmlformats.org/officeDocument/2006/relationships/customXml" Target="../ink/ink28.xml"/><Relationship Id="rId87" Type="http://schemas.openxmlformats.org/officeDocument/2006/relationships/image" Target="../media/image48.png"/><Relationship Id="rId110" Type="http://schemas.openxmlformats.org/officeDocument/2006/relationships/customXml" Target="../ink/ink50.xml"/><Relationship Id="rId115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customXml" Target="../ink/ink59.xml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customXml" Target="../ink/ink61.xml"/><Relationship Id="rId5" Type="http://schemas.openxmlformats.org/officeDocument/2006/relationships/customXml" Target="../ink/ink58.xml"/><Relationship Id="rId10" Type="http://schemas.openxmlformats.org/officeDocument/2006/relationships/image" Target="../media/image59.png"/><Relationship Id="rId4" Type="http://schemas.openxmlformats.org/officeDocument/2006/relationships/image" Target="../media/image68.png"/><Relationship Id="rId9" Type="http://schemas.openxmlformats.org/officeDocument/2006/relationships/customXml" Target="../ink/ink6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>
            <a:extLst>
              <a:ext uri="{FF2B5EF4-FFF2-40B4-BE49-F238E27FC236}">
                <a16:creationId xmlns:a16="http://schemas.microsoft.com/office/drawing/2014/main" id="{D740DD9C-5873-4795-FFDC-1A1F28FC34DF}"/>
              </a:ext>
            </a:extLst>
          </p:cNvPr>
          <p:cNvSpPr/>
          <p:nvPr/>
        </p:nvSpPr>
        <p:spPr>
          <a:xfrm>
            <a:off x="0" y="202020"/>
            <a:ext cx="12191695" cy="6655980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3152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CompSci 471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24358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9339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D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11: MDP Foundations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2542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decisions under uncertainty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5400000">
            <a:off x="1591056" y="3392424"/>
            <a:ext cx="164592" cy="256032"/>
          </a:xfrm>
          <a:prstGeom prst="triangl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73936" y="333756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rot="5400000">
            <a:off x="2679192" y="3392424"/>
            <a:ext cx="164592" cy="256032"/>
          </a:xfrm>
          <a:prstGeom prst="triangl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62072" y="33375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3904488" y="3392424"/>
            <a:ext cx="164592" cy="256032"/>
          </a:xfrm>
          <a:prstGeom prst="triangl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87368" y="333756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946904" y="3392424"/>
            <a:ext cx="164592" cy="256032"/>
          </a:xfrm>
          <a:prstGeom prst="triangl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9784" y="333756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state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5225796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world before solving it.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0" y="1325880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1325880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9680" y="1325880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46920" y="1325880"/>
            <a:ext cx="768096" cy="768096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2103120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2103120"/>
            <a:ext cx="768096" cy="768096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0" y="2103120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46920" y="2103120"/>
            <a:ext cx="768096" cy="768096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2880360"/>
            <a:ext cx="768096" cy="768096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3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3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3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92440" y="2880360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2880360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46920" y="2880360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39228" y="3104388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39812" y="320497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0" y="896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Gridworld Lab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" y="6263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2E7DEFB-A276-4B39-F31B-2FFEBF2F070E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2 map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decision model. Three ways to reason with it.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05840" cy="384048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4630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MDP world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874520" y="2029968"/>
            <a:ext cx="822960" cy="0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2743200" y="1828800"/>
            <a:ext cx="1005840" cy="38404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2331720"/>
            <a:ext cx="14630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Behavior,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return, value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94760" y="2029968"/>
            <a:ext cx="822960" cy="0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1005840" cy="38404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34840" y="2331720"/>
            <a:ext cx="14630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715000" y="2029968"/>
            <a:ext cx="822960" cy="0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583680" y="1828800"/>
            <a:ext cx="1005840" cy="38404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14630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635240" y="2029968"/>
            <a:ext cx="822960" cy="0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503920" y="1828800"/>
            <a:ext cx="1005840" cy="38404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331720"/>
            <a:ext cx="14630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555480" y="2029968"/>
            <a:ext cx="822960" cy="0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0424160" y="1828800"/>
            <a:ext cx="1005840" cy="38404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195560" y="2331720"/>
            <a:ext cx="14630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Quiz 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828800" y="4160520"/>
            <a:ext cx="85039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describe the environment before asking an algorithm to solve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MDP formulation separates what the agent knows, chooses, experiences, and values.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465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states, actions, transitions, and rewards.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79806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Markov property.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84962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Formulate a real-world problem as an MDP.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5257800"/>
            <a:ext cx="10149840" cy="713232"/>
          </a:xfrm>
          <a:prstGeom prst="roundRect">
            <a:avLst>
              <a:gd name="adj" fmla="val 6410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target: given a new scenario, build S, A, T, R and explain whether the state contains enough information to predict what happens next.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search to MDPs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extending problem formulation, not replacing it.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2560320" cy="1664208"/>
          </a:xfrm>
          <a:prstGeom prst="roundRect">
            <a:avLst>
              <a:gd name="adj" fmla="val 219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usually has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modeled result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Solution: path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41080" y="1508760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080" y="1856232"/>
            <a:ext cx="2560320" cy="1664208"/>
          </a:xfrm>
          <a:prstGeom prst="roundRect">
            <a:avLst>
              <a:gd name="adj" fmla="val 2198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may have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possible resulting states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Solution: policy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3084" y="4054004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77132" y="4054004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61180" y="4054004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45228" y="4054004"/>
            <a:ext cx="374904" cy="374904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93084" y="443805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77132" y="4438052"/>
            <a:ext cx="374904" cy="374904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61180" y="443805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45228" y="4438052"/>
            <a:ext cx="374904" cy="374904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93084" y="4822100"/>
            <a:ext cx="374904" cy="374904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77132" y="4822100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61180" y="4822100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45228" y="4822100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70324" y="4843218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370908" y="494380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93084" y="529758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planned path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38728" y="2601468"/>
            <a:ext cx="822960" cy="0"/>
          </a:xfrm>
          <a:prstGeom prst="line">
            <a:avLst/>
          </a:prstGeom>
          <a:noFill/>
          <a:ln w="25400">
            <a:solidFill>
              <a:srgbClr val="1F5D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3246120" y="4641124"/>
            <a:ext cx="1115568" cy="0"/>
          </a:xfrm>
          <a:prstGeom prst="line">
            <a:avLst/>
          </a:prstGeom>
          <a:noFill/>
          <a:ln w="25400">
            <a:solidFill>
              <a:srgbClr val="1F5D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16036" y="4054386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700084" y="4054386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084132" y="4054386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68180" y="4054386"/>
            <a:ext cx="374904" cy="374904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16036" y="4438434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700084" y="4438434"/>
            <a:ext cx="374904" cy="374904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084132" y="4438434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468180" y="4438434"/>
            <a:ext cx="374904" cy="374904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316036" y="4822482"/>
            <a:ext cx="374904" cy="374904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700084" y="482248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084132" y="482248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468180" y="482248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711188" y="4838104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811772" y="4938688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33226" y="5275823"/>
            <a:ext cx="6832964" cy="25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action, multiple outcomes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280909" y="380140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distribution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325880" y="5819721"/>
            <a:ext cx="9601200" cy="429768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question: What if taking the same action does not always produce the same next state?</a:t>
            </a:r>
            <a:endParaRPr lang="en-US" dirty="0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CFC13F4C-6AD7-65AF-84FA-70FE2D332FCF}"/>
              </a:ext>
            </a:extLst>
          </p:cNvPr>
          <p:cNvSpPr/>
          <p:nvPr/>
        </p:nvSpPr>
        <p:spPr>
          <a:xfrm>
            <a:off x="7691628" y="2579479"/>
            <a:ext cx="822960" cy="0"/>
          </a:xfrm>
          <a:prstGeom prst="line">
            <a:avLst/>
          </a:prstGeom>
          <a:noFill/>
          <a:ln w="25400">
            <a:solidFill>
              <a:srgbClr val="1F5D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96961F0D-069E-27C4-D137-8B681B2B1783}"/>
              </a:ext>
            </a:extLst>
          </p:cNvPr>
          <p:cNvSpPr/>
          <p:nvPr/>
        </p:nvSpPr>
        <p:spPr>
          <a:xfrm>
            <a:off x="4815840" y="1508760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</a:t>
            </a:r>
            <a:endParaRPr lang="en-US" sz="16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537E1F2A-3E66-F5AB-007E-88597F4AC05C}"/>
              </a:ext>
            </a:extLst>
          </p:cNvPr>
          <p:cNvSpPr/>
          <p:nvPr/>
        </p:nvSpPr>
        <p:spPr>
          <a:xfrm>
            <a:off x="4815840" y="1856232"/>
            <a:ext cx="2560320" cy="1664208"/>
          </a:xfrm>
          <a:prstGeom prst="roundRect">
            <a:avLst>
              <a:gd name="adj" fmla="val 2198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is chance with several possible outcomes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Solution: policy</a:t>
            </a:r>
            <a:endParaRPr lang="en-US" sz="1600" dirty="0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AE72F462-1234-7AF5-0DDA-0861917DCF96}"/>
              </a:ext>
            </a:extLst>
          </p:cNvPr>
          <p:cNvSpPr/>
          <p:nvPr/>
        </p:nvSpPr>
        <p:spPr>
          <a:xfrm>
            <a:off x="4732896" y="406810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8EF0AB8E-3A36-2433-6097-562D64044997}"/>
              </a:ext>
            </a:extLst>
          </p:cNvPr>
          <p:cNvSpPr/>
          <p:nvPr/>
        </p:nvSpPr>
        <p:spPr>
          <a:xfrm>
            <a:off x="5116944" y="406810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0B7D45DF-38CC-04B3-1475-50A91BF50239}"/>
              </a:ext>
            </a:extLst>
          </p:cNvPr>
          <p:cNvSpPr/>
          <p:nvPr/>
        </p:nvSpPr>
        <p:spPr>
          <a:xfrm>
            <a:off x="5500992" y="406810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C96346DA-A3D1-666B-4106-F1EC462CE49C}"/>
              </a:ext>
            </a:extLst>
          </p:cNvPr>
          <p:cNvSpPr/>
          <p:nvPr/>
        </p:nvSpPr>
        <p:spPr>
          <a:xfrm>
            <a:off x="5885040" y="4068102"/>
            <a:ext cx="374904" cy="374904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80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52C7039E-BBCD-DAD8-6423-8BC1AAFFE334}"/>
              </a:ext>
            </a:extLst>
          </p:cNvPr>
          <p:cNvSpPr/>
          <p:nvPr/>
        </p:nvSpPr>
        <p:spPr>
          <a:xfrm>
            <a:off x="4732896" y="4452150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7A56960C-FD81-6781-23AB-91BCD289DB07}"/>
              </a:ext>
            </a:extLst>
          </p:cNvPr>
          <p:cNvSpPr/>
          <p:nvPr/>
        </p:nvSpPr>
        <p:spPr>
          <a:xfrm>
            <a:off x="5116944" y="4452150"/>
            <a:ext cx="374904" cy="374904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80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AC7DE8BE-B75B-50AF-DBC4-3545B5E2659F}"/>
              </a:ext>
            </a:extLst>
          </p:cNvPr>
          <p:cNvSpPr/>
          <p:nvPr/>
        </p:nvSpPr>
        <p:spPr>
          <a:xfrm>
            <a:off x="5500992" y="4452150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4CBC4C2F-422D-E8D4-0848-114557CCD594}"/>
              </a:ext>
            </a:extLst>
          </p:cNvPr>
          <p:cNvSpPr/>
          <p:nvPr/>
        </p:nvSpPr>
        <p:spPr>
          <a:xfrm>
            <a:off x="5885040" y="4452150"/>
            <a:ext cx="374904" cy="374904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800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C66232A9-EA26-A052-B28B-52AF274A6D71}"/>
              </a:ext>
            </a:extLst>
          </p:cNvPr>
          <p:cNvSpPr/>
          <p:nvPr/>
        </p:nvSpPr>
        <p:spPr>
          <a:xfrm>
            <a:off x="4732896" y="4836198"/>
            <a:ext cx="374904" cy="374904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B9F2C344-14DB-E8F4-66A9-3961B38AD5F6}"/>
              </a:ext>
            </a:extLst>
          </p:cNvPr>
          <p:cNvSpPr/>
          <p:nvPr/>
        </p:nvSpPr>
        <p:spPr>
          <a:xfrm>
            <a:off x="5116944" y="4836198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DE079F52-4302-829D-254C-06AAC6397FB5}"/>
              </a:ext>
            </a:extLst>
          </p:cNvPr>
          <p:cNvSpPr/>
          <p:nvPr/>
        </p:nvSpPr>
        <p:spPr>
          <a:xfrm>
            <a:off x="5500992" y="4836198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32B52417-813C-397E-9832-B5A213649DF4}"/>
              </a:ext>
            </a:extLst>
          </p:cNvPr>
          <p:cNvSpPr/>
          <p:nvPr/>
        </p:nvSpPr>
        <p:spPr>
          <a:xfrm>
            <a:off x="5885040" y="4836198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9" name="Shape 37">
            <a:extLst>
              <a:ext uri="{FF2B5EF4-FFF2-40B4-BE49-F238E27FC236}">
                <a16:creationId xmlns:a16="http://schemas.microsoft.com/office/drawing/2014/main" id="{3F4BCB6A-5E30-7EFB-59CE-BB748ADAD938}"/>
              </a:ext>
            </a:extLst>
          </p:cNvPr>
          <p:cNvSpPr/>
          <p:nvPr/>
        </p:nvSpPr>
        <p:spPr>
          <a:xfrm>
            <a:off x="5509156" y="4480128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38">
            <a:extLst>
              <a:ext uri="{FF2B5EF4-FFF2-40B4-BE49-F238E27FC236}">
                <a16:creationId xmlns:a16="http://schemas.microsoft.com/office/drawing/2014/main" id="{EFF8C5E4-B3AC-94D4-13EF-D8E4737DF282}"/>
              </a:ext>
            </a:extLst>
          </p:cNvPr>
          <p:cNvSpPr/>
          <p:nvPr/>
        </p:nvSpPr>
        <p:spPr>
          <a:xfrm>
            <a:off x="5609740" y="458071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83F65CD3-77C3-EC9F-3D95-A78FF7BEF41F}"/>
              </a:ext>
            </a:extLst>
          </p:cNvPr>
          <p:cNvSpPr/>
          <p:nvPr/>
        </p:nvSpPr>
        <p:spPr>
          <a:xfrm>
            <a:off x="6534264" y="405988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CDE0A508-0AFE-C499-1A89-A70139CD4703}"/>
              </a:ext>
            </a:extLst>
          </p:cNvPr>
          <p:cNvSpPr/>
          <p:nvPr/>
        </p:nvSpPr>
        <p:spPr>
          <a:xfrm>
            <a:off x="6918312" y="405988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BCF4FCF9-A317-2CD8-47C7-D95C7EA3409F}"/>
              </a:ext>
            </a:extLst>
          </p:cNvPr>
          <p:cNvSpPr/>
          <p:nvPr/>
        </p:nvSpPr>
        <p:spPr>
          <a:xfrm>
            <a:off x="7302360" y="4059882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B3075072-5C98-997A-A745-59A17BA6E4C4}"/>
              </a:ext>
            </a:extLst>
          </p:cNvPr>
          <p:cNvSpPr/>
          <p:nvPr/>
        </p:nvSpPr>
        <p:spPr>
          <a:xfrm>
            <a:off x="7686408" y="4059882"/>
            <a:ext cx="374904" cy="374904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800" dirty="0"/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ACE06379-B738-80E1-5F06-23983B8512FA}"/>
              </a:ext>
            </a:extLst>
          </p:cNvPr>
          <p:cNvSpPr/>
          <p:nvPr/>
        </p:nvSpPr>
        <p:spPr>
          <a:xfrm>
            <a:off x="6534264" y="4443930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3F595045-9051-059C-1AD6-31E4105A65D6}"/>
              </a:ext>
            </a:extLst>
          </p:cNvPr>
          <p:cNvSpPr/>
          <p:nvPr/>
        </p:nvSpPr>
        <p:spPr>
          <a:xfrm>
            <a:off x="6918312" y="4443930"/>
            <a:ext cx="374904" cy="374904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800" dirty="0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95C7F823-36EF-69ED-6B14-A48557D24D2E}"/>
              </a:ext>
            </a:extLst>
          </p:cNvPr>
          <p:cNvSpPr/>
          <p:nvPr/>
        </p:nvSpPr>
        <p:spPr>
          <a:xfrm>
            <a:off x="7302360" y="4443930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C8691FFA-9B3D-2B2E-289F-C4B3759DAD51}"/>
              </a:ext>
            </a:extLst>
          </p:cNvPr>
          <p:cNvSpPr/>
          <p:nvPr/>
        </p:nvSpPr>
        <p:spPr>
          <a:xfrm>
            <a:off x="7686408" y="4443930"/>
            <a:ext cx="374904" cy="374904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80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E4C1132F-FD9C-A71C-79FD-D22FC4A5AB3E}"/>
              </a:ext>
            </a:extLst>
          </p:cNvPr>
          <p:cNvSpPr/>
          <p:nvPr/>
        </p:nvSpPr>
        <p:spPr>
          <a:xfrm>
            <a:off x="6534264" y="4827978"/>
            <a:ext cx="374904" cy="374904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FCCD0745-A379-8CF6-71F2-0D9A9B027D5E}"/>
              </a:ext>
            </a:extLst>
          </p:cNvPr>
          <p:cNvSpPr/>
          <p:nvPr/>
        </p:nvSpPr>
        <p:spPr>
          <a:xfrm>
            <a:off x="6918312" y="4827978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5FDE1DF9-0F9B-4F0F-0597-BCF7CB338E98}"/>
              </a:ext>
            </a:extLst>
          </p:cNvPr>
          <p:cNvSpPr/>
          <p:nvPr/>
        </p:nvSpPr>
        <p:spPr>
          <a:xfrm>
            <a:off x="7302360" y="4827978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2" name="Text 36">
            <a:extLst>
              <a:ext uri="{FF2B5EF4-FFF2-40B4-BE49-F238E27FC236}">
                <a16:creationId xmlns:a16="http://schemas.microsoft.com/office/drawing/2014/main" id="{07A36194-A0FC-A82B-557B-E0CC569C096D}"/>
              </a:ext>
            </a:extLst>
          </p:cNvPr>
          <p:cNvSpPr/>
          <p:nvPr/>
        </p:nvSpPr>
        <p:spPr>
          <a:xfrm>
            <a:off x="7686408" y="4827978"/>
            <a:ext cx="374904" cy="37490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3" name="Shape 37">
            <a:extLst>
              <a:ext uri="{FF2B5EF4-FFF2-40B4-BE49-F238E27FC236}">
                <a16:creationId xmlns:a16="http://schemas.microsoft.com/office/drawing/2014/main" id="{D6DF03FC-241D-F35D-FA2B-92A2A6ECED2E}"/>
              </a:ext>
            </a:extLst>
          </p:cNvPr>
          <p:cNvSpPr/>
          <p:nvPr/>
        </p:nvSpPr>
        <p:spPr>
          <a:xfrm>
            <a:off x="7709268" y="4859520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06C75CAB-C2C2-5B14-3E81-16B9E095E134}"/>
              </a:ext>
            </a:extLst>
          </p:cNvPr>
          <p:cNvSpPr/>
          <p:nvPr/>
        </p:nvSpPr>
        <p:spPr>
          <a:xfrm>
            <a:off x="7809852" y="4960104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24">
            <a:extLst>
              <a:ext uri="{FF2B5EF4-FFF2-40B4-BE49-F238E27FC236}">
                <a16:creationId xmlns:a16="http://schemas.microsoft.com/office/drawing/2014/main" id="{8F6556F1-56D2-17E7-E0A8-285D7B4C3DC5}"/>
              </a:ext>
            </a:extLst>
          </p:cNvPr>
          <p:cNvSpPr/>
          <p:nvPr/>
        </p:nvSpPr>
        <p:spPr>
          <a:xfrm flipV="1">
            <a:off x="2433608" y="4641124"/>
            <a:ext cx="0" cy="246453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24">
            <a:extLst>
              <a:ext uri="{FF2B5EF4-FFF2-40B4-BE49-F238E27FC236}">
                <a16:creationId xmlns:a16="http://schemas.microsoft.com/office/drawing/2014/main" id="{90882C66-A957-3127-EBBE-F5A8283365DD}"/>
              </a:ext>
            </a:extLst>
          </p:cNvPr>
          <p:cNvSpPr/>
          <p:nvPr/>
        </p:nvSpPr>
        <p:spPr>
          <a:xfrm flipH="1" flipV="1">
            <a:off x="8919978" y="4983482"/>
            <a:ext cx="219018" cy="11375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24">
            <a:extLst>
              <a:ext uri="{FF2B5EF4-FFF2-40B4-BE49-F238E27FC236}">
                <a16:creationId xmlns:a16="http://schemas.microsoft.com/office/drawing/2014/main" id="{275EF863-9EE9-5A97-BEEB-279266809471}"/>
              </a:ext>
            </a:extLst>
          </p:cNvPr>
          <p:cNvSpPr/>
          <p:nvPr/>
        </p:nvSpPr>
        <p:spPr>
          <a:xfrm flipV="1">
            <a:off x="5674287" y="4650650"/>
            <a:ext cx="0" cy="246453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24">
            <a:extLst>
              <a:ext uri="{FF2B5EF4-FFF2-40B4-BE49-F238E27FC236}">
                <a16:creationId xmlns:a16="http://schemas.microsoft.com/office/drawing/2014/main" id="{8546B07C-021C-9E14-4145-52E95365FD00}"/>
              </a:ext>
            </a:extLst>
          </p:cNvPr>
          <p:cNvSpPr/>
          <p:nvPr/>
        </p:nvSpPr>
        <p:spPr>
          <a:xfrm flipV="1">
            <a:off x="7557680" y="5016354"/>
            <a:ext cx="23916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0CC45B44-9503-3198-D3F0-5553379C8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776246"/>
              </p:ext>
            </p:extLst>
          </p:nvPr>
        </p:nvGraphicFramePr>
        <p:xfrm>
          <a:off x="10423300" y="4066744"/>
          <a:ext cx="13022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837">
                  <a:extLst>
                    <a:ext uri="{9D8B030D-6E8A-4147-A177-3AD203B41FA5}">
                      <a16:colId xmlns:a16="http://schemas.microsoft.com/office/drawing/2014/main" val="3712151968"/>
                    </a:ext>
                  </a:extLst>
                </a:gridCol>
                <a:gridCol w="767443">
                  <a:extLst>
                    <a:ext uri="{9D8B030D-6E8A-4147-A177-3AD203B41FA5}">
                      <a16:colId xmlns:a16="http://schemas.microsoft.com/office/drawing/2014/main" val="1960172919"/>
                    </a:ext>
                  </a:extLst>
                </a:gridCol>
              </a:tblGrid>
              <a:tr h="2541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P(s′|</a:t>
                      </a:r>
                      <a:r>
                        <a:rPr lang="en-US" sz="1200" dirty="0" err="1"/>
                        <a:t>s,a</a:t>
                      </a:r>
                      <a:r>
                        <a:rPr lang="en-US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723809"/>
                  </a:ext>
                </a:extLst>
              </a:tr>
              <a:tr h="2541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748944"/>
                  </a:ext>
                </a:extLst>
              </a:tr>
              <a:tr h="2541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(0,3)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999371"/>
                  </a:ext>
                </a:extLst>
              </a:tr>
              <a:tr h="2541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(0,1)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2888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Gridworld Lab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reuse one small world to make each algorithm visible.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0943" y="1696212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1063" y="1696212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1183" y="1696212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1303" y="1696212"/>
            <a:ext cx="950976" cy="950976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00943" y="2656332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1063" y="2656332"/>
            <a:ext cx="950976" cy="950976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1183" y="2656332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1303" y="2656332"/>
            <a:ext cx="950976" cy="950976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0943" y="3616452"/>
            <a:ext cx="950976" cy="950976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1063" y="3616452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21183" y="3616452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1303" y="3616452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2416411" y="3931920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6995" y="4032504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4383" y="17876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D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4383" y="2107692"/>
            <a:ext cx="52120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buSzPct val="100000"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starts in the lower-left cell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Gray cell is a wall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terminal gives +10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 terminal gives -10
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4383" y="41650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D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4383" y="45125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   ↓    ←    →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503714" y="5268903"/>
            <a:ext cx="7184571" cy="621792"/>
          </a:xfrm>
          <a:prstGeom prst="roundRect">
            <a:avLst>
              <a:gd name="adj" fmla="val 7353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identify the model. Later: compute or learn good behavior.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30"/>
          <p:cNvSpPr/>
          <p:nvPr/>
        </p:nvSpPr>
        <p:spPr>
          <a:xfrm>
            <a:off x="2581222" y="3182112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S, A, T, R</a:t>
            </a:r>
            <a:endParaRPr lang="en-US" sz="2600" dirty="0"/>
          </a:p>
        </p:txBody>
      </p:sp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information does an MDP need?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later algorithm assumes these pieces are clearly defined.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47739" y="2253125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24979" y="2253125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02219" y="2253125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79459" y="2253125"/>
            <a:ext cx="768096" cy="768096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47739" y="3030365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4979" y="3030365"/>
            <a:ext cx="768096" cy="768096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02219" y="3030365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79459" y="3030365"/>
            <a:ext cx="768096" cy="768096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47739" y="3807605"/>
            <a:ext cx="768096" cy="768096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24979" y="3807605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02219" y="3807605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79459" y="3807605"/>
            <a:ext cx="768096" cy="76809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71767" y="4031633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72351" y="4132217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1508760"/>
            <a:ext cx="21031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960" y="1856232"/>
            <a:ext cx="2103120" cy="795528"/>
          </a:xfrm>
          <a:prstGeom prst="roundRect">
            <a:avLst>
              <a:gd name="adj" fmla="val 459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situation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926080" y="2029968"/>
            <a:ext cx="524691" cy="1243584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88132" y="1508760"/>
            <a:ext cx="21031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88132" y="1856232"/>
            <a:ext cx="2103120" cy="795528"/>
          </a:xfrm>
          <a:prstGeom prst="roundRect">
            <a:avLst>
              <a:gd name="adj" fmla="val 459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choice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 flipH="1">
            <a:off x="3973285" y="2011680"/>
            <a:ext cx="1123405" cy="1261872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21031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2960" y="4599432"/>
            <a:ext cx="210312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next states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probabilities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 flipV="1">
            <a:off x="2971800" y="3694176"/>
            <a:ext cx="1175657" cy="950976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88132" y="4251960"/>
            <a:ext cx="21031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88132" y="4599432"/>
            <a:ext cx="210312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score</a:t>
            </a:r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2BC4BDA-8477-9DE0-0C5B-FF9CB8A9F49B}"/>
              </a:ext>
            </a:extLst>
          </p:cNvPr>
          <p:cNvSpPr/>
          <p:nvPr/>
        </p:nvSpPr>
        <p:spPr>
          <a:xfrm flipH="1" flipV="1">
            <a:off x="4599214" y="3694176"/>
            <a:ext cx="588918" cy="1261872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MDP interaction loop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chooses the action; the environment determines the outcome.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89760" y="5497286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policy will eventually tell the agent what action to choose in each state.</a:t>
            </a:r>
            <a:endParaRPr lang="en-US" sz="19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ABA86074-A810-86A1-23D1-7201AA89B0FE}"/>
              </a:ext>
            </a:extLst>
          </p:cNvPr>
          <p:cNvSpPr/>
          <p:nvPr/>
        </p:nvSpPr>
        <p:spPr>
          <a:xfrm>
            <a:off x="1638300" y="1874520"/>
            <a:ext cx="2055114" cy="954634"/>
          </a:xfrm>
          <a:prstGeom prst="roundRect">
            <a:avLst>
              <a:gd name="adj" fmla="val 7663"/>
            </a:avLst>
          </a:prstGeom>
          <a:solidFill>
            <a:srgbClr val="EAF2F8"/>
          </a:solidFill>
          <a:ln w="1524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685D0DED-2C93-58BE-305E-03EF1857CCF0}"/>
              </a:ext>
            </a:extLst>
          </p:cNvPr>
          <p:cNvSpPr/>
          <p:nvPr/>
        </p:nvSpPr>
        <p:spPr>
          <a:xfrm>
            <a:off x="1638300" y="2040527"/>
            <a:ext cx="2055114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</a:t>
            </a:r>
            <a:endParaRPr lang="en-US" sz="2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FD01F6D9-ACD5-BEFF-A254-DF18C70A58A2}"/>
              </a:ext>
            </a:extLst>
          </p:cNvPr>
          <p:cNvSpPr/>
          <p:nvPr/>
        </p:nvSpPr>
        <p:spPr>
          <a:xfrm>
            <a:off x="1638300" y="2457907"/>
            <a:ext cx="2055114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3C19FB2A-F6AE-E7E2-9CA6-B5EBBC018AED}"/>
              </a:ext>
            </a:extLst>
          </p:cNvPr>
          <p:cNvSpPr/>
          <p:nvPr/>
        </p:nvSpPr>
        <p:spPr>
          <a:xfrm>
            <a:off x="4555236" y="1874520"/>
            <a:ext cx="2055114" cy="954634"/>
          </a:xfrm>
          <a:prstGeom prst="roundRect">
            <a:avLst>
              <a:gd name="adj" fmla="val 7663"/>
            </a:avLst>
          </a:prstGeom>
          <a:solidFill>
            <a:srgbClr val="FFF7DC"/>
          </a:solidFill>
          <a:ln w="1524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6E654EB2-38A7-AC1E-12A1-A2C0CF48343D}"/>
              </a:ext>
            </a:extLst>
          </p:cNvPr>
          <p:cNvSpPr/>
          <p:nvPr/>
        </p:nvSpPr>
        <p:spPr>
          <a:xfrm>
            <a:off x="4555236" y="2086661"/>
            <a:ext cx="205511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</a:t>
            </a:r>
            <a:endParaRPr lang="en-US" sz="20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BD9A4D6-C12C-0F7E-98A2-CD154C0BCEDD}"/>
              </a:ext>
            </a:extLst>
          </p:cNvPr>
          <p:cNvSpPr/>
          <p:nvPr/>
        </p:nvSpPr>
        <p:spPr>
          <a:xfrm>
            <a:off x="4555236" y="2457907"/>
            <a:ext cx="2055114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16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FF34DD3B-0095-BDA3-CCB7-82549A3D45BD}"/>
              </a:ext>
            </a:extLst>
          </p:cNvPr>
          <p:cNvSpPr/>
          <p:nvPr/>
        </p:nvSpPr>
        <p:spPr>
          <a:xfrm>
            <a:off x="4555236" y="3797046"/>
            <a:ext cx="2055114" cy="954634"/>
          </a:xfrm>
          <a:prstGeom prst="roundRect">
            <a:avLst>
              <a:gd name="adj" fmla="val 7663"/>
            </a:avLst>
          </a:prstGeom>
          <a:solidFill>
            <a:srgbClr val="EEF2F5"/>
          </a:solidFill>
          <a:ln w="1524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4BF1246D-E5D1-881F-3BA1-F2148899CD3A}"/>
              </a:ext>
            </a:extLst>
          </p:cNvPr>
          <p:cNvSpPr/>
          <p:nvPr/>
        </p:nvSpPr>
        <p:spPr>
          <a:xfrm>
            <a:off x="4555236" y="4009186"/>
            <a:ext cx="2055114" cy="2797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s'</a:t>
            </a:r>
            <a:endParaRPr lang="en-US" sz="20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735965A3-F073-F029-6DF8-228F03DE8978}"/>
              </a:ext>
            </a:extLst>
          </p:cNvPr>
          <p:cNvSpPr/>
          <p:nvPr/>
        </p:nvSpPr>
        <p:spPr>
          <a:xfrm>
            <a:off x="4555236" y="4380433"/>
            <a:ext cx="2055114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40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6D6B279A-3494-3077-D37A-90C05A736C2F}"/>
              </a:ext>
            </a:extLst>
          </p:cNvPr>
          <p:cNvSpPr/>
          <p:nvPr/>
        </p:nvSpPr>
        <p:spPr>
          <a:xfrm>
            <a:off x="1638300" y="3797046"/>
            <a:ext cx="2055114" cy="954634"/>
          </a:xfrm>
          <a:prstGeom prst="roundRect">
            <a:avLst>
              <a:gd name="adj" fmla="val 7663"/>
            </a:avLst>
          </a:prstGeom>
          <a:solidFill>
            <a:srgbClr val="EAF6EA"/>
          </a:solidFill>
          <a:ln w="1524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ED82067C-BE13-B523-9A6B-4EFF72A26E7C}"/>
              </a:ext>
            </a:extLst>
          </p:cNvPr>
          <p:cNvSpPr/>
          <p:nvPr/>
        </p:nvSpPr>
        <p:spPr>
          <a:xfrm>
            <a:off x="1638300" y="4009187"/>
            <a:ext cx="205511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r</a:t>
            </a:r>
            <a:endParaRPr lang="en-US" sz="20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25563702-CC1E-BAC2-DC5A-B61EBDD61A38}"/>
              </a:ext>
            </a:extLst>
          </p:cNvPr>
          <p:cNvSpPr/>
          <p:nvPr/>
        </p:nvSpPr>
        <p:spPr>
          <a:xfrm>
            <a:off x="1638300" y="4380433"/>
            <a:ext cx="2055114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6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4A89A2C7-E069-0259-F342-D97851B04A55}"/>
              </a:ext>
            </a:extLst>
          </p:cNvPr>
          <p:cNvSpPr/>
          <p:nvPr/>
        </p:nvSpPr>
        <p:spPr>
          <a:xfrm>
            <a:off x="3706673" y="2351837"/>
            <a:ext cx="822046" cy="0"/>
          </a:xfrm>
          <a:prstGeom prst="line">
            <a:avLst/>
          </a:prstGeom>
          <a:noFill/>
          <a:ln w="16510">
            <a:solidFill>
              <a:srgbClr val="1F5D9B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BBC384CE-496C-A77F-3733-1126973B6569}"/>
              </a:ext>
            </a:extLst>
          </p:cNvPr>
          <p:cNvSpPr/>
          <p:nvPr/>
        </p:nvSpPr>
        <p:spPr>
          <a:xfrm>
            <a:off x="5589422" y="2829154"/>
            <a:ext cx="0" cy="967892"/>
          </a:xfrm>
          <a:prstGeom prst="line">
            <a:avLst/>
          </a:prstGeom>
          <a:noFill/>
          <a:ln w="16510">
            <a:solidFill>
              <a:srgbClr val="1F5D9B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81B3B532-1974-CFEC-A7B9-F92307FF0089}"/>
              </a:ext>
            </a:extLst>
          </p:cNvPr>
          <p:cNvSpPr/>
          <p:nvPr/>
        </p:nvSpPr>
        <p:spPr>
          <a:xfrm>
            <a:off x="7256417" y="1964436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7DC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5E8F6C1C-A193-BFC5-E27C-9CA62B311B5D}"/>
              </a:ext>
            </a:extLst>
          </p:cNvPr>
          <p:cNvSpPr/>
          <p:nvPr/>
        </p:nvSpPr>
        <p:spPr>
          <a:xfrm>
            <a:off x="7393577" y="2074164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controls</a:t>
            </a:r>
            <a:endParaRPr lang="en-US" sz="20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D55FDCFB-56CA-CB26-F741-A1F0B0ECC99D}"/>
              </a:ext>
            </a:extLst>
          </p:cNvPr>
          <p:cNvSpPr/>
          <p:nvPr/>
        </p:nvSpPr>
        <p:spPr>
          <a:xfrm>
            <a:off x="7393577" y="2439924"/>
            <a:ext cx="30632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action is selected from the current state</a:t>
            </a:r>
            <a:endParaRPr lang="en-US" sz="1600" dirty="0"/>
          </a:p>
        </p:txBody>
      </p:sp>
      <p:sp>
        <p:nvSpPr>
          <p:cNvPr id="54" name="Shape 24">
            <a:extLst>
              <a:ext uri="{FF2B5EF4-FFF2-40B4-BE49-F238E27FC236}">
                <a16:creationId xmlns:a16="http://schemas.microsoft.com/office/drawing/2014/main" id="{BE805B78-606B-5B6F-9EA1-FF24B3097542}"/>
              </a:ext>
            </a:extLst>
          </p:cNvPr>
          <p:cNvSpPr/>
          <p:nvPr/>
        </p:nvSpPr>
        <p:spPr>
          <a:xfrm>
            <a:off x="7256417" y="3400044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2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4304DA4F-7078-FDAA-F37C-D5A38B04FE81}"/>
              </a:ext>
            </a:extLst>
          </p:cNvPr>
          <p:cNvSpPr/>
          <p:nvPr/>
        </p:nvSpPr>
        <p:spPr>
          <a:xfrm>
            <a:off x="7393577" y="3509772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responds</a:t>
            </a:r>
            <a:endParaRPr lang="en-US" sz="2000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1D3E43A0-6BA1-6F80-5A0C-0081A9A22112}"/>
              </a:ext>
            </a:extLst>
          </p:cNvPr>
          <p:cNvSpPr/>
          <p:nvPr/>
        </p:nvSpPr>
        <p:spPr>
          <a:xfrm>
            <a:off x="7393577" y="3875532"/>
            <a:ext cx="30632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state and reward according to the </a:t>
            </a:r>
            <a:r>
              <a:rPr lang="en-US" sz="1600" b="1" dirty="0">
                <a:solidFill>
                  <a:srgbClr val="263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model</a:t>
            </a:r>
            <a:endParaRPr lang="en-US" sz="1600" b="1" dirty="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9682E85F-8C60-9F68-1B76-E5CF594A2C1F}"/>
              </a:ext>
            </a:extLst>
          </p:cNvPr>
          <p:cNvSpPr/>
          <p:nvPr/>
        </p:nvSpPr>
        <p:spPr>
          <a:xfrm flipH="1" flipV="1">
            <a:off x="3693413" y="4247845"/>
            <a:ext cx="861821" cy="0"/>
          </a:xfrm>
          <a:prstGeom prst="line">
            <a:avLst/>
          </a:prstGeom>
          <a:noFill/>
          <a:ln w="16510">
            <a:solidFill>
              <a:srgbClr val="1F5D9B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FE5F99AC-FA72-80A5-0E4E-0AEEBEF9E79C}"/>
              </a:ext>
            </a:extLst>
          </p:cNvPr>
          <p:cNvSpPr/>
          <p:nvPr/>
        </p:nvSpPr>
        <p:spPr>
          <a:xfrm flipH="1" flipV="1">
            <a:off x="2710306" y="2829153"/>
            <a:ext cx="1" cy="967891"/>
          </a:xfrm>
          <a:prstGeom prst="line">
            <a:avLst/>
          </a:prstGeom>
          <a:noFill/>
          <a:ln w="16510">
            <a:solidFill>
              <a:srgbClr val="1F5D9B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Probability checkpoint: one action, several outcomes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only need enough probability to interpret uncertain transitions.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08691" y="4599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chosen:  → East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31675" y="2615184"/>
            <a:ext cx="1280160" cy="731520"/>
          </a:xfrm>
          <a:prstGeom prst="ellipse">
            <a:avLst/>
          </a:prstGeom>
          <a:solidFill>
            <a:srgbClr val="EAF2F8"/>
          </a:solidFill>
          <a:ln w="16510">
            <a:solidFill>
              <a:srgbClr val="1F5D9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</a:t>
            </a:r>
            <a:r>
              <a:rPr lang="en-US" sz="1400" b="1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i="1" dirty="0"/>
          </a:p>
        </p:txBody>
      </p:sp>
      <p:sp>
        <p:nvSpPr>
          <p:cNvPr id="22" name="Shape 20"/>
          <p:cNvSpPr/>
          <p:nvPr/>
        </p:nvSpPr>
        <p:spPr>
          <a:xfrm flipV="1">
            <a:off x="6557555" y="1993391"/>
            <a:ext cx="2404872" cy="1005839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08147" y="1677270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 flipV="1">
            <a:off x="6557555" y="2999231"/>
            <a:ext cx="2340864" cy="1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08147" y="2683110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11835" y="2999232"/>
            <a:ext cx="2450592" cy="1069848"/>
          </a:xfrm>
          <a:prstGeom prst="line">
            <a:avLst/>
          </a:prstGeom>
          <a:noFill/>
          <a:ln w="3048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08147" y="3688950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154680" y="5625737"/>
            <a:ext cx="6217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 for a complete set of outcomes must add to 1.</a:t>
            </a:r>
            <a:endParaRPr lang="en-US" sz="18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335387B-21A3-9FC1-F656-26F2E063056A}"/>
              </a:ext>
            </a:extLst>
          </p:cNvPr>
          <p:cNvSpPr/>
          <p:nvPr/>
        </p:nvSpPr>
        <p:spPr>
          <a:xfrm>
            <a:off x="871728" y="1545336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146D63D-D6A3-0071-E00F-6055222CBAFC}"/>
              </a:ext>
            </a:extLst>
          </p:cNvPr>
          <p:cNvSpPr/>
          <p:nvPr/>
        </p:nvSpPr>
        <p:spPr>
          <a:xfrm>
            <a:off x="1831848" y="1545336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4F92BF57-14C1-D622-3041-0D36D7727C1E}"/>
              </a:ext>
            </a:extLst>
          </p:cNvPr>
          <p:cNvSpPr/>
          <p:nvPr/>
        </p:nvSpPr>
        <p:spPr>
          <a:xfrm>
            <a:off x="2791968" y="1545336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76BFE54B-39A5-BF4E-3EDE-CBB3AA733D1F}"/>
              </a:ext>
            </a:extLst>
          </p:cNvPr>
          <p:cNvSpPr/>
          <p:nvPr/>
        </p:nvSpPr>
        <p:spPr>
          <a:xfrm>
            <a:off x="3752088" y="1545336"/>
            <a:ext cx="950976" cy="950976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7059A94C-857A-7B11-AC7E-65A04629F32E}"/>
              </a:ext>
            </a:extLst>
          </p:cNvPr>
          <p:cNvSpPr/>
          <p:nvPr/>
        </p:nvSpPr>
        <p:spPr>
          <a:xfrm>
            <a:off x="871728" y="2505456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3AF9F82B-259D-478E-B309-C431C47965B4}"/>
              </a:ext>
            </a:extLst>
          </p:cNvPr>
          <p:cNvSpPr/>
          <p:nvPr/>
        </p:nvSpPr>
        <p:spPr>
          <a:xfrm>
            <a:off x="1831848" y="2505456"/>
            <a:ext cx="950976" cy="950976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5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642B2E56-2D90-E058-50CB-F08FD75D6BAD}"/>
              </a:ext>
            </a:extLst>
          </p:cNvPr>
          <p:cNvSpPr/>
          <p:nvPr/>
        </p:nvSpPr>
        <p:spPr>
          <a:xfrm>
            <a:off x="2791968" y="2505456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8CB1BDDD-85D0-8D72-FE1B-CCE3605B1272}"/>
              </a:ext>
            </a:extLst>
          </p:cNvPr>
          <p:cNvSpPr/>
          <p:nvPr/>
        </p:nvSpPr>
        <p:spPr>
          <a:xfrm>
            <a:off x="3752088" y="2505456"/>
            <a:ext cx="950976" cy="950976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41AE30A5-2F26-EF79-1170-5B171CCDDC24}"/>
              </a:ext>
            </a:extLst>
          </p:cNvPr>
          <p:cNvSpPr/>
          <p:nvPr/>
        </p:nvSpPr>
        <p:spPr>
          <a:xfrm>
            <a:off x="871728" y="3465576"/>
            <a:ext cx="950976" cy="950976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5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816B58A2-DE33-E4E8-446E-4C996B580C8E}"/>
              </a:ext>
            </a:extLst>
          </p:cNvPr>
          <p:cNvSpPr/>
          <p:nvPr/>
        </p:nvSpPr>
        <p:spPr>
          <a:xfrm>
            <a:off x="1831848" y="3465576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CC558967-47BF-06B8-D599-2810A079909B}"/>
              </a:ext>
            </a:extLst>
          </p:cNvPr>
          <p:cNvSpPr/>
          <p:nvPr/>
        </p:nvSpPr>
        <p:spPr>
          <a:xfrm>
            <a:off x="2791968" y="3465576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D7C7FE69-B51B-A8D4-74FF-9B10A05E744A}"/>
              </a:ext>
            </a:extLst>
          </p:cNvPr>
          <p:cNvSpPr/>
          <p:nvPr/>
        </p:nvSpPr>
        <p:spPr>
          <a:xfrm>
            <a:off x="3752088" y="3465576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CF35D192-5445-6EFB-D76F-EAB79F586AFD}"/>
              </a:ext>
            </a:extLst>
          </p:cNvPr>
          <p:cNvSpPr/>
          <p:nvPr/>
        </p:nvSpPr>
        <p:spPr>
          <a:xfrm>
            <a:off x="3083052" y="1902387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4DABF8A7-C82E-7D0B-7961-AADF8EC528AF}"/>
              </a:ext>
            </a:extLst>
          </p:cNvPr>
          <p:cNvSpPr/>
          <p:nvPr/>
        </p:nvSpPr>
        <p:spPr>
          <a:xfrm>
            <a:off x="3183636" y="2002971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transition notation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notation is just a compact way to name a conditional probability.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86200" y="1696212"/>
            <a:ext cx="4480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r>
              <a:rPr lang="en-US" sz="4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4000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s′ </a:t>
            </a:r>
            <a:r>
              <a:rPr lang="en-US" sz="4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r>
              <a:rPr lang="en-US" sz="4000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</a:t>
            </a:r>
            <a:r>
              <a:rPr lang="en-US" sz="4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</a:t>
            </a:r>
            <a:r>
              <a:rPr lang="en-US" sz="4000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</a:t>
            </a:r>
            <a:r>
              <a:rPr lang="en-US" sz="4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560320" y="2862072"/>
            <a:ext cx="16459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i="1" dirty="0"/>
          </a:p>
        </p:txBody>
      </p:sp>
      <p:sp>
        <p:nvSpPr>
          <p:cNvPr id="8" name="Text 6"/>
          <p:cNvSpPr/>
          <p:nvPr/>
        </p:nvSpPr>
        <p:spPr>
          <a:xfrm>
            <a:off x="2560320" y="3209544"/>
            <a:ext cx="164592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4840" y="2862072"/>
            <a:ext cx="16459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i="1" dirty="0"/>
          </a:p>
        </p:txBody>
      </p:sp>
      <p:sp>
        <p:nvSpPr>
          <p:cNvPr id="10" name="Text 8"/>
          <p:cNvSpPr/>
          <p:nvPr/>
        </p:nvSpPr>
        <p:spPr>
          <a:xfrm>
            <a:off x="4434840" y="3209544"/>
            <a:ext cx="164592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2862072"/>
            <a:ext cx="16459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s′</a:t>
            </a:r>
            <a:endParaRPr lang="en-US" sz="2000" i="1" dirty="0"/>
          </a:p>
        </p:txBody>
      </p:sp>
      <p:sp>
        <p:nvSpPr>
          <p:cNvPr id="12" name="Text 10"/>
          <p:cNvSpPr/>
          <p:nvPr/>
        </p:nvSpPr>
        <p:spPr>
          <a:xfrm>
            <a:off x="6309360" y="3209544"/>
            <a:ext cx="164592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state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83880" y="2862072"/>
            <a:ext cx="11887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83880" y="3209544"/>
            <a:ext cx="1188720" cy="841248"/>
          </a:xfrm>
          <a:prstGeom prst="roundRect">
            <a:avLst>
              <a:gd name="adj" fmla="val 4348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8037" y="4489704"/>
            <a:ext cx="9916886" cy="658368"/>
          </a:xfrm>
          <a:prstGeom prst="roundRect">
            <a:avLst>
              <a:gd name="adj" fmla="val 6944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of reaching next state </a:t>
            </a:r>
            <a:r>
              <a:rPr lang="en-US" sz="2200" b="1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s′</a:t>
            </a:r>
            <a:r>
              <a:rPr lang="en-US" sz="22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given current state </a:t>
            </a:r>
            <a:r>
              <a:rPr lang="en-US" sz="2200" b="1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22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action </a:t>
            </a:r>
            <a:r>
              <a:rPr lang="en-US" sz="2200" b="1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22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57058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conditional probability returns in Lesson 18.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41578-9997-13F8-9B7C-059000BD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D2CB5-2871-9056-9AE5-71D3A5F0AD4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</a:t>
            </a:r>
            <a:r>
              <a:rPr lang="en-US" sz="3100" b="1" dirty="0" err="1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Gridworld</a:t>
            </a: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as an MDP graph</a:t>
            </a:r>
            <a:endParaRPr lang="en-US" sz="3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17A2EA-2B73-B448-6DC7-70EFD5475635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 graph compactly represents the MDP</a:t>
            </a:r>
            <a:endParaRPr lang="en-US" sz="1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EABD99-2232-D904-A722-CAD2CF76020F}"/>
              </a:ext>
            </a:extLst>
          </p:cNvPr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D5EA5A-BDC1-E700-A181-F712ADDAD19E}"/>
              </a:ext>
            </a:extLst>
          </p:cNvPr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D93B2BF-1BAA-6167-D2BB-AE21494CDD3D}"/>
              </a:ext>
            </a:extLst>
          </p:cNvPr>
          <p:cNvSpPr/>
          <p:nvPr/>
        </p:nvSpPr>
        <p:spPr>
          <a:xfrm>
            <a:off x="1874520" y="5568696"/>
            <a:ext cx="8503920" cy="658368"/>
          </a:xfrm>
          <a:prstGeom prst="roundRect">
            <a:avLst>
              <a:gd name="adj" fmla="val 6944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world model—not a record of one particular run.</a:t>
            </a:r>
            <a:endParaRPr lang="en-US" sz="2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95F8229-45F8-A618-5325-2B681A38B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49" y="575822"/>
            <a:ext cx="1314694" cy="99359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D0045CA-0ECB-84CA-A558-10C6A58F1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760" y="4411201"/>
            <a:ext cx="2691568" cy="9654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948B364-5950-C63A-0A6D-26819C354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884" y="1893306"/>
            <a:ext cx="2691568" cy="97120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FA5408A-DDEC-6F55-A11A-671669DBDC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8708" y="1399502"/>
            <a:ext cx="1307586" cy="98760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0B90761-4042-A68C-810D-ACCFDB91A0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681" y="3460984"/>
            <a:ext cx="1307586" cy="10055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D22A31B-6ABD-783F-EFF9-286FD70E3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9298" y="4337243"/>
            <a:ext cx="1256302" cy="93734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8283C8F-DE00-B3BA-7AD2-440FAD6EE7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9622" y="3037408"/>
            <a:ext cx="1243151" cy="93734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DDAFF4EF-E9EC-EAAB-C515-9B2CECD1C3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9966" y="3127490"/>
            <a:ext cx="1279048" cy="968474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AA546276-9996-6339-FA67-CC87D4B9DD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9198" y="1986610"/>
            <a:ext cx="1284924" cy="9703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5CE0270E-358C-C26D-F6D5-E8FB24D51749}"/>
                  </a:ext>
                </a:extLst>
              </p14:cNvPr>
              <p14:cNvContentPartPr/>
              <p14:nvPr/>
            </p14:nvContentPartPr>
            <p14:xfrm>
              <a:off x="10734874" y="1712793"/>
              <a:ext cx="337680" cy="3124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5CE0270E-358C-C26D-F6D5-E8FB24D517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16874" y="1695153"/>
                <a:ext cx="373320" cy="34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66556EA-1477-79E1-E7BA-5169F2914328}"/>
              </a:ext>
            </a:extLst>
          </p:cNvPr>
          <p:cNvGrpSpPr/>
          <p:nvPr/>
        </p:nvGrpSpPr>
        <p:grpSpPr>
          <a:xfrm>
            <a:off x="10779514" y="2256753"/>
            <a:ext cx="295200" cy="301320"/>
            <a:chOff x="10308459" y="1131764"/>
            <a:chExt cx="29520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0E9F645-AF0F-0CB4-D767-EDE450EF0BF5}"/>
                    </a:ext>
                  </a:extLst>
                </p14:cNvPr>
                <p14:cNvContentPartPr/>
                <p14:nvPr/>
              </p14:nvContentPartPr>
              <p14:xfrm>
                <a:off x="10308459" y="1134284"/>
                <a:ext cx="239760" cy="298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0E9F645-AF0F-0CB4-D767-EDE450EF0BF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90459" y="1116644"/>
                  <a:ext cx="2754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31D2A39-C763-8F2C-0896-B1CF59E9C0EC}"/>
                    </a:ext>
                  </a:extLst>
                </p14:cNvPr>
                <p14:cNvContentPartPr/>
                <p14:nvPr/>
              </p14:nvContentPartPr>
              <p14:xfrm>
                <a:off x="10323939" y="1261724"/>
                <a:ext cx="212040" cy="226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31D2A39-C763-8F2C-0896-B1CF59E9C0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06299" y="1243724"/>
                  <a:ext cx="247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8879B78-D1AD-7CA9-C944-25EC04FE0458}"/>
                    </a:ext>
                  </a:extLst>
                </p14:cNvPr>
                <p14:cNvContentPartPr/>
                <p14:nvPr/>
              </p14:nvContentPartPr>
              <p14:xfrm>
                <a:off x="10316019" y="1131764"/>
                <a:ext cx="287640" cy="43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8879B78-D1AD-7CA9-C944-25EC04FE04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98019" y="1113764"/>
                  <a:ext cx="3232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1386B557-D7E8-F74B-9A9E-820DDDA636B1}"/>
              </a:ext>
            </a:extLst>
          </p:cNvPr>
          <p:cNvGrpSpPr/>
          <p:nvPr/>
        </p:nvGrpSpPr>
        <p:grpSpPr>
          <a:xfrm>
            <a:off x="10758994" y="2830233"/>
            <a:ext cx="306360" cy="383400"/>
            <a:chOff x="10287939" y="1705244"/>
            <a:chExt cx="30636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654A568-EFC0-0E0F-3B97-8E075294FD5E}"/>
                    </a:ext>
                  </a:extLst>
                </p14:cNvPr>
                <p14:cNvContentPartPr/>
                <p14:nvPr/>
              </p14:nvContentPartPr>
              <p14:xfrm>
                <a:off x="10321779" y="1734044"/>
                <a:ext cx="17280" cy="324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654A568-EFC0-0E0F-3B97-8E075294FD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04139" y="1716404"/>
                  <a:ext cx="529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DB489BB-6B6A-A7DC-919B-72697D6ACFE6}"/>
                    </a:ext>
                  </a:extLst>
                </p14:cNvPr>
                <p14:cNvContentPartPr/>
                <p14:nvPr/>
              </p14:nvContentPartPr>
              <p14:xfrm>
                <a:off x="10287939" y="1705244"/>
                <a:ext cx="306360" cy="383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DB489BB-6B6A-A7DC-919B-72697D6ACFE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69939" y="1687604"/>
                  <a:ext cx="342000" cy="41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2B28E783-AC16-37CB-7E4E-E8903C3194A9}"/>
                  </a:ext>
                </a:extLst>
              </p14:cNvPr>
              <p14:cNvContentPartPr/>
              <p14:nvPr/>
            </p14:nvContentPartPr>
            <p14:xfrm>
              <a:off x="10787074" y="3434673"/>
              <a:ext cx="218880" cy="3272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2B28E783-AC16-37CB-7E4E-E8903C3194A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769074" y="3417033"/>
                <a:ext cx="2545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3D88CBE3-E54C-04FA-E24B-B7A0F61BC0F5}"/>
                  </a:ext>
                </a:extLst>
              </p14:cNvPr>
              <p14:cNvContentPartPr/>
              <p14:nvPr/>
            </p14:nvContentPartPr>
            <p14:xfrm>
              <a:off x="6520582" y="1134644"/>
              <a:ext cx="717120" cy="81648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3D88CBE3-E54C-04FA-E24B-B7A0F61BC0F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02942" y="1117004"/>
                <a:ext cx="752760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19AB2855-F625-972F-E712-CD689F0360E9}"/>
                  </a:ext>
                </a:extLst>
              </p14:cNvPr>
              <p14:cNvContentPartPr/>
              <p14:nvPr/>
            </p14:nvContentPartPr>
            <p14:xfrm>
              <a:off x="6850601" y="1278690"/>
              <a:ext cx="998640" cy="58752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19AB2855-F625-972F-E712-CD689F0360E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832601" y="1260690"/>
                <a:ext cx="1034280" cy="62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3E1F74F-2092-386D-B699-04165DE32D84}"/>
              </a:ext>
            </a:extLst>
          </p:cNvPr>
          <p:cNvGrpSpPr/>
          <p:nvPr/>
        </p:nvGrpSpPr>
        <p:grpSpPr>
          <a:xfrm>
            <a:off x="5249862" y="815242"/>
            <a:ext cx="1936800" cy="1342440"/>
            <a:chOff x="5249862" y="815242"/>
            <a:chExt cx="1936800" cy="13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493A254-9227-8C12-FC54-B747329FAF71}"/>
                    </a:ext>
                  </a:extLst>
                </p14:cNvPr>
                <p14:cNvContentPartPr/>
                <p14:nvPr/>
              </p14:nvContentPartPr>
              <p14:xfrm>
                <a:off x="6032142" y="815242"/>
                <a:ext cx="1154520" cy="1342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493A254-9227-8C12-FC54-B747329FAF7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14142" y="797602"/>
                  <a:ext cx="1190160" cy="13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134F713-1F01-3270-B5BF-60208A338025}"/>
                    </a:ext>
                  </a:extLst>
                </p14:cNvPr>
                <p14:cNvContentPartPr/>
                <p14:nvPr/>
              </p14:nvContentPartPr>
              <p14:xfrm>
                <a:off x="5249862" y="1555762"/>
                <a:ext cx="744480" cy="3736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134F713-1F01-3270-B5BF-60208A33802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31862" y="1538122"/>
                  <a:ext cx="780120" cy="40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F2CC84AD-18E7-C776-85F1-A6D6934F4A09}"/>
                  </a:ext>
                </a:extLst>
              </p14:cNvPr>
              <p14:cNvContentPartPr/>
              <p14:nvPr/>
            </p14:nvContentPartPr>
            <p14:xfrm>
              <a:off x="5645083" y="3451037"/>
              <a:ext cx="2144880" cy="1983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F2CC84AD-18E7-C776-85F1-A6D6934F4A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27083" y="3433037"/>
                <a:ext cx="21805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9BB213B-7D45-635C-EACA-D88599D8305D}"/>
                  </a:ext>
                </a:extLst>
              </p14:cNvPr>
              <p14:cNvContentPartPr/>
              <p14:nvPr/>
            </p14:nvContentPartPr>
            <p14:xfrm>
              <a:off x="5927045" y="4663119"/>
              <a:ext cx="635760" cy="1656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9BB213B-7D45-635C-EACA-D88599D8305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09405" y="4645479"/>
                <a:ext cx="6714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57BC467D-937D-E1E4-4625-92A3F3DC72EC}"/>
                  </a:ext>
                </a:extLst>
              </p14:cNvPr>
              <p14:cNvContentPartPr/>
              <p14:nvPr/>
            </p14:nvContentPartPr>
            <p14:xfrm>
              <a:off x="6537605" y="4767159"/>
              <a:ext cx="1080" cy="90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57BC467D-937D-E1E4-4625-92A3F3DC72E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19605" y="4749519"/>
                <a:ext cx="367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8375344B-592D-C28A-69C4-00B8416DDDC4}"/>
                  </a:ext>
                </a:extLst>
              </p14:cNvPr>
              <p14:cNvContentPartPr/>
              <p14:nvPr/>
            </p14:nvContentPartPr>
            <p14:xfrm>
              <a:off x="6242765" y="4141839"/>
              <a:ext cx="2488320" cy="135108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8375344B-592D-C28A-69C4-00B8416DDDC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25125" y="4124199"/>
                <a:ext cx="2523960" cy="13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640BFD9A-3266-402B-B982-F2AAFB742AB6}"/>
                  </a:ext>
                </a:extLst>
              </p14:cNvPr>
              <p14:cNvContentPartPr/>
              <p14:nvPr/>
            </p14:nvContentPartPr>
            <p14:xfrm>
              <a:off x="5790950" y="1044128"/>
              <a:ext cx="1184760" cy="14904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640BFD9A-3266-402B-B982-F2AAFB742AB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772950" y="1026128"/>
                <a:ext cx="1220400" cy="15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59A78BA-4572-5794-CCEC-238539CB3B51}"/>
                  </a:ext>
                </a:extLst>
              </p14:cNvPr>
              <p14:cNvContentPartPr/>
              <p14:nvPr/>
            </p14:nvContentPartPr>
            <p14:xfrm>
              <a:off x="5270601" y="2082157"/>
              <a:ext cx="528840" cy="2545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59A78BA-4572-5794-CCEC-238539CB3B5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52961" y="2064517"/>
                <a:ext cx="5644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A8710489-2B2A-5E56-2361-A2CF0586CBBF}"/>
                  </a:ext>
                </a:extLst>
              </p14:cNvPr>
              <p14:cNvContentPartPr/>
              <p14:nvPr/>
            </p14:nvContentPartPr>
            <p14:xfrm>
              <a:off x="4969388" y="3725739"/>
              <a:ext cx="2444400" cy="47484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A8710489-2B2A-5E56-2361-A2CF0586CBB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51388" y="3707739"/>
                <a:ext cx="248004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9E3F819F-AE73-5A74-0814-C621C5995D96}"/>
                  </a:ext>
                </a:extLst>
              </p14:cNvPr>
              <p14:cNvContentPartPr/>
              <p14:nvPr/>
            </p14:nvContentPartPr>
            <p14:xfrm>
              <a:off x="4855268" y="4024899"/>
              <a:ext cx="217800" cy="3484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9E3F819F-AE73-5A74-0814-C621C5995D9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37268" y="4007259"/>
                <a:ext cx="253440" cy="38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155FB4C7-8CE1-8F74-0451-A97FB2384D39}"/>
              </a:ext>
            </a:extLst>
          </p:cNvPr>
          <p:cNvGrpSpPr/>
          <p:nvPr/>
        </p:nvGrpSpPr>
        <p:grpSpPr>
          <a:xfrm>
            <a:off x="2915943" y="2606139"/>
            <a:ext cx="4955380" cy="1775520"/>
            <a:chOff x="2915943" y="2606139"/>
            <a:chExt cx="4955380" cy="177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C2B288A-E921-1CC0-25A8-23642D98AED1}"/>
                    </a:ext>
                  </a:extLst>
                </p14:cNvPr>
                <p14:cNvContentPartPr/>
                <p14:nvPr/>
              </p14:nvContentPartPr>
              <p14:xfrm>
                <a:off x="7557403" y="2898437"/>
                <a:ext cx="313920" cy="7668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C2B288A-E921-1CC0-25A8-23642D98AE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39763" y="2880797"/>
                  <a:ext cx="34956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1E315F3-22C6-10C7-4BAB-B7B8CD1C25D1}"/>
                    </a:ext>
                  </a:extLst>
                </p14:cNvPr>
                <p14:cNvContentPartPr/>
                <p14:nvPr/>
              </p14:nvContentPartPr>
              <p14:xfrm>
                <a:off x="7253203" y="3663797"/>
                <a:ext cx="608760" cy="6523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1E315F3-22C6-10C7-4BAB-B7B8CD1C25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35563" y="3646157"/>
                  <a:ext cx="644400" cy="6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0D49816-0A75-C545-865B-CB0F598870FA}"/>
                    </a:ext>
                  </a:extLst>
                </p14:cNvPr>
                <p14:cNvContentPartPr/>
                <p14:nvPr/>
              </p14:nvContentPartPr>
              <p14:xfrm>
                <a:off x="2915943" y="2843072"/>
                <a:ext cx="1936080" cy="734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0D49816-0A75-C545-865B-CB0F598870F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97943" y="2825072"/>
                  <a:ext cx="197172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FC46D72-6A79-76F4-F830-826C10484B03}"/>
                    </a:ext>
                  </a:extLst>
                </p14:cNvPr>
                <p14:cNvContentPartPr/>
                <p14:nvPr/>
              </p14:nvContentPartPr>
              <p14:xfrm>
                <a:off x="4846983" y="2828312"/>
                <a:ext cx="2908080" cy="611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FC46D72-6A79-76F4-F830-826C10484B0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28983" y="2810672"/>
                  <a:ext cx="294372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61AAE8B-FCB9-60B6-E5A6-DE1D21EAA724}"/>
                    </a:ext>
                  </a:extLst>
                </p14:cNvPr>
                <p14:cNvContentPartPr/>
                <p14:nvPr/>
              </p14:nvContentPartPr>
              <p14:xfrm>
                <a:off x="4849508" y="2606139"/>
                <a:ext cx="1207080" cy="1775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61AAE8B-FCB9-60B6-E5A6-DE1D21EAA72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31508" y="2588499"/>
                  <a:ext cx="1242720" cy="181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1D805DF-5612-83D0-A579-C5F6AB1F252F}"/>
              </a:ext>
            </a:extLst>
          </p:cNvPr>
          <p:cNvGrpSpPr/>
          <p:nvPr/>
        </p:nvGrpSpPr>
        <p:grpSpPr>
          <a:xfrm>
            <a:off x="2742382" y="3014204"/>
            <a:ext cx="2247526" cy="1303920"/>
            <a:chOff x="2742382" y="3014204"/>
            <a:chExt cx="2247526" cy="130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AD7A94C-FAF8-3D77-68B2-50E35B8DA75A}"/>
                    </a:ext>
                  </a:extLst>
                </p14:cNvPr>
                <p14:cNvContentPartPr/>
                <p14:nvPr/>
              </p14:nvContentPartPr>
              <p14:xfrm>
                <a:off x="2742382" y="3014204"/>
                <a:ext cx="550080" cy="829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AD7A94C-FAF8-3D77-68B2-50E35B8DA75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24382" y="2996204"/>
                  <a:ext cx="585720" cy="86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8695486-4D16-3DB0-3080-EF68140846C0}"/>
                    </a:ext>
                  </a:extLst>
                </p14:cNvPr>
                <p14:cNvContentPartPr/>
                <p14:nvPr/>
              </p14:nvContentPartPr>
              <p14:xfrm>
                <a:off x="2864422" y="3569684"/>
                <a:ext cx="1352160" cy="262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8695486-4D16-3DB0-3080-EF68140846C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46782" y="3551684"/>
                  <a:ext cx="13878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69659DF-D9E7-36E8-00B2-66392684A8CB}"/>
                    </a:ext>
                  </a:extLst>
                </p14:cNvPr>
                <p14:cNvContentPartPr/>
                <p14:nvPr/>
              </p14:nvContentPartPr>
              <p14:xfrm>
                <a:off x="2825542" y="3782084"/>
                <a:ext cx="1113840" cy="5360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69659DF-D9E7-36E8-00B2-66392684A8C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07902" y="3764084"/>
                  <a:ext cx="114948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514890D-4BE1-152B-3369-19F06C5FA729}"/>
                    </a:ext>
                  </a:extLst>
                </p14:cNvPr>
                <p14:cNvContentPartPr/>
                <p14:nvPr/>
              </p14:nvContentPartPr>
              <p14:xfrm>
                <a:off x="2866268" y="3995019"/>
                <a:ext cx="2123640" cy="225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514890D-4BE1-152B-3369-19F06C5FA7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48268" y="3977379"/>
                  <a:ext cx="215928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CFBA0C5C-38A6-CF3A-2A25-C541AAE019AE}"/>
                  </a:ext>
                </a:extLst>
              </p14:cNvPr>
              <p14:cNvContentPartPr/>
              <p14:nvPr/>
            </p14:nvContentPartPr>
            <p14:xfrm>
              <a:off x="3208310" y="1242527"/>
              <a:ext cx="1488960" cy="63828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CFBA0C5C-38A6-CF3A-2A25-C541AAE019A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190310" y="1224527"/>
                <a:ext cx="152460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AE4712F0-50D9-C0A6-4FAE-45AA66FCBB1B}"/>
                  </a:ext>
                </a:extLst>
              </p14:cNvPr>
              <p14:cNvContentPartPr/>
              <p14:nvPr/>
            </p14:nvContentPartPr>
            <p14:xfrm>
              <a:off x="4689710" y="990887"/>
              <a:ext cx="1662840" cy="76896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AE4712F0-50D9-C0A6-4FAE-45AA66FCBB1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671710" y="973247"/>
                <a:ext cx="1698480" cy="80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D596CB14-22D3-78E5-FCFF-0E0991EBD3F4}"/>
                  </a:ext>
                </a:extLst>
              </p14:cNvPr>
              <p14:cNvContentPartPr/>
              <p14:nvPr/>
            </p14:nvContentPartPr>
            <p14:xfrm>
              <a:off x="8552333" y="1182360"/>
              <a:ext cx="509760" cy="109692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D596CB14-22D3-78E5-FCFF-0E0991EBD3F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534693" y="1164360"/>
                <a:ext cx="545400" cy="11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7C230650-A510-E7D6-44E0-B6B9550278F8}"/>
                  </a:ext>
                </a:extLst>
              </p14:cNvPr>
              <p14:cNvContentPartPr/>
              <p14:nvPr/>
            </p14:nvContentPartPr>
            <p14:xfrm>
              <a:off x="8860133" y="2091360"/>
              <a:ext cx="781200" cy="14540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7C230650-A510-E7D6-44E0-B6B9550278F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42133" y="2073360"/>
                <a:ext cx="816840" cy="14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567B17A6-140F-1153-ABBA-C6F51D72AA61}"/>
                  </a:ext>
                </a:extLst>
              </p14:cNvPr>
              <p14:cNvContentPartPr/>
              <p14:nvPr/>
            </p14:nvContentPartPr>
            <p14:xfrm>
              <a:off x="9046867" y="2409507"/>
              <a:ext cx="641520" cy="146700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567B17A6-140F-1153-ABBA-C6F51D72AA6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029227" y="2391507"/>
                <a:ext cx="677160" cy="150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1BA9785-43C1-B744-69DF-794651EA7226}"/>
              </a:ext>
            </a:extLst>
          </p:cNvPr>
          <p:cNvGrpSpPr/>
          <p:nvPr/>
        </p:nvGrpSpPr>
        <p:grpSpPr>
          <a:xfrm>
            <a:off x="5667907" y="3683907"/>
            <a:ext cx="4084920" cy="1091520"/>
            <a:chOff x="5667907" y="3683907"/>
            <a:chExt cx="4084920" cy="10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CCF53EA-656F-F4AD-CF9D-63D4A2420464}"/>
                    </a:ext>
                  </a:extLst>
                </p14:cNvPr>
                <p14:cNvContentPartPr/>
                <p14:nvPr/>
              </p14:nvContentPartPr>
              <p14:xfrm>
                <a:off x="7929787" y="3779667"/>
                <a:ext cx="1823040" cy="9957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CCF53EA-656F-F4AD-CF9D-63D4A24204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12147" y="3761667"/>
                  <a:ext cx="1858680" cy="10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9EA1A15-49DC-1EDB-CD83-3E863B422B71}"/>
                    </a:ext>
                  </a:extLst>
                </p14:cNvPr>
                <p14:cNvContentPartPr/>
                <p14:nvPr/>
              </p14:nvContentPartPr>
              <p14:xfrm>
                <a:off x="5667907" y="3683907"/>
                <a:ext cx="3945600" cy="5882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9EA1A15-49DC-1EDB-CD83-3E863B422B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50267" y="3665907"/>
                  <a:ext cx="3981240" cy="62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A58C02EE-77C0-54C7-27E0-431DA77D3AF8}"/>
              </a:ext>
            </a:extLst>
          </p:cNvPr>
          <p:cNvGrpSpPr/>
          <p:nvPr/>
        </p:nvGrpSpPr>
        <p:grpSpPr>
          <a:xfrm>
            <a:off x="1600977" y="1527091"/>
            <a:ext cx="2211480" cy="1869840"/>
            <a:chOff x="1600977" y="1527091"/>
            <a:chExt cx="2211480" cy="186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E5C7F48-C91A-1413-CBFD-CCDF37EA8687}"/>
                    </a:ext>
                  </a:extLst>
                </p14:cNvPr>
                <p14:cNvContentPartPr/>
                <p14:nvPr/>
              </p14:nvContentPartPr>
              <p14:xfrm>
                <a:off x="1977177" y="1527091"/>
                <a:ext cx="1835280" cy="10346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E5C7F48-C91A-1413-CBFD-CCDF37EA868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59537" y="1509091"/>
                  <a:ext cx="1870920" cy="10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1846BBB-1674-4DEB-2C22-46DF5705E6C8}"/>
                    </a:ext>
                  </a:extLst>
                </p14:cNvPr>
                <p14:cNvContentPartPr/>
                <p14:nvPr/>
              </p14:nvContentPartPr>
              <p14:xfrm>
                <a:off x="1600977" y="2395771"/>
                <a:ext cx="474840" cy="1001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1846BBB-1674-4DEB-2C22-46DF5705E6C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83337" y="2378131"/>
                  <a:ext cx="510480" cy="10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8A56499-7A48-F558-5087-4F2571B5830C}"/>
              </a:ext>
            </a:extLst>
          </p:cNvPr>
          <p:cNvGrpSpPr/>
          <p:nvPr/>
        </p:nvGrpSpPr>
        <p:grpSpPr>
          <a:xfrm>
            <a:off x="2265592" y="3003481"/>
            <a:ext cx="2007720" cy="1630440"/>
            <a:chOff x="2265592" y="3003481"/>
            <a:chExt cx="2007720" cy="163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4CC9A14-D351-A981-88E4-E1123BAE045F}"/>
                    </a:ext>
                  </a:extLst>
                </p14:cNvPr>
                <p14:cNvContentPartPr/>
                <p14:nvPr/>
              </p14:nvContentPartPr>
              <p14:xfrm>
                <a:off x="2288992" y="4448521"/>
                <a:ext cx="2160" cy="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4CC9A14-D351-A981-88E4-E1123BAE04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70992" y="4430881"/>
                  <a:ext cx="37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20B57B6-DCFD-4BCD-0F92-1305FC574AAC}"/>
                    </a:ext>
                  </a:extLst>
                </p14:cNvPr>
                <p14:cNvContentPartPr/>
                <p14:nvPr/>
              </p14:nvContentPartPr>
              <p14:xfrm>
                <a:off x="2265592" y="3003481"/>
                <a:ext cx="1168560" cy="16304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20B57B6-DCFD-4BCD-0F92-1305FC574AA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47592" y="2985841"/>
                  <a:ext cx="1204200" cy="16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01DBC77-2FA4-272B-096B-D0C3D96BD623}"/>
                    </a:ext>
                  </a:extLst>
                </p14:cNvPr>
                <p14:cNvContentPartPr/>
                <p14:nvPr/>
              </p14:nvContentPartPr>
              <p14:xfrm>
                <a:off x="2918272" y="3287881"/>
                <a:ext cx="1355040" cy="1144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01DBC77-2FA4-272B-096B-D0C3D96BD62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00272" y="3269881"/>
                  <a:ext cx="1390680" cy="11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3D63981-9DD8-F41F-816D-7706BF5C5318}"/>
                    </a:ext>
                  </a:extLst>
                </p14:cNvPr>
                <p14:cNvContentPartPr/>
                <p14:nvPr/>
              </p14:nvContentPartPr>
              <p14:xfrm>
                <a:off x="2714152" y="4240081"/>
                <a:ext cx="751320" cy="363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3D63981-9DD8-F41F-816D-7706BF5C531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96152" y="4222441"/>
                  <a:ext cx="786960" cy="39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9EFBAF76-330D-3980-11A3-7A70F76EB17D}"/>
                  </a:ext>
                </a:extLst>
              </p14:cNvPr>
              <p14:cNvContentPartPr/>
              <p14:nvPr/>
            </p14:nvContentPartPr>
            <p14:xfrm>
              <a:off x="5898542" y="4425329"/>
              <a:ext cx="635760" cy="19152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9EFBAF76-330D-3980-11A3-7A70F76EB17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880902" y="4407689"/>
                <a:ext cx="67140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1" name="Group 280">
            <a:extLst>
              <a:ext uri="{FF2B5EF4-FFF2-40B4-BE49-F238E27FC236}">
                <a16:creationId xmlns:a16="http://schemas.microsoft.com/office/drawing/2014/main" id="{76B7467E-FC4A-D516-ED0F-446E5C2A70B6}"/>
              </a:ext>
            </a:extLst>
          </p:cNvPr>
          <p:cNvGrpSpPr/>
          <p:nvPr/>
        </p:nvGrpSpPr>
        <p:grpSpPr>
          <a:xfrm>
            <a:off x="5694379" y="565468"/>
            <a:ext cx="4563501" cy="4894501"/>
            <a:chOff x="5694379" y="565468"/>
            <a:chExt cx="4563501" cy="489450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AD03E1F-B541-C98E-47CB-B4EDEFFCC1D9}"/>
                    </a:ext>
                  </a:extLst>
                </p14:cNvPr>
                <p14:cNvContentPartPr/>
                <p14:nvPr/>
              </p14:nvContentPartPr>
              <p14:xfrm>
                <a:off x="8572720" y="565468"/>
                <a:ext cx="813960" cy="20275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AD03E1F-B541-C98E-47CB-B4EDEFFCC1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54720" y="547828"/>
                  <a:ext cx="849600" cy="20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DEB1851-95BC-3957-8D41-8D10C94BF843}"/>
                    </a:ext>
                  </a:extLst>
                </p14:cNvPr>
                <p14:cNvContentPartPr/>
                <p14:nvPr/>
              </p14:nvContentPartPr>
              <p14:xfrm>
                <a:off x="8815720" y="2408308"/>
                <a:ext cx="1442160" cy="12898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DEB1851-95BC-3957-8D41-8D10C94BF84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98080" y="2390308"/>
                  <a:ext cx="1477800" cy="13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628D530-8FFF-D2E5-7BBF-2C9090CAED0D}"/>
                    </a:ext>
                  </a:extLst>
                </p14:cNvPr>
                <p14:cNvContentPartPr/>
                <p14:nvPr/>
              </p14:nvContentPartPr>
              <p14:xfrm>
                <a:off x="7764739" y="2866680"/>
                <a:ext cx="667440" cy="1010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628D530-8FFF-D2E5-7BBF-2C9090CAED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47099" y="2849040"/>
                  <a:ext cx="70308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4E2C58E-BD1F-3BA1-795A-CE04305B4B23}"/>
                    </a:ext>
                  </a:extLst>
                </p14:cNvPr>
                <p14:cNvContentPartPr/>
                <p14:nvPr/>
              </p14:nvContentPartPr>
              <p14:xfrm>
                <a:off x="5694379" y="3216600"/>
                <a:ext cx="2056320" cy="6069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4E2C58E-BD1F-3BA1-795A-CE04305B4B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76739" y="3198600"/>
                  <a:ext cx="209196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D99D407-5B7E-BAA5-221D-82A4065D02D6}"/>
                    </a:ext>
                  </a:extLst>
                </p14:cNvPr>
                <p14:cNvContentPartPr/>
                <p14:nvPr/>
              </p14:nvContentPartPr>
              <p14:xfrm>
                <a:off x="7486819" y="3892680"/>
                <a:ext cx="260280" cy="3877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D99D407-5B7E-BAA5-221D-82A4065D02D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69179" y="3875040"/>
                  <a:ext cx="2959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2B311E9-0376-FF9F-4119-1C6B87813841}"/>
                    </a:ext>
                  </a:extLst>
                </p14:cNvPr>
                <p14:cNvContentPartPr/>
                <p14:nvPr/>
              </p14:nvContentPartPr>
              <p14:xfrm>
                <a:off x="6086822" y="4111409"/>
                <a:ext cx="2953080" cy="13485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2B311E9-0376-FF9F-4119-1C6B8781384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69182" y="4093409"/>
                  <a:ext cx="2988720" cy="138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C17EE061-8E03-8FCA-2C85-940E174CBFA9}"/>
              </a:ext>
            </a:extLst>
          </p:cNvPr>
          <p:cNvGrpSpPr/>
          <p:nvPr/>
        </p:nvGrpSpPr>
        <p:grpSpPr>
          <a:xfrm>
            <a:off x="7145655" y="1558410"/>
            <a:ext cx="1167120" cy="361800"/>
            <a:chOff x="7145655" y="1558410"/>
            <a:chExt cx="116712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3AF0535-5A6E-E341-DDDC-ED1314EB4524}"/>
                    </a:ext>
                  </a:extLst>
                </p14:cNvPr>
                <p14:cNvContentPartPr/>
                <p14:nvPr/>
              </p14:nvContentPartPr>
              <p14:xfrm>
                <a:off x="8070855" y="1558410"/>
                <a:ext cx="241920" cy="3078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3AF0535-5A6E-E341-DDDC-ED1314EB452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53215" y="1540770"/>
                  <a:ext cx="2775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48E27EA-B6DD-6FAC-B1AD-9EDFE84883DC}"/>
                    </a:ext>
                  </a:extLst>
                </p14:cNvPr>
                <p14:cNvContentPartPr/>
                <p14:nvPr/>
              </p14:nvContentPartPr>
              <p14:xfrm>
                <a:off x="7145655" y="1568490"/>
                <a:ext cx="904320" cy="351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48E27EA-B6DD-6FAC-B1AD-9EDFE84883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28015" y="1550490"/>
                  <a:ext cx="939960" cy="38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14F93CEC-BB2C-E0DF-C591-012CFD7C2C61}"/>
                  </a:ext>
                </a:extLst>
              </p14:cNvPr>
              <p14:cNvContentPartPr/>
              <p14:nvPr/>
            </p14:nvContentPartPr>
            <p14:xfrm>
              <a:off x="3587612" y="2354320"/>
              <a:ext cx="945720" cy="35856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14F93CEC-BB2C-E0DF-C591-012CFD7C2C6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69972" y="2336320"/>
                <a:ext cx="98136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1AA096D2-BBAA-8728-CE67-EFB71B2D58AB}"/>
                  </a:ext>
                </a:extLst>
              </p14:cNvPr>
              <p14:cNvContentPartPr/>
              <p14:nvPr/>
            </p14:nvContentPartPr>
            <p14:xfrm>
              <a:off x="4491212" y="2251720"/>
              <a:ext cx="1601280" cy="24876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1AA096D2-BBAA-8728-CE67-EFB71B2D58A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73212" y="2233720"/>
                <a:ext cx="1636920" cy="28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oup 297">
            <a:extLst>
              <a:ext uri="{FF2B5EF4-FFF2-40B4-BE49-F238E27FC236}">
                <a16:creationId xmlns:a16="http://schemas.microsoft.com/office/drawing/2014/main" id="{348F06F5-143C-02FF-5F90-A76AD9728668}"/>
              </a:ext>
            </a:extLst>
          </p:cNvPr>
          <p:cNvGrpSpPr/>
          <p:nvPr/>
        </p:nvGrpSpPr>
        <p:grpSpPr>
          <a:xfrm>
            <a:off x="1961579" y="1757652"/>
            <a:ext cx="2273400" cy="2999628"/>
            <a:chOff x="1961579" y="1757652"/>
            <a:chExt cx="2273400" cy="299962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3335412-DEE8-EFAE-08E6-95D747EB5F59}"/>
                    </a:ext>
                  </a:extLst>
                </p14:cNvPr>
                <p14:cNvContentPartPr/>
                <p14:nvPr/>
              </p14:nvContentPartPr>
              <p14:xfrm>
                <a:off x="2004791" y="1757652"/>
                <a:ext cx="1873800" cy="10810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3335412-DEE8-EFAE-08E6-95D747EB5F5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86791" y="1739652"/>
                  <a:ext cx="1909440" cy="11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5F9BE8A-2CBF-C09A-6044-4F3F6B170CF4}"/>
                    </a:ext>
                  </a:extLst>
                </p14:cNvPr>
                <p14:cNvContentPartPr/>
                <p14:nvPr/>
              </p14:nvContentPartPr>
              <p14:xfrm>
                <a:off x="1982471" y="2795172"/>
                <a:ext cx="376920" cy="6397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5F9BE8A-2CBF-C09A-6044-4F3F6B170CF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64471" y="2777172"/>
                  <a:ext cx="41256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4FE83F9-D2AC-D463-31EB-44D151204B2F}"/>
                    </a:ext>
                  </a:extLst>
                </p14:cNvPr>
                <p14:cNvContentPartPr/>
                <p14:nvPr/>
              </p14:nvContentPartPr>
              <p14:xfrm>
                <a:off x="1961579" y="3035400"/>
                <a:ext cx="965160" cy="17218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4FE83F9-D2AC-D463-31EB-44D151204B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43579" y="3017760"/>
                  <a:ext cx="1000800" cy="17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B79DD94-883F-364A-549C-FE7012BECD70}"/>
                    </a:ext>
                  </a:extLst>
                </p14:cNvPr>
                <p14:cNvContentPartPr/>
                <p14:nvPr/>
              </p14:nvContentPartPr>
              <p14:xfrm>
                <a:off x="2887139" y="3109560"/>
                <a:ext cx="1347840" cy="11887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B79DD94-883F-364A-549C-FE7012BECD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69499" y="3091920"/>
                  <a:ext cx="1383480" cy="12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36618F3-0546-BD5D-C96D-D0C66A524444}"/>
                    </a:ext>
                  </a:extLst>
                </p14:cNvPr>
                <p14:cNvContentPartPr/>
                <p14:nvPr/>
              </p14:nvContentPartPr>
              <p14:xfrm>
                <a:off x="2882819" y="3976800"/>
                <a:ext cx="729720" cy="4906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36618F3-0546-BD5D-C96D-D0C66A5244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65179" y="3958800"/>
                  <a:ext cx="765360" cy="52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9" name="TextBox 298">
            <a:extLst>
              <a:ext uri="{FF2B5EF4-FFF2-40B4-BE49-F238E27FC236}">
                <a16:creationId xmlns:a16="http://schemas.microsoft.com/office/drawing/2014/main" id="{04469FD2-448B-6651-77AC-40FD1D403FC2}"/>
              </a:ext>
            </a:extLst>
          </p:cNvPr>
          <p:cNvSpPr txBox="1"/>
          <p:nvPr/>
        </p:nvSpPr>
        <p:spPr>
          <a:xfrm>
            <a:off x="6827451" y="128442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5430A28C-0971-0E8B-2769-1A8DCA96289C}"/>
              </a:ext>
            </a:extLst>
          </p:cNvPr>
          <p:cNvSpPr txBox="1"/>
          <p:nvPr/>
        </p:nvSpPr>
        <p:spPr>
          <a:xfrm>
            <a:off x="6244098" y="142447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DDD0220F-1D1D-CA75-86C1-C7885BC45359}"/>
              </a:ext>
            </a:extLst>
          </p:cNvPr>
          <p:cNvSpPr txBox="1"/>
          <p:nvPr/>
        </p:nvSpPr>
        <p:spPr>
          <a:xfrm>
            <a:off x="8096741" y="149998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856A9929-9994-CC2F-EF37-084596BE8700}"/>
              </a:ext>
            </a:extLst>
          </p:cNvPr>
          <p:cNvSpPr txBox="1"/>
          <p:nvPr/>
        </p:nvSpPr>
        <p:spPr>
          <a:xfrm>
            <a:off x="7454106" y="144343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</a:p>
        </p:txBody>
      </p:sp>
    </p:spTree>
    <p:extLst>
      <p:ext uri="{BB962C8B-B14F-4D97-AF65-F5344CB8AC3E}">
        <p14:creationId xmlns:p14="http://schemas.microsoft.com/office/powerpoint/2010/main" val="2327750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EE002-17BB-AAC9-96C1-10CFE73D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5A2538F-DF4F-B325-AD21-CEA43399CF00}"/>
              </a:ext>
            </a:extLst>
          </p:cNvPr>
          <p:cNvSpPr/>
          <p:nvPr/>
        </p:nvSpPr>
        <p:spPr>
          <a:xfrm>
            <a:off x="63260" y="1385977"/>
            <a:ext cx="3118497" cy="26672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1A69179-958E-CD01-BC2D-DF1252D6BDDE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Unrolling a decision</a:t>
            </a:r>
            <a:endParaRPr lang="en-US" sz="3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3B4B9C-28DE-D459-B859-21BB19AE1540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tree looks similar to </a:t>
            </a:r>
            <a:r>
              <a:rPr lang="en-US" sz="1450" dirty="0" err="1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</a:t>
            </a:r>
            <a:endParaRPr lang="en-US" sz="1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D6B0C1-17E7-F7C9-356A-95955D82C8BF}"/>
              </a:ext>
            </a:extLst>
          </p:cNvPr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9C6196-3A0B-62B7-D4DF-1A03F79A0389}"/>
              </a:ext>
            </a:extLst>
          </p:cNvPr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A39ACC-1AA8-04B1-C2C6-F58C01197291}"/>
              </a:ext>
            </a:extLst>
          </p:cNvPr>
          <p:cNvSpPr/>
          <p:nvPr/>
        </p:nvSpPr>
        <p:spPr>
          <a:xfrm>
            <a:off x="1874520" y="6003951"/>
            <a:ext cx="8503920" cy="412896"/>
          </a:xfrm>
          <a:prstGeom prst="roundRect">
            <a:avLst>
              <a:gd name="adj" fmla="val 6944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local decision structure is familiar. What changes is that an MDP keeps going.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0B857F-0A05-B483-3B51-B98E17616C1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91490" y="1485353"/>
            <a:ext cx="1314694" cy="993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DEF10A-4521-19E8-64B4-63489AB2736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925" y="2802837"/>
            <a:ext cx="2691568" cy="9712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6383544-C0ED-6D2A-ECDC-7A10D638A2E5}"/>
                  </a:ext>
                </a:extLst>
              </p14:cNvPr>
              <p14:cNvContentPartPr/>
              <p14:nvPr/>
            </p14:nvContentPartPr>
            <p14:xfrm>
              <a:off x="584623" y="2044175"/>
              <a:ext cx="717120" cy="816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6383544-C0ED-6D2A-ECDC-7A10D638A2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6983" y="2026535"/>
                <a:ext cx="752760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F47D46-2197-7A78-B863-26A1BCFD41D0}"/>
                  </a:ext>
                </a:extLst>
              </p14:cNvPr>
              <p14:cNvContentPartPr/>
              <p14:nvPr/>
            </p14:nvContentPartPr>
            <p14:xfrm>
              <a:off x="914642" y="2188221"/>
              <a:ext cx="998640" cy="587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0F47D46-2197-7A78-B863-26A1BCFD41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6642" y="2170221"/>
                <a:ext cx="1034280" cy="6231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2431F58-4763-8EDD-5A2F-987923D666BF}"/>
              </a:ext>
            </a:extLst>
          </p:cNvPr>
          <p:cNvSpPr txBox="1"/>
          <p:nvPr/>
        </p:nvSpPr>
        <p:spPr>
          <a:xfrm>
            <a:off x="891492" y="219395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B3DA2-FBDC-8231-CEBA-D0A3F29C8733}"/>
              </a:ext>
            </a:extLst>
          </p:cNvPr>
          <p:cNvSpPr txBox="1"/>
          <p:nvPr/>
        </p:nvSpPr>
        <p:spPr>
          <a:xfrm>
            <a:off x="308139" y="233400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978ADDAF-0E88-3494-78CB-2C5D25478805}"/>
              </a:ext>
            </a:extLst>
          </p:cNvPr>
          <p:cNvSpPr/>
          <p:nvPr/>
        </p:nvSpPr>
        <p:spPr>
          <a:xfrm>
            <a:off x="7104048" y="1615687"/>
            <a:ext cx="1280160" cy="731520"/>
          </a:xfrm>
          <a:prstGeom prst="ellipse">
            <a:avLst/>
          </a:prstGeom>
          <a:solidFill>
            <a:srgbClr val="EAF2F8"/>
          </a:solidFill>
          <a:ln w="16510">
            <a:solidFill>
              <a:srgbClr val="1F5D9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</a:t>
            </a:r>
            <a:r>
              <a:rPr lang="en-US" sz="1400" b="1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i="1" dirty="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3E038116-EF3F-4224-4F0C-B010FB80F547}"/>
              </a:ext>
            </a:extLst>
          </p:cNvPr>
          <p:cNvSpPr/>
          <p:nvPr/>
        </p:nvSpPr>
        <p:spPr>
          <a:xfrm>
            <a:off x="3441920" y="3500216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5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DEF2517E-AD86-214F-77A0-0DBEF3860360}"/>
              </a:ext>
            </a:extLst>
          </p:cNvPr>
          <p:cNvSpPr/>
          <p:nvPr/>
        </p:nvSpPr>
        <p:spPr>
          <a:xfrm>
            <a:off x="8384208" y="3485788"/>
            <a:ext cx="1189254" cy="694944"/>
          </a:xfrm>
          <a:prstGeom prst="roundRect">
            <a:avLst>
              <a:gd name="adj" fmla="val 6579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</a:t>
            </a:r>
            <a:endParaRPr lang="en-US" sz="15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FC38D1D7-911A-9BAD-32F1-245F3E4588FE}"/>
              </a:ext>
            </a:extLst>
          </p:cNvPr>
          <p:cNvSpPr/>
          <p:nvPr/>
        </p:nvSpPr>
        <p:spPr>
          <a:xfrm>
            <a:off x="5808870" y="3496787"/>
            <a:ext cx="1228300" cy="694944"/>
          </a:xfrm>
          <a:prstGeom prst="roundRect">
            <a:avLst>
              <a:gd name="adj" fmla="val 6579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</a:rPr>
              <a:t>east</a:t>
            </a:r>
            <a:endParaRPr lang="en-US" sz="15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F535EC5-74E8-7CD8-47A1-217AEE0AB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294" y="245591"/>
            <a:ext cx="1760573" cy="1330572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115179A-0E8C-63E0-9F23-724342E19698}"/>
              </a:ext>
            </a:extLst>
          </p:cNvPr>
          <p:cNvGrpSpPr/>
          <p:nvPr/>
        </p:nvGrpSpPr>
        <p:grpSpPr>
          <a:xfrm>
            <a:off x="1286881" y="2468048"/>
            <a:ext cx="1167120" cy="361800"/>
            <a:chOff x="7145655" y="1558410"/>
            <a:chExt cx="116712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57F4E6-68CE-EBA0-C160-D22064EB6263}"/>
                    </a:ext>
                  </a:extLst>
                </p14:cNvPr>
                <p14:cNvContentPartPr/>
                <p14:nvPr/>
              </p14:nvContentPartPr>
              <p14:xfrm>
                <a:off x="8070855" y="1558410"/>
                <a:ext cx="241920" cy="307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57F4E6-68CE-EBA0-C160-D22064EB626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53215" y="1540770"/>
                  <a:ext cx="2775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DE2E925-4F7A-E221-9D85-275372F0AA83}"/>
                    </a:ext>
                  </a:extLst>
                </p14:cNvPr>
                <p14:cNvContentPartPr/>
                <p14:nvPr/>
              </p14:nvContentPartPr>
              <p14:xfrm>
                <a:off x="7145655" y="1568490"/>
                <a:ext cx="904320" cy="351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DE2E925-4F7A-E221-9D85-275372F0AA8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28015" y="1550490"/>
                  <a:ext cx="939960" cy="38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CE7BEC9-02FE-DB9E-F1AE-9C7F83B273B6}"/>
              </a:ext>
            </a:extLst>
          </p:cNvPr>
          <p:cNvSpPr txBox="1"/>
          <p:nvPr/>
        </p:nvSpPr>
        <p:spPr>
          <a:xfrm>
            <a:off x="2237967" y="240962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D385F-8DC2-8D45-5D8E-6AC102F3E3D1}"/>
              </a:ext>
            </a:extLst>
          </p:cNvPr>
          <p:cNvSpPr txBox="1"/>
          <p:nvPr/>
        </p:nvSpPr>
        <p:spPr>
          <a:xfrm>
            <a:off x="1595332" y="2353073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6F0EE39-4E0B-6EDA-E298-6FC74B3A79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93653" y="4475997"/>
            <a:ext cx="3826555" cy="13807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AE15905-2595-F571-5189-105B4C80A9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1792" y="4475803"/>
            <a:ext cx="3826555" cy="1380745"/>
          </a:xfrm>
          <a:prstGeom prst="rect">
            <a:avLst/>
          </a:prstGeom>
        </p:spPr>
      </p:pic>
      <p:sp>
        <p:nvSpPr>
          <p:cNvPr id="37" name="Text 21">
            <a:extLst>
              <a:ext uri="{FF2B5EF4-FFF2-40B4-BE49-F238E27FC236}">
                <a16:creationId xmlns:a16="http://schemas.microsoft.com/office/drawing/2014/main" id="{1845EB00-8A17-46F1-CF17-AAB1B66B7548}"/>
              </a:ext>
            </a:extLst>
          </p:cNvPr>
          <p:cNvSpPr/>
          <p:nvPr/>
        </p:nvSpPr>
        <p:spPr>
          <a:xfrm>
            <a:off x="10104120" y="3485788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5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622C238-7B80-D5C0-210D-B9073C0A25ED}"/>
              </a:ext>
            </a:extLst>
          </p:cNvPr>
          <p:cNvSpPr/>
          <p:nvPr/>
        </p:nvSpPr>
        <p:spPr>
          <a:xfrm>
            <a:off x="5254530" y="2534950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64A650-8F83-B126-7363-37EF288E6C25}"/>
              </a:ext>
            </a:extLst>
          </p:cNvPr>
          <p:cNvSpPr/>
          <p:nvPr/>
        </p:nvSpPr>
        <p:spPr>
          <a:xfrm>
            <a:off x="9912669" y="2471472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6CABE3-870C-0316-F13C-9D1068AC0369}"/>
              </a:ext>
            </a:extLst>
          </p:cNvPr>
          <p:cNvCxnSpPr>
            <a:stCxn id="13" idx="3"/>
            <a:endCxn id="38" idx="7"/>
          </p:cNvCxnSpPr>
          <p:nvPr/>
        </p:nvCxnSpPr>
        <p:spPr>
          <a:xfrm flipH="1">
            <a:off x="5514693" y="2240078"/>
            <a:ext cx="1776830" cy="33950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E35E7CE-A133-D275-AF7B-AF17B24517CB}"/>
              </a:ext>
            </a:extLst>
          </p:cNvPr>
          <p:cNvCxnSpPr>
            <a:stCxn id="13" idx="5"/>
            <a:endCxn id="39" idx="1"/>
          </p:cNvCxnSpPr>
          <p:nvPr/>
        </p:nvCxnSpPr>
        <p:spPr>
          <a:xfrm>
            <a:off x="8196733" y="2240078"/>
            <a:ext cx="1760573" cy="2760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4DD833F-6375-9C23-0C6C-7C65CD5356C8}"/>
              </a:ext>
            </a:extLst>
          </p:cNvPr>
          <p:cNvCxnSpPr>
            <a:stCxn id="38" idx="3"/>
            <a:endCxn id="18" idx="0"/>
          </p:cNvCxnSpPr>
          <p:nvPr/>
        </p:nvCxnSpPr>
        <p:spPr>
          <a:xfrm flipH="1">
            <a:off x="4402040" y="2795113"/>
            <a:ext cx="897127" cy="70510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E5B768-EE96-00F4-0034-9DE6363990EF}"/>
              </a:ext>
            </a:extLst>
          </p:cNvPr>
          <p:cNvCxnSpPr>
            <a:stCxn id="38" idx="5"/>
            <a:endCxn id="26" idx="0"/>
          </p:cNvCxnSpPr>
          <p:nvPr/>
        </p:nvCxnSpPr>
        <p:spPr>
          <a:xfrm>
            <a:off x="5514693" y="2795113"/>
            <a:ext cx="908327" cy="70167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5C7A4B-6AB2-78DD-EFCD-D2D01F455F18}"/>
              </a:ext>
            </a:extLst>
          </p:cNvPr>
          <p:cNvCxnSpPr>
            <a:stCxn id="39" idx="3"/>
            <a:endCxn id="22" idx="0"/>
          </p:cNvCxnSpPr>
          <p:nvPr/>
        </p:nvCxnSpPr>
        <p:spPr>
          <a:xfrm flipH="1">
            <a:off x="8978835" y="2731635"/>
            <a:ext cx="978471" cy="7541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59B0218-5667-BB9E-9981-EB8F7C1E5C32}"/>
              </a:ext>
            </a:extLst>
          </p:cNvPr>
          <p:cNvCxnSpPr>
            <a:stCxn id="39" idx="5"/>
            <a:endCxn id="37" idx="0"/>
          </p:cNvCxnSpPr>
          <p:nvPr/>
        </p:nvCxnSpPr>
        <p:spPr>
          <a:xfrm>
            <a:off x="10172832" y="2731635"/>
            <a:ext cx="891408" cy="7541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155841D-F915-6A82-30B2-CE21F572B3C6}"/>
              </a:ext>
            </a:extLst>
          </p:cNvPr>
          <p:cNvSpPr txBox="1"/>
          <p:nvPr/>
        </p:nvSpPr>
        <p:spPr>
          <a:xfrm>
            <a:off x="5963568" y="203929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North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F08FC3-0440-1C0A-46E2-849A1BC1A5DF}"/>
              </a:ext>
            </a:extLst>
          </p:cNvPr>
          <p:cNvSpPr txBox="1"/>
          <p:nvPr/>
        </p:nvSpPr>
        <p:spPr>
          <a:xfrm>
            <a:off x="8770956" y="2036632"/>
            <a:ext cx="62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East</a:t>
            </a:r>
          </a:p>
        </p:txBody>
      </p:sp>
    </p:spTree>
    <p:extLst>
      <p:ext uri="{BB962C8B-B14F-4D97-AF65-F5344CB8AC3E}">
        <p14:creationId xmlns:p14="http://schemas.microsoft.com/office/powerpoint/2010/main" val="370845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D5452-4DE4-BC51-49A4-3B8CA459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7EC913-2CAC-56C8-6BD2-54D93202E081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vs. tree</a:t>
            </a:r>
            <a:endParaRPr lang="en-US" sz="3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8C56CB-3E2C-05D0-03F6-11799E18A757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stores the problem; the tree unfolds possibilities through time</a:t>
            </a:r>
            <a:endParaRPr lang="en-US" sz="1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D1C784-6F0B-2FFC-21A9-22057C876FD0}"/>
              </a:ext>
            </a:extLst>
          </p:cNvPr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BD7C08-62F5-1549-BAC8-0E0166920398}"/>
              </a:ext>
            </a:extLst>
          </p:cNvPr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0CF583D-D1B9-1226-BF49-9FDB582C6636}"/>
              </a:ext>
            </a:extLst>
          </p:cNvPr>
          <p:cNvSpPr/>
          <p:nvPr/>
        </p:nvSpPr>
        <p:spPr>
          <a:xfrm>
            <a:off x="348343" y="5846174"/>
            <a:ext cx="11424557" cy="380890"/>
          </a:xfrm>
          <a:prstGeom prst="roundRect">
            <a:avLst>
              <a:gd name="adj" fmla="val 6944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MDP methods reuse what we learn about a state instead of solving an enormous new tree every time we encounter it.</a:t>
            </a:r>
            <a:endParaRPr lang="en-US" sz="1600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22DE5F97-A158-EC5B-6065-7EDC7A502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044" y="1281250"/>
            <a:ext cx="1932612" cy="1260673"/>
          </a:xfrm>
          <a:prstGeom prst="rect">
            <a:avLst/>
          </a:prstGeom>
        </p:spPr>
      </p:pic>
      <p:sp>
        <p:nvSpPr>
          <p:cNvPr id="86" name="Text 19">
            <a:extLst>
              <a:ext uri="{FF2B5EF4-FFF2-40B4-BE49-F238E27FC236}">
                <a16:creationId xmlns:a16="http://schemas.microsoft.com/office/drawing/2014/main" id="{8372140B-96F9-8109-20F4-C25C4E1B186D}"/>
              </a:ext>
            </a:extLst>
          </p:cNvPr>
          <p:cNvSpPr/>
          <p:nvPr/>
        </p:nvSpPr>
        <p:spPr>
          <a:xfrm>
            <a:off x="594360" y="3532529"/>
            <a:ext cx="5438380" cy="1804346"/>
          </a:xfrm>
          <a:prstGeom prst="roundRect">
            <a:avLst>
              <a:gd name="adj" fmla="val 8929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model</a:t>
            </a: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0B2D5C"/>
                </a:solidFill>
                <a:latin typeface="Aptos" pitchFamily="34" charset="0"/>
              </a:rPr>
              <a:t>One node per state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0B2D5C"/>
                </a:solidFill>
                <a:latin typeface="Aptos" pitchFamily="34" charset="0"/>
              </a:rPr>
              <a:t>States can be revisited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0B2D5C"/>
                </a:solidFill>
                <a:latin typeface="Aptos" pitchFamily="34" charset="0"/>
              </a:rPr>
              <a:t>Cycles are natural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0B2D5C"/>
                </a:solidFill>
                <a:latin typeface="Aptos" pitchFamily="34" charset="0"/>
              </a:rPr>
              <a:t>Reusable across decisions</a:t>
            </a:r>
            <a:endParaRPr lang="en-US" sz="1500" dirty="0"/>
          </a:p>
        </p:txBody>
      </p:sp>
      <p:sp>
        <p:nvSpPr>
          <p:cNvPr id="88" name="Text 36">
            <a:extLst>
              <a:ext uri="{FF2B5EF4-FFF2-40B4-BE49-F238E27FC236}">
                <a16:creationId xmlns:a16="http://schemas.microsoft.com/office/drawing/2014/main" id="{F2B1C921-1FDA-D6A4-0402-B2EA17FEC2B2}"/>
              </a:ext>
            </a:extLst>
          </p:cNvPr>
          <p:cNvSpPr/>
          <p:nvPr/>
        </p:nvSpPr>
        <p:spPr>
          <a:xfrm>
            <a:off x="6290957" y="3532529"/>
            <a:ext cx="5394960" cy="1804346"/>
          </a:xfrm>
          <a:prstGeom prst="roundRect">
            <a:avLst>
              <a:gd name="adj" fmla="val 8929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Unrolled futures</a:t>
            </a: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state may appear many times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represents future decisions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grows rapidly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lookahead requires a horizon</a:t>
            </a:r>
          </a:p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70C795CC-1464-40BD-29E4-8B94B297D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466" y="2681465"/>
            <a:ext cx="298444" cy="225552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060700A5-EBB6-EFC2-C746-81D9E9BF0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553" y="2681465"/>
            <a:ext cx="296830" cy="224193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DFE2847F-C336-521C-CB20-790E9494A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851" y="2676293"/>
            <a:ext cx="304340" cy="230008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86A9959-1A2B-9285-22E6-8A6CDF0BA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6395" y="2682108"/>
            <a:ext cx="296088" cy="224193"/>
          </a:xfrm>
          <a:prstGeom prst="rect">
            <a:avLst/>
          </a:prstGeom>
        </p:spPr>
      </p:pic>
      <p:sp>
        <p:nvSpPr>
          <p:cNvPr id="103" name="Oval 102">
            <a:extLst>
              <a:ext uri="{FF2B5EF4-FFF2-40B4-BE49-F238E27FC236}">
                <a16:creationId xmlns:a16="http://schemas.microsoft.com/office/drawing/2014/main" id="{BD6B4FA4-3E72-4AEB-D355-462F388A603E}"/>
              </a:ext>
            </a:extLst>
          </p:cNvPr>
          <p:cNvSpPr/>
          <p:nvPr/>
        </p:nvSpPr>
        <p:spPr>
          <a:xfrm>
            <a:off x="7810383" y="2579273"/>
            <a:ext cx="63881" cy="63881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55AF0B4-DCA5-CDD4-51AA-2031C85862FE}"/>
              </a:ext>
            </a:extLst>
          </p:cNvPr>
          <p:cNvCxnSpPr>
            <a:cxnSpLocks/>
            <a:endCxn id="103" idx="7"/>
          </p:cNvCxnSpPr>
          <p:nvPr/>
        </p:nvCxnSpPr>
        <p:spPr>
          <a:xfrm flipH="1">
            <a:off x="7864909" y="2504013"/>
            <a:ext cx="248920" cy="84615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4C21673-2580-24E4-95CA-65A4AE92FA55}"/>
              </a:ext>
            </a:extLst>
          </p:cNvPr>
          <p:cNvCxnSpPr>
            <a:cxnSpLocks/>
            <a:stCxn id="103" idx="3"/>
            <a:endCxn id="96" idx="0"/>
          </p:cNvCxnSpPr>
          <p:nvPr/>
        </p:nvCxnSpPr>
        <p:spPr>
          <a:xfrm flipH="1">
            <a:off x="7661968" y="2633799"/>
            <a:ext cx="157770" cy="47666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A62D3A-B4A5-6495-38F8-ACDC486CC1AD}"/>
              </a:ext>
            </a:extLst>
          </p:cNvPr>
          <p:cNvCxnSpPr>
            <a:cxnSpLocks/>
            <a:stCxn id="103" idx="5"/>
            <a:endCxn id="94" idx="0"/>
          </p:cNvCxnSpPr>
          <p:nvPr/>
        </p:nvCxnSpPr>
        <p:spPr>
          <a:xfrm>
            <a:off x="7864909" y="2633799"/>
            <a:ext cx="143779" cy="47666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B2454796-501B-F3C5-0608-1760FB103AB2}"/>
              </a:ext>
            </a:extLst>
          </p:cNvPr>
          <p:cNvSpPr/>
          <p:nvPr/>
        </p:nvSpPr>
        <p:spPr>
          <a:xfrm>
            <a:off x="8591385" y="2579273"/>
            <a:ext cx="63881" cy="63881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C5FE4F4-BF6F-35B2-1497-91638D06BFE7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8576146" y="2522968"/>
            <a:ext cx="47180" cy="56305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652F86C-726E-9943-1BAF-EF7F2AB5EA5A}"/>
              </a:ext>
            </a:extLst>
          </p:cNvPr>
          <p:cNvCxnSpPr>
            <a:cxnSpLocks/>
            <a:stCxn id="117" idx="3"/>
          </p:cNvCxnSpPr>
          <p:nvPr/>
        </p:nvCxnSpPr>
        <p:spPr>
          <a:xfrm flipH="1">
            <a:off x="8442970" y="2633799"/>
            <a:ext cx="157770" cy="47666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E581610-B56D-E9D5-C696-3E4CCA2B2FF5}"/>
              </a:ext>
            </a:extLst>
          </p:cNvPr>
          <p:cNvCxnSpPr>
            <a:cxnSpLocks/>
            <a:stCxn id="117" idx="5"/>
          </p:cNvCxnSpPr>
          <p:nvPr/>
        </p:nvCxnSpPr>
        <p:spPr>
          <a:xfrm>
            <a:off x="8645911" y="2633799"/>
            <a:ext cx="143779" cy="47666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122">
            <a:extLst>
              <a:ext uri="{FF2B5EF4-FFF2-40B4-BE49-F238E27FC236}">
                <a16:creationId xmlns:a16="http://schemas.microsoft.com/office/drawing/2014/main" id="{74B8A212-CB3F-7BD1-01C6-474210EB66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2382" y="1668475"/>
            <a:ext cx="153749" cy="84467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C2D211A-AB3D-6741-2DEC-B477D32BE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3071" y="2681465"/>
            <a:ext cx="298444" cy="225552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7A092553-41F7-9CE8-F42B-DEBFA2F50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158" y="2681465"/>
            <a:ext cx="296830" cy="224193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22945388-7089-EC9B-734C-1D52FBF3B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406" y="2675650"/>
            <a:ext cx="304340" cy="230008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8BB95EBA-047E-4858-68A8-C378C9354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950" y="2681465"/>
            <a:ext cx="296088" cy="224193"/>
          </a:xfrm>
          <a:prstGeom prst="rect">
            <a:avLst/>
          </a:prstGeom>
        </p:spPr>
      </p:pic>
      <p:sp>
        <p:nvSpPr>
          <p:cNvPr id="128" name="Oval 127">
            <a:extLst>
              <a:ext uri="{FF2B5EF4-FFF2-40B4-BE49-F238E27FC236}">
                <a16:creationId xmlns:a16="http://schemas.microsoft.com/office/drawing/2014/main" id="{2788134B-7BC1-6FEF-2351-4EB07DDBFDFB}"/>
              </a:ext>
            </a:extLst>
          </p:cNvPr>
          <p:cNvSpPr/>
          <p:nvPr/>
        </p:nvSpPr>
        <p:spPr>
          <a:xfrm>
            <a:off x="9293988" y="2579273"/>
            <a:ext cx="63881" cy="63881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0D6B64D-CCA5-5824-41CC-DF696A804BAE}"/>
              </a:ext>
            </a:extLst>
          </p:cNvPr>
          <p:cNvCxnSpPr>
            <a:cxnSpLocks/>
            <a:endCxn id="128" idx="1"/>
          </p:cNvCxnSpPr>
          <p:nvPr/>
        </p:nvCxnSpPr>
        <p:spPr>
          <a:xfrm>
            <a:off x="9145573" y="2513133"/>
            <a:ext cx="157770" cy="75495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FB96EE6-4E67-750D-4F00-0D0602263B45}"/>
              </a:ext>
            </a:extLst>
          </p:cNvPr>
          <p:cNvCxnSpPr>
            <a:cxnSpLocks/>
            <a:stCxn id="128" idx="3"/>
            <a:endCxn id="125" idx="0"/>
          </p:cNvCxnSpPr>
          <p:nvPr/>
        </p:nvCxnSpPr>
        <p:spPr>
          <a:xfrm flipH="1">
            <a:off x="9145573" y="2633799"/>
            <a:ext cx="157770" cy="47666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62D57FFE-903B-17A4-5510-DE664FC514DA}"/>
              </a:ext>
            </a:extLst>
          </p:cNvPr>
          <p:cNvCxnSpPr>
            <a:cxnSpLocks/>
            <a:stCxn id="128" idx="5"/>
            <a:endCxn id="124" idx="0"/>
          </p:cNvCxnSpPr>
          <p:nvPr/>
        </p:nvCxnSpPr>
        <p:spPr>
          <a:xfrm>
            <a:off x="9348514" y="2633799"/>
            <a:ext cx="143779" cy="47666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8B1B38B4-BA37-F463-4A04-7CC349A2C54B}"/>
              </a:ext>
            </a:extLst>
          </p:cNvPr>
          <p:cNvSpPr/>
          <p:nvPr/>
        </p:nvSpPr>
        <p:spPr>
          <a:xfrm>
            <a:off x="9986089" y="2579273"/>
            <a:ext cx="63881" cy="63881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6C67493-D625-A86D-922A-20CBA6DF65BD}"/>
              </a:ext>
            </a:extLst>
          </p:cNvPr>
          <p:cNvCxnSpPr>
            <a:cxnSpLocks/>
            <a:endCxn id="132" idx="1"/>
          </p:cNvCxnSpPr>
          <p:nvPr/>
        </p:nvCxnSpPr>
        <p:spPr>
          <a:xfrm>
            <a:off x="9596438" y="2504013"/>
            <a:ext cx="399006" cy="84615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E8F7C0C2-6C3A-D979-E008-BA0A8894FD7B}"/>
              </a:ext>
            </a:extLst>
          </p:cNvPr>
          <p:cNvCxnSpPr>
            <a:cxnSpLocks/>
            <a:stCxn id="132" idx="3"/>
            <a:endCxn id="126" idx="0"/>
          </p:cNvCxnSpPr>
          <p:nvPr/>
        </p:nvCxnSpPr>
        <p:spPr>
          <a:xfrm flipH="1">
            <a:off x="9842576" y="2633799"/>
            <a:ext cx="152868" cy="41851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6763395-5352-5123-0F00-30E5F4B793F4}"/>
              </a:ext>
            </a:extLst>
          </p:cNvPr>
          <p:cNvCxnSpPr>
            <a:cxnSpLocks/>
            <a:stCxn id="132" idx="5"/>
            <a:endCxn id="127" idx="0"/>
          </p:cNvCxnSpPr>
          <p:nvPr/>
        </p:nvCxnSpPr>
        <p:spPr>
          <a:xfrm>
            <a:off x="10040615" y="2633799"/>
            <a:ext cx="156379" cy="47666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4C25B47-640A-124C-E553-08D99298BDC6}"/>
              </a:ext>
            </a:extLst>
          </p:cNvPr>
          <p:cNvCxnSpPr>
            <a:cxnSpLocks/>
          </p:cNvCxnSpPr>
          <p:nvPr/>
        </p:nvCxnSpPr>
        <p:spPr>
          <a:xfrm flipH="1">
            <a:off x="7383612" y="2901661"/>
            <a:ext cx="278356" cy="153713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4F38E20-51B0-1E99-0350-0A51DE1973AC}"/>
              </a:ext>
            </a:extLst>
          </p:cNvPr>
          <p:cNvCxnSpPr>
            <a:cxnSpLocks/>
          </p:cNvCxnSpPr>
          <p:nvPr/>
        </p:nvCxnSpPr>
        <p:spPr>
          <a:xfrm>
            <a:off x="10196994" y="2913286"/>
            <a:ext cx="257314" cy="130497"/>
          </a:xfrm>
          <a:prstGeom prst="straightConnector1">
            <a:avLst/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92B45FB9-EAA7-735D-3398-5787E2C9A652}"/>
              </a:ext>
            </a:extLst>
          </p:cNvPr>
          <p:cNvSpPr txBox="1"/>
          <p:nvPr/>
        </p:nvSpPr>
        <p:spPr>
          <a:xfrm>
            <a:off x="7131717" y="298661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5C3B1AA-30DD-93C0-0EB1-01B36C6D72E3}"/>
              </a:ext>
            </a:extLst>
          </p:cNvPr>
          <p:cNvSpPr txBox="1"/>
          <p:nvPr/>
        </p:nvSpPr>
        <p:spPr>
          <a:xfrm>
            <a:off x="10378440" y="297502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882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17" grpId="0" animBg="1"/>
      <p:bldP spid="128" grpId="0" animBg="1"/>
      <p:bldP spid="1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four MDP components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questions to formulate any sequential decision problem.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45720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680" y="1856232"/>
            <a:ext cx="4572000" cy="1161288"/>
          </a:xfrm>
          <a:prstGeom prst="roundRect">
            <a:avLst>
              <a:gd name="adj" fmla="val 3150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situation are we in now?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5720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4187952"/>
            <a:ext cx="4572000" cy="1161288"/>
          </a:xfrm>
          <a:prstGeom prst="roundRect">
            <a:avLst>
              <a:gd name="adj" fmla="val 3150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the agent choose?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45720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856232"/>
            <a:ext cx="4572000" cy="1161288"/>
          </a:xfrm>
          <a:prstGeom prst="roundRect">
            <a:avLst>
              <a:gd name="adj" fmla="val 3150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might happen next?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0" y="3840480"/>
            <a:ext cx="45720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4187952"/>
            <a:ext cx="4572000" cy="1161288"/>
          </a:xfrm>
          <a:prstGeom prst="roundRect">
            <a:avLst>
              <a:gd name="adj" fmla="val 3150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desirable was the immediate outcome?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= decision-relevant snapshot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 should contain information needed for the next decision.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80526" y="1645920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38894" y="1645920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262" y="1645920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55630" y="1645920"/>
            <a:ext cx="649224" cy="649224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0526" y="2304288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38894" y="2304288"/>
            <a:ext cx="649224" cy="649224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262" y="2304288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630" y="2304288"/>
            <a:ext cx="649224" cy="649224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80526" y="2962656"/>
            <a:ext cx="649224" cy="649224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38894" y="2962656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262" y="2962656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630" y="2962656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45118" y="3127248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702" y="322783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4222" y="3904488"/>
            <a:ext cx="2926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(row, column)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94360" y="4568517"/>
            <a:ext cx="4224063" cy="827314"/>
          </a:xfrm>
          <a:prstGeom prst="roundRect">
            <a:avLst>
              <a:gd name="adj" fmla="val 8929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simple Gridworld, </a:t>
            </a:r>
            <a:b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may be enough.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70412" y="1645920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28780" y="1645920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7148" y="1645920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45516" y="1645920"/>
            <a:ext cx="649224" cy="649224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70412" y="2304288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28780" y="2304288"/>
            <a:ext cx="649224" cy="649224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7148" y="2304288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45516" y="2304288"/>
            <a:ext cx="649224" cy="649224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70412" y="2962656"/>
            <a:ext cx="649224" cy="649224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28780" y="2962656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87148" y="2962656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45516" y="2962656"/>
            <a:ext cx="649224" cy="649224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35004" y="3127248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5588" y="322783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59332" y="1828800"/>
            <a:ext cx="1554480" cy="685800"/>
          </a:xfrm>
          <a:prstGeom prst="roundRect">
            <a:avLst/>
          </a:prstGeom>
          <a:solidFill>
            <a:srgbClr val="FFF4CE"/>
          </a:solidFill>
          <a:ln>
            <a:solidFill>
              <a:srgbClr val="F2C14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12%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fault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84612" y="3899045"/>
            <a:ext cx="5029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(row, column, battery, sensor)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663837" y="4551535"/>
            <a:ext cx="5933803" cy="827314"/>
          </a:xfrm>
          <a:prstGeom prst="roundRect">
            <a:avLst>
              <a:gd name="adj" fmla="val 8929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real systems, </a:t>
            </a:r>
            <a:b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variables may change transitions or rewards.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representation still matters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little information breaks prediction; too much information adds needless complexity.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32709" y="1728216"/>
            <a:ext cx="27432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little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32709" y="2075688"/>
            <a:ext cx="2743200" cy="2395728"/>
          </a:xfrm>
          <a:prstGeom prst="roundRect">
            <a:avLst>
              <a:gd name="adj" fmla="val 1527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“operating normally”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predict fuel, demand,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risk.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78829" y="1728216"/>
            <a:ext cx="27432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abstraction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78829" y="2075688"/>
            <a:ext cx="2743200" cy="2395728"/>
          </a:xfrm>
          <a:prstGeom prst="roundRect">
            <a:avLst>
              <a:gd name="adj" fmla="val 1527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battery, generator,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demand, solar condition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decisions and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prediction.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24949" y="1728216"/>
            <a:ext cx="27432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24949" y="2075688"/>
            <a:ext cx="2743200" cy="2395728"/>
          </a:xfrm>
          <a:prstGeom prst="roundRect">
            <a:avLst>
              <a:gd name="adj" fmla="val 1527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sensor reading,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 number, operator name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add complexity without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decisions.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4983480"/>
            <a:ext cx="8138160" cy="621792"/>
          </a:xfrm>
          <a:prstGeom prst="roundRect">
            <a:avLst>
              <a:gd name="adj" fmla="val 7353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MDP state must support prediction, not just description.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Actions are choices, not conditions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what the agent chooses from what the environment returns.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43891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947672"/>
            <a:ext cx="4389120" cy="2578608"/>
          </a:xfrm>
          <a:prstGeom prst="roundRect">
            <a:avLst>
              <a:gd name="adj" fmla="val 141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East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generator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Shed noncritical load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Transmit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0" y="1600200"/>
            <a:ext cx="438912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 action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0" y="1947672"/>
            <a:ext cx="4389120" cy="2578608"/>
          </a:xfrm>
          <a:prstGeom prst="roundRect">
            <a:avLst>
              <a:gd name="adj" fmla="val 1418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at 20%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 probability of failure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 reward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starts successfully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5212080"/>
            <a:ext cx="7315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= what the agent can intentionally select.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model = possible outcomes + probabilities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 is one choice; the transition is a distribution over next states.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94732" y="2930436"/>
            <a:ext cx="1371600" cy="822960"/>
          </a:xfrm>
          <a:prstGeom prst="roundRect">
            <a:avLst/>
          </a:prstGeom>
          <a:solidFill>
            <a:srgbClr val="FFF4CE"/>
          </a:solidFill>
          <a:ln w="16510">
            <a:solidFill>
              <a:srgbClr val="F2C14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East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flipV="1">
            <a:off x="6466332" y="2265100"/>
            <a:ext cx="1379220" cy="1069848"/>
          </a:xfrm>
          <a:prstGeom prst="line">
            <a:avLst/>
          </a:prstGeom>
          <a:noFill/>
          <a:ln w="2921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45552" y="1972492"/>
            <a:ext cx="3108960" cy="640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 → intended cell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 flipV="1">
            <a:off x="6466332" y="3334948"/>
            <a:ext cx="1379220" cy="0"/>
          </a:xfrm>
          <a:prstGeom prst="line">
            <a:avLst/>
          </a:prstGeom>
          <a:noFill/>
          <a:ln w="2921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45552" y="2932612"/>
            <a:ext cx="3108960" cy="6400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6DE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 → slips upward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66332" y="3334947"/>
            <a:ext cx="1371600" cy="960113"/>
          </a:xfrm>
          <a:prstGeom prst="line">
            <a:avLst/>
          </a:prstGeom>
          <a:noFill/>
          <a:ln w="2921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45552" y="3892732"/>
            <a:ext cx="3108960" cy="6400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6DE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 → slips downward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822704" y="5614416"/>
            <a:ext cx="8686800" cy="566928"/>
          </a:xfrm>
          <a:prstGeom prst="roundRect">
            <a:avLst>
              <a:gd name="adj" fmla="val 8065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probabilities describe uncertainty in what happens next.</a:t>
            </a:r>
            <a:endParaRPr lang="en-US" sz="20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785CBE2D-3095-7336-E48A-BD3001C1E61F}"/>
              </a:ext>
            </a:extLst>
          </p:cNvPr>
          <p:cNvSpPr/>
          <p:nvPr/>
        </p:nvSpPr>
        <p:spPr>
          <a:xfrm>
            <a:off x="1608691" y="49260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chosen:  → East</a:t>
            </a:r>
            <a:endParaRPr lang="en-US" sz="18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36019ABC-B5A6-2165-0773-A14D97F6A378}"/>
              </a:ext>
            </a:extLst>
          </p:cNvPr>
          <p:cNvSpPr/>
          <p:nvPr/>
        </p:nvSpPr>
        <p:spPr>
          <a:xfrm>
            <a:off x="871728" y="1871908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A74F6AD-EA5C-03B8-D223-C6182F4F4917}"/>
              </a:ext>
            </a:extLst>
          </p:cNvPr>
          <p:cNvSpPr/>
          <p:nvPr/>
        </p:nvSpPr>
        <p:spPr>
          <a:xfrm>
            <a:off x="1831848" y="1871908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6E7BD821-B719-7340-AE55-176E3CC4B1DE}"/>
              </a:ext>
            </a:extLst>
          </p:cNvPr>
          <p:cNvSpPr/>
          <p:nvPr/>
        </p:nvSpPr>
        <p:spPr>
          <a:xfrm>
            <a:off x="2791968" y="1871908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702D4107-DE77-1031-A4AD-E8B03C7CB5F4}"/>
              </a:ext>
            </a:extLst>
          </p:cNvPr>
          <p:cNvSpPr/>
          <p:nvPr/>
        </p:nvSpPr>
        <p:spPr>
          <a:xfrm>
            <a:off x="3752088" y="1871908"/>
            <a:ext cx="950976" cy="950976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45771F8C-871D-93E7-49C0-6798A6968757}"/>
              </a:ext>
            </a:extLst>
          </p:cNvPr>
          <p:cNvSpPr/>
          <p:nvPr/>
        </p:nvSpPr>
        <p:spPr>
          <a:xfrm>
            <a:off x="871728" y="2832028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8CEA7498-8606-D063-4329-EFB7272D1185}"/>
              </a:ext>
            </a:extLst>
          </p:cNvPr>
          <p:cNvSpPr/>
          <p:nvPr/>
        </p:nvSpPr>
        <p:spPr>
          <a:xfrm>
            <a:off x="1831848" y="2832028"/>
            <a:ext cx="950976" cy="950976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5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03E4968C-4372-79F6-B350-BB4D62404AAA}"/>
              </a:ext>
            </a:extLst>
          </p:cNvPr>
          <p:cNvSpPr/>
          <p:nvPr/>
        </p:nvSpPr>
        <p:spPr>
          <a:xfrm>
            <a:off x="2791968" y="2832028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FCAA8170-46E6-08DC-0922-58F18B1F2330}"/>
              </a:ext>
            </a:extLst>
          </p:cNvPr>
          <p:cNvSpPr/>
          <p:nvPr/>
        </p:nvSpPr>
        <p:spPr>
          <a:xfrm>
            <a:off x="3752088" y="2832028"/>
            <a:ext cx="950976" cy="950976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BEA9864C-4AC4-D18E-2839-C0E923B7C0D2}"/>
              </a:ext>
            </a:extLst>
          </p:cNvPr>
          <p:cNvSpPr/>
          <p:nvPr/>
        </p:nvSpPr>
        <p:spPr>
          <a:xfrm>
            <a:off x="871728" y="3792148"/>
            <a:ext cx="950976" cy="950976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5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34632609-15DC-1EB0-BF0A-164675252BF8}"/>
              </a:ext>
            </a:extLst>
          </p:cNvPr>
          <p:cNvSpPr/>
          <p:nvPr/>
        </p:nvSpPr>
        <p:spPr>
          <a:xfrm>
            <a:off x="1831848" y="3792148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03EDF894-0E26-F329-2DBF-2BF04BF863E3}"/>
              </a:ext>
            </a:extLst>
          </p:cNvPr>
          <p:cNvSpPr/>
          <p:nvPr/>
        </p:nvSpPr>
        <p:spPr>
          <a:xfrm>
            <a:off x="2791968" y="3792148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3E1B05BD-A2F7-4552-B985-88043D492CC7}"/>
              </a:ext>
            </a:extLst>
          </p:cNvPr>
          <p:cNvSpPr/>
          <p:nvPr/>
        </p:nvSpPr>
        <p:spPr>
          <a:xfrm>
            <a:off x="3752088" y="3792148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DA9F1C62-B5A4-6BBF-7505-BE411B533870}"/>
              </a:ext>
            </a:extLst>
          </p:cNvPr>
          <p:cNvSpPr/>
          <p:nvPr/>
        </p:nvSpPr>
        <p:spPr>
          <a:xfrm>
            <a:off x="3123765" y="3142924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158F49AB-2919-1C0B-E665-074668490662}"/>
              </a:ext>
            </a:extLst>
          </p:cNvPr>
          <p:cNvSpPr/>
          <p:nvPr/>
        </p:nvSpPr>
        <p:spPr>
          <a:xfrm>
            <a:off x="3224349" y="3243508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E9874E2D-1343-EE40-E1FA-DBE7EDF2E81D}"/>
              </a:ext>
            </a:extLst>
          </p:cNvPr>
          <p:cNvSpPr/>
          <p:nvPr/>
        </p:nvSpPr>
        <p:spPr>
          <a:xfrm>
            <a:off x="7089648" y="1222249"/>
            <a:ext cx="4480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r>
              <a:rPr lang="en-US" sz="4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4000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s′ </a:t>
            </a:r>
            <a:r>
              <a:rPr lang="en-US" sz="4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r>
              <a:rPr lang="en-US" sz="4000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</a:t>
            </a:r>
            <a:r>
              <a:rPr lang="en-US" sz="4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</a:t>
            </a:r>
            <a:r>
              <a:rPr lang="en-US" sz="4000" i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</a:t>
            </a:r>
            <a:r>
              <a:rPr lang="en-US" sz="4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Rewards score immediate outcomes</a:t>
            </a:r>
            <a:endParaRPr lang="en-US" sz="3100" b="1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is the numerical consequence attached to what just happened.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b="1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b="1" dirty="0"/>
          </a:p>
        </p:txBody>
      </p:sp>
      <p:sp>
        <p:nvSpPr>
          <p:cNvPr id="20" name="Text 18"/>
          <p:cNvSpPr/>
          <p:nvPr/>
        </p:nvSpPr>
        <p:spPr>
          <a:xfrm>
            <a:off x="5669280" y="1554480"/>
            <a:ext cx="475488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</a:t>
            </a:r>
            <a:endParaRPr lang="en-US" b="1" dirty="0"/>
          </a:p>
        </p:txBody>
      </p:sp>
      <p:sp>
        <p:nvSpPr>
          <p:cNvPr id="21" name="Text 19"/>
          <p:cNvSpPr/>
          <p:nvPr/>
        </p:nvSpPr>
        <p:spPr>
          <a:xfrm>
            <a:off x="5669280" y="1901952"/>
            <a:ext cx="4754880" cy="566928"/>
          </a:xfrm>
          <a:prstGeom prst="roundRect">
            <a:avLst>
              <a:gd name="adj" fmla="val 6452"/>
            </a:avLst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Aptos" pitchFamily="34" charset="0"/>
              </a:rPr>
              <a:t>+10 for reaching the mission goal</a:t>
            </a:r>
          </a:p>
        </p:txBody>
      </p:sp>
      <p:sp>
        <p:nvSpPr>
          <p:cNvPr id="22" name="Text 20"/>
          <p:cNvSpPr/>
          <p:nvPr/>
        </p:nvSpPr>
        <p:spPr>
          <a:xfrm>
            <a:off x="5669280" y="2743200"/>
            <a:ext cx="475488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</a:t>
            </a:r>
            <a:endParaRPr lang="en-US" b="1" dirty="0"/>
          </a:p>
        </p:txBody>
      </p:sp>
      <p:sp>
        <p:nvSpPr>
          <p:cNvPr id="23" name="Text 21"/>
          <p:cNvSpPr/>
          <p:nvPr/>
        </p:nvSpPr>
        <p:spPr>
          <a:xfrm>
            <a:off x="5669280" y="3090672"/>
            <a:ext cx="4754880" cy="566928"/>
          </a:xfrm>
          <a:prstGeom prst="roundRect">
            <a:avLst>
              <a:gd name="adj" fmla="val 6452"/>
            </a:avLst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2000" dirty="0">
                <a:latin typeface="Aptos" pitchFamily="34" charset="0"/>
              </a:rPr>
              <a:t>-10 for entering the hazard</a:t>
            </a:r>
          </a:p>
        </p:txBody>
      </p:sp>
      <p:sp>
        <p:nvSpPr>
          <p:cNvPr id="24" name="Text 22"/>
          <p:cNvSpPr/>
          <p:nvPr/>
        </p:nvSpPr>
        <p:spPr>
          <a:xfrm>
            <a:off x="5669280" y="3931920"/>
            <a:ext cx="475488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Living reward</a:t>
            </a:r>
            <a:endParaRPr lang="en-US" b="1" dirty="0"/>
          </a:p>
        </p:txBody>
      </p:sp>
      <p:sp>
        <p:nvSpPr>
          <p:cNvPr id="25" name="Text 23"/>
          <p:cNvSpPr/>
          <p:nvPr/>
        </p:nvSpPr>
        <p:spPr>
          <a:xfrm>
            <a:off x="5669280" y="4279392"/>
            <a:ext cx="4754880" cy="566928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 each time step to encourage efficiency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011680" y="548640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reward is not the same thing as total long-term value.</a:t>
            </a:r>
            <a:endParaRPr lang="en-US" b="1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77C3516F-ED15-DE99-F458-C7C461C11169}"/>
              </a:ext>
            </a:extLst>
          </p:cNvPr>
          <p:cNvSpPr/>
          <p:nvPr/>
        </p:nvSpPr>
        <p:spPr>
          <a:xfrm>
            <a:off x="90525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9B296F91-CCDE-D208-B0BD-FBFE7699E88D}"/>
              </a:ext>
            </a:extLst>
          </p:cNvPr>
          <p:cNvSpPr/>
          <p:nvPr/>
        </p:nvSpPr>
        <p:spPr>
          <a:xfrm>
            <a:off x="186537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CC3276F8-A203-1678-2C24-A078829D6909}"/>
              </a:ext>
            </a:extLst>
          </p:cNvPr>
          <p:cNvSpPr/>
          <p:nvPr/>
        </p:nvSpPr>
        <p:spPr>
          <a:xfrm>
            <a:off x="282549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AA8D5E80-6E68-5853-BBD4-C43551FEEB15}"/>
              </a:ext>
            </a:extLst>
          </p:cNvPr>
          <p:cNvSpPr/>
          <p:nvPr/>
        </p:nvSpPr>
        <p:spPr>
          <a:xfrm>
            <a:off x="3785616" y="1737360"/>
            <a:ext cx="950976" cy="950976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b="1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CDC66C0B-D54D-091D-F0E6-8A7660826E64}"/>
              </a:ext>
            </a:extLst>
          </p:cNvPr>
          <p:cNvSpPr/>
          <p:nvPr/>
        </p:nvSpPr>
        <p:spPr>
          <a:xfrm>
            <a:off x="905256" y="269748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DC08DF43-FD09-2D1C-AE7B-933AB2B95FD7}"/>
              </a:ext>
            </a:extLst>
          </p:cNvPr>
          <p:cNvSpPr/>
          <p:nvPr/>
        </p:nvSpPr>
        <p:spPr>
          <a:xfrm>
            <a:off x="1865376" y="2697480"/>
            <a:ext cx="950976" cy="950976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500" b="1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E582AC0A-3BD7-A1B2-A79E-02CD6776D5FF}"/>
              </a:ext>
            </a:extLst>
          </p:cNvPr>
          <p:cNvSpPr/>
          <p:nvPr/>
        </p:nvSpPr>
        <p:spPr>
          <a:xfrm>
            <a:off x="2825496" y="269748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5690D193-0CF4-49DB-CD76-93E2818E3CBB}"/>
              </a:ext>
            </a:extLst>
          </p:cNvPr>
          <p:cNvSpPr/>
          <p:nvPr/>
        </p:nvSpPr>
        <p:spPr>
          <a:xfrm>
            <a:off x="3785616" y="2697480"/>
            <a:ext cx="950976" cy="950976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b="1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9D58EFF7-57B5-9979-269B-5A81317273FB}"/>
              </a:ext>
            </a:extLst>
          </p:cNvPr>
          <p:cNvSpPr/>
          <p:nvPr/>
        </p:nvSpPr>
        <p:spPr>
          <a:xfrm>
            <a:off x="905256" y="3657600"/>
            <a:ext cx="950976" cy="950976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500" b="1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01E468E4-A4E6-0113-5EF4-519645C38790}"/>
              </a:ext>
            </a:extLst>
          </p:cNvPr>
          <p:cNvSpPr/>
          <p:nvPr/>
        </p:nvSpPr>
        <p:spPr>
          <a:xfrm>
            <a:off x="186537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5D4923F3-38D6-6ED9-EBAA-4BA05984C563}"/>
              </a:ext>
            </a:extLst>
          </p:cNvPr>
          <p:cNvSpPr/>
          <p:nvPr/>
        </p:nvSpPr>
        <p:spPr>
          <a:xfrm>
            <a:off x="282549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C9C915A3-D985-FC15-0F25-3227BC744A2D}"/>
              </a:ext>
            </a:extLst>
          </p:cNvPr>
          <p:cNvSpPr/>
          <p:nvPr/>
        </p:nvSpPr>
        <p:spPr>
          <a:xfrm>
            <a:off x="378561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2400" b="1" dirty="0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F91B3804-8552-E28A-3CA5-0526DE28F24C}"/>
              </a:ext>
            </a:extLst>
          </p:cNvPr>
          <p:cNvSpPr/>
          <p:nvPr/>
        </p:nvSpPr>
        <p:spPr>
          <a:xfrm>
            <a:off x="1220724" y="3973068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E1F4D41F-FD23-762A-5A75-90B308C04661}"/>
              </a:ext>
            </a:extLst>
          </p:cNvPr>
          <p:cNvSpPr/>
          <p:nvPr/>
        </p:nvSpPr>
        <p:spPr>
          <a:xfrm>
            <a:off x="1321308" y="407365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tells what happened; reward tells how we score it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event and the evaluation separate.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02329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Move East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302329" y="2148840"/>
            <a:ext cx="1645920" cy="347472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48249" y="2148840"/>
            <a:ext cx="3931920" cy="347472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outcome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80169" y="2148840"/>
            <a:ext cx="1645920" cy="347472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02329" y="2587752"/>
            <a:ext cx="1645920" cy="502920"/>
          </a:xfrm>
          <a:prstGeom prst="rect">
            <a:avLst/>
          </a:prstGeom>
          <a:solidFill>
            <a:srgbClr val="EAF2F8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48249" y="2587752"/>
            <a:ext cx="3931920" cy="502920"/>
          </a:xfrm>
          <a:prstGeom prst="rect">
            <a:avLst/>
          </a:prstGeom>
          <a:solidFill>
            <a:srgbClr val="F6F8FA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arrive in intended cell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80169" y="2587752"/>
            <a:ext cx="1645920" cy="502920"/>
          </a:xfrm>
          <a:prstGeom prst="rect">
            <a:avLst/>
          </a:prstGeom>
          <a:solidFill>
            <a:srgbClr val="FFF4CE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02329" y="3273552"/>
            <a:ext cx="1645920" cy="502920"/>
          </a:xfrm>
          <a:prstGeom prst="rect">
            <a:avLst/>
          </a:prstGeom>
          <a:solidFill>
            <a:srgbClr val="EAF2F8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48249" y="3273552"/>
            <a:ext cx="3931920" cy="502920"/>
          </a:xfrm>
          <a:prstGeom prst="rect">
            <a:avLst/>
          </a:prstGeom>
          <a:solidFill>
            <a:srgbClr val="F6F8FA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 near hazard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80169" y="3273552"/>
            <a:ext cx="1645920" cy="502920"/>
          </a:xfrm>
          <a:prstGeom prst="rect">
            <a:avLst/>
          </a:prstGeom>
          <a:solidFill>
            <a:srgbClr val="FFF4CE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02329" y="3959352"/>
            <a:ext cx="1645920" cy="502920"/>
          </a:xfrm>
          <a:prstGeom prst="rect">
            <a:avLst/>
          </a:prstGeom>
          <a:solidFill>
            <a:srgbClr val="EAF2F8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48249" y="3959352"/>
            <a:ext cx="3931920" cy="502920"/>
          </a:xfrm>
          <a:prstGeom prst="rect">
            <a:avLst/>
          </a:prstGeom>
          <a:solidFill>
            <a:srgbClr val="F6F8FA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 into hazard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80169" y="3959352"/>
            <a:ext cx="1645920" cy="502920"/>
          </a:xfrm>
          <a:prstGeom prst="rect">
            <a:avLst/>
          </a:prstGeom>
          <a:solidFill>
            <a:srgbClr val="FDE7E7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166360"/>
            <a:ext cx="9418320" cy="566928"/>
          </a:xfrm>
          <a:prstGeom prst="roundRect">
            <a:avLst>
              <a:gd name="adj" fmla="val 8065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algorithms combine these pieces into long-term value.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66B7110D-4FFE-0136-9777-87586EECB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033" y="343762"/>
            <a:ext cx="3260007" cy="184536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Assemble the Gridworld MDP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formulation lets later algorithms reason consistently.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10051" y="1819656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95851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cells plus terminal states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10051" y="2569464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95851" y="2624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↑, ↓, ←, → when legal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10051" y="3319272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95851" y="337413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– (0.1 * n) </a:t>
            </a: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intended, 0.1 * n slip one of n directions 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10051" y="406908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95851" y="41239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 goal, -10 hazard, -1 living reward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32760" y="5404104"/>
            <a:ext cx="6126480" cy="502920"/>
          </a:xfrm>
          <a:prstGeom prst="roundRect">
            <a:avLst>
              <a:gd name="adj" fmla="val 9091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Formulation is an engineering design choice.</a:t>
            </a:r>
            <a:endParaRPr lang="en-US" sz="19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88498958-7543-2F98-665C-DB2563C35205}"/>
              </a:ext>
            </a:extLst>
          </p:cNvPr>
          <p:cNvSpPr/>
          <p:nvPr/>
        </p:nvSpPr>
        <p:spPr>
          <a:xfrm>
            <a:off x="90525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A6AB5C3-C445-4205-9F86-CE65029484F0}"/>
              </a:ext>
            </a:extLst>
          </p:cNvPr>
          <p:cNvSpPr/>
          <p:nvPr/>
        </p:nvSpPr>
        <p:spPr>
          <a:xfrm>
            <a:off x="186537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7675BD26-0A7C-E830-EACB-FC1BE696254A}"/>
              </a:ext>
            </a:extLst>
          </p:cNvPr>
          <p:cNvSpPr/>
          <p:nvPr/>
        </p:nvSpPr>
        <p:spPr>
          <a:xfrm>
            <a:off x="282549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737865F1-1C15-78A9-1991-97DA564DE62F}"/>
              </a:ext>
            </a:extLst>
          </p:cNvPr>
          <p:cNvSpPr/>
          <p:nvPr/>
        </p:nvSpPr>
        <p:spPr>
          <a:xfrm>
            <a:off x="3785616" y="1737360"/>
            <a:ext cx="950976" cy="950976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b="1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272C17A7-D4F6-1694-2B81-A76F502ADBA4}"/>
              </a:ext>
            </a:extLst>
          </p:cNvPr>
          <p:cNvSpPr/>
          <p:nvPr/>
        </p:nvSpPr>
        <p:spPr>
          <a:xfrm>
            <a:off x="905256" y="269748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0C9DEB28-1B43-3797-E2CD-64688FB7C14F}"/>
              </a:ext>
            </a:extLst>
          </p:cNvPr>
          <p:cNvSpPr/>
          <p:nvPr/>
        </p:nvSpPr>
        <p:spPr>
          <a:xfrm>
            <a:off x="1865376" y="2697480"/>
            <a:ext cx="950976" cy="950976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500" b="1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DBCC174E-868B-A2E9-096D-23274839EA2F}"/>
              </a:ext>
            </a:extLst>
          </p:cNvPr>
          <p:cNvSpPr/>
          <p:nvPr/>
        </p:nvSpPr>
        <p:spPr>
          <a:xfrm>
            <a:off x="2825496" y="269748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8BEA3655-308E-D5F8-979D-E53C0F0A1407}"/>
              </a:ext>
            </a:extLst>
          </p:cNvPr>
          <p:cNvSpPr/>
          <p:nvPr/>
        </p:nvSpPr>
        <p:spPr>
          <a:xfrm>
            <a:off x="3785616" y="2697480"/>
            <a:ext cx="950976" cy="950976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b="1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680FAAC-E59B-5DF7-4699-F0721D6EC606}"/>
              </a:ext>
            </a:extLst>
          </p:cNvPr>
          <p:cNvSpPr/>
          <p:nvPr/>
        </p:nvSpPr>
        <p:spPr>
          <a:xfrm>
            <a:off x="905256" y="3657600"/>
            <a:ext cx="950976" cy="950976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500" b="1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9A9472-5F4B-BCD8-5477-33559E064B16}"/>
              </a:ext>
            </a:extLst>
          </p:cNvPr>
          <p:cNvSpPr/>
          <p:nvPr/>
        </p:nvSpPr>
        <p:spPr>
          <a:xfrm>
            <a:off x="186537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7977571-36F4-8205-4DFA-567143BE0E41}"/>
              </a:ext>
            </a:extLst>
          </p:cNvPr>
          <p:cNvSpPr/>
          <p:nvPr/>
        </p:nvSpPr>
        <p:spPr>
          <a:xfrm>
            <a:off x="282549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AFCCEAC3-1D29-F35E-0469-B6B831E903DE}"/>
              </a:ext>
            </a:extLst>
          </p:cNvPr>
          <p:cNvSpPr/>
          <p:nvPr/>
        </p:nvSpPr>
        <p:spPr>
          <a:xfrm>
            <a:off x="378561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2400" b="1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EB1A83A7-1EE8-E126-7D69-29C1D3A2941C}"/>
              </a:ext>
            </a:extLst>
          </p:cNvPr>
          <p:cNvSpPr/>
          <p:nvPr/>
        </p:nvSpPr>
        <p:spPr>
          <a:xfrm>
            <a:off x="1220724" y="3973068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C70AFE09-B805-EA41-0E3A-563BC9E1B88D}"/>
              </a:ext>
            </a:extLst>
          </p:cNvPr>
          <p:cNvSpPr/>
          <p:nvPr/>
        </p:nvSpPr>
        <p:spPr>
          <a:xfrm>
            <a:off x="1321308" y="407365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Transfer: expeditionary microgrid controller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MDP vocabulary applies outside Gridworld.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246888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468880" cy="1618488"/>
          </a:xfrm>
          <a:prstGeom prst="roundRect">
            <a:avLst>
              <a:gd name="adj" fmla="val 2260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level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status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condition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20440" y="1755648"/>
            <a:ext cx="246888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0440" y="2103120"/>
            <a:ext cx="2468880" cy="1618488"/>
          </a:xfrm>
          <a:prstGeom prst="roundRect">
            <a:avLst>
              <a:gd name="adj" fmla="val 2260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battery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generator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shed load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7920" y="1755648"/>
            <a:ext cx="246888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7920" y="2103120"/>
            <a:ext cx="2468880" cy="1618488"/>
          </a:xfrm>
          <a:prstGeom prst="roundRect">
            <a:avLst>
              <a:gd name="adj" fmla="val 2260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clouds arrive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spikes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fails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drains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915400" y="1755648"/>
            <a:ext cx="246888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15400" y="2103120"/>
            <a:ext cx="2468880" cy="1618488"/>
          </a:xfrm>
          <a:prstGeom prst="roundRect">
            <a:avLst>
              <a:gd name="adj" fmla="val 2260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power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cost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outage penalty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63040" y="4800600"/>
            <a:ext cx="9326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Gridworld teaches the structure; </a:t>
            </a:r>
            <a:b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systems show why the structure matters.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Markov question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current state tell us enough to predict what happens next?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state: “generator is OFF”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36576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 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2587752"/>
            <a:ext cx="3657600" cy="1298448"/>
          </a:xfrm>
          <a:prstGeom prst="roundRect">
            <a:avLst>
              <a:gd name="adj" fmla="val 2817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high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cool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healthy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2240280"/>
            <a:ext cx="365760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 B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66560" y="2587752"/>
            <a:ext cx="3657600" cy="1298448"/>
          </a:xfrm>
          <a:prstGeom prst="roundRect">
            <a:avLst>
              <a:gd name="adj" fmla="val 2817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nearly empty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overheated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low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937760" y="3233059"/>
            <a:ext cx="169164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1324791" y="4897701"/>
            <a:ext cx="9603377" cy="594360"/>
          </a:xfrm>
          <a:prstGeom prst="roundRect">
            <a:avLst>
              <a:gd name="adj" fmla="val 7692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recorded state + same action can produce different transition probabilities.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Markov property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history should be summarized into the present state.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81395" y="1583436"/>
            <a:ext cx="11629209" cy="1005840"/>
          </a:xfrm>
          <a:prstGeom prst="roundRect">
            <a:avLst>
              <a:gd name="adj" fmla="val 4545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the current state and action are known, </a:t>
            </a:r>
            <a:b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history should not be needed to predict the next-state distribution and immediate reward.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376749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P(s</a:t>
            </a:r>
            <a:r>
              <a:rPr lang="en-US" sz="3600" baseline="-25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r</a:t>
            </a:r>
            <a:r>
              <a:rPr lang="en-US" sz="3600" baseline="-25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| s</a:t>
            </a:r>
            <a:r>
              <a:rPr lang="en-US" sz="3600" baseline="-25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</a:t>
            </a:r>
            <a:r>
              <a:rPr lang="en-US" sz="3600" baseline="-25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history) = P(s</a:t>
            </a:r>
            <a:r>
              <a:rPr lang="en-US" sz="3600" baseline="-25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r</a:t>
            </a:r>
            <a:r>
              <a:rPr lang="en-US" sz="3600" baseline="-25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| s</a:t>
            </a:r>
            <a:r>
              <a:rPr lang="en-US" sz="3600" baseline="-25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</a:t>
            </a:r>
            <a:r>
              <a:rPr lang="en-US" sz="3600" baseline="-250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3600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17320" y="5352506"/>
            <a:ext cx="9372600" cy="658368"/>
          </a:xfrm>
          <a:prstGeom prst="roundRect">
            <a:avLst>
              <a:gd name="adj" fmla="val 6944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Markov does not mean the past never matters.</a:t>
            </a:r>
            <a:br>
              <a:rPr lang="en-US" sz="1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It means the relevant effects of the past are encoded now.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Repair the state, not the definition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hidden history changes outcomes, add the variables that carry its effects.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17815" y="1737360"/>
            <a:ext cx="374904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 state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7815" y="2084832"/>
            <a:ext cx="3749040" cy="978408"/>
          </a:xfrm>
          <a:prstGeom prst="roundRect">
            <a:avLst>
              <a:gd name="adj" fmla="val 3738"/>
            </a:avLst>
          </a:prstGeom>
          <a:solidFill>
            <a:srgbClr val="FFF4CE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(location)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95455" y="2359152"/>
            <a:ext cx="1600200" cy="0"/>
          </a:xfrm>
          <a:prstGeom prst="line">
            <a:avLst/>
          </a:prstGeom>
          <a:noFill/>
          <a:ln w="3302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6824255" y="1737360"/>
            <a:ext cx="429768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state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24255" y="2084832"/>
            <a:ext cx="4297680" cy="978408"/>
          </a:xfrm>
          <a:prstGeom prst="roundRect">
            <a:avLst>
              <a:gd name="adj" fmla="val 3738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(location, battery, sensor status, mission deadline)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20240" y="3749040"/>
            <a:ext cx="8321040" cy="301752"/>
          </a:xfrm>
          <a:prstGeom prst="roundRect">
            <a:avLst>
              <a:gd name="adj" fmla="val 12121"/>
            </a:avLst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20240" y="4096512"/>
            <a:ext cx="8321040" cy="886968"/>
          </a:xfrm>
          <a:prstGeom prst="roundRect">
            <a:avLst>
              <a:gd name="adj" fmla="val 4124"/>
            </a:avLst>
          </a:prstGeom>
          <a:solidFill>
            <a:srgbClr val="EAF2F8"/>
          </a:solidFill>
          <a:ln w="12700">
            <a:solidFill>
              <a:srgbClr val="D6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and sensor status change which actions are available, </a:t>
            </a:r>
            <a:b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outcomes are likely, and how rewards should be scored.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45920" y="5577840"/>
            <a:ext cx="8869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information because it changes prediction—not because it is merely available.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Markov test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checklist when a proposed state representation seems too simple.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25285" y="1689466"/>
            <a:ext cx="411480" cy="41148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19645" y="174433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actions are available?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5285" y="2402698"/>
            <a:ext cx="411480" cy="41148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19645" y="245756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an action, what next states are possible?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25285" y="3115930"/>
            <a:ext cx="411480" cy="41148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19645" y="317079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assign appropriate transition probabilities?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5285" y="3829162"/>
            <a:ext cx="411480" cy="41148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19645" y="388402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determine the immediate reward?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25285" y="4542394"/>
            <a:ext cx="411480" cy="411480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9645" y="459725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additional history change any answer above?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43200" y="5532120"/>
            <a:ext cx="6766560" cy="493776"/>
          </a:xfrm>
          <a:prstGeom prst="roundRect">
            <a:avLst>
              <a:gd name="adj" fmla="val 9259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#5 is yes, the state may be incomplete.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debug the MDP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category errors before trying to solve the problem.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82041" y="2610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farming robot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7761" y="3113696"/>
            <a:ext cx="1371600" cy="420624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45081" y="3113696"/>
            <a:ext cx="3246120" cy="420624"/>
          </a:xfrm>
          <a:prstGeom prst="rect">
            <a:avLst/>
          </a:prstGeom>
          <a:solidFill>
            <a:srgbClr val="FFF4CE"/>
          </a:solidFill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field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7761" y="3772064"/>
            <a:ext cx="1371600" cy="420624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45081" y="3772064"/>
            <a:ext cx="3246120" cy="420624"/>
          </a:xfrm>
          <a:prstGeom prst="rect">
            <a:avLst/>
          </a:prstGeom>
          <a:solidFill>
            <a:srgbClr val="FFF4CE"/>
          </a:solidFill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weather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7761" y="4430432"/>
            <a:ext cx="1371600" cy="420624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45081" y="4430432"/>
            <a:ext cx="3246120" cy="420624"/>
          </a:xfrm>
          <a:prstGeom prst="rect">
            <a:avLst/>
          </a:prstGeom>
          <a:solidFill>
            <a:srgbClr val="FFF4CE"/>
          </a:solidFill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+5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7761" y="5088800"/>
            <a:ext cx="1371600" cy="420624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45081" y="5088800"/>
            <a:ext cx="3246120" cy="420624"/>
          </a:xfrm>
          <a:prstGeom prst="rect">
            <a:avLst/>
          </a:prstGeom>
          <a:solidFill>
            <a:srgbClr val="FFF4CE"/>
          </a:solidFill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becomes healthier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70808" y="1390051"/>
            <a:ext cx="9050383" cy="562029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Pairs: repair the formulation and decide whether “current field” is Markov.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86600" y="3464651"/>
            <a:ext cx="4297680" cy="16339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>
              <a:buSzPct val="100000"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Weather is not an action.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Reward should be numerical.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Transition describes resulting states.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may need soil moisture and forecast.
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MDP formulation sprint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compact model from a new scenario.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550453"/>
            <a:ext cx="10424160" cy="868680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coastal monitoring buoy decides whether to transmit data, conserve power, or run diagnostics. Battery charge, weather, and sensor status affect the result.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3386" y="2971799"/>
            <a:ext cx="502920" cy="1496547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7746" y="2999231"/>
            <a:ext cx="1417320" cy="136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reasonable state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57946" y="2971799"/>
            <a:ext cx="502920" cy="1496547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52306" y="2999231"/>
            <a:ext cx="1417320" cy="136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actions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52506" y="2971799"/>
            <a:ext cx="502920" cy="1496547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6866" y="2999231"/>
            <a:ext cx="1417320" cy="136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action with two outcomes + probabilities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47066" y="2971799"/>
            <a:ext cx="502920" cy="1496547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41426" y="2999231"/>
            <a:ext cx="1417320" cy="136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positive and one negative reward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41626" y="2971799"/>
            <a:ext cx="502920" cy="1496547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335986" y="2999231"/>
            <a:ext cx="1417320" cy="136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Markov-property sentence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5330952"/>
            <a:ext cx="7498080" cy="566928"/>
          </a:xfrm>
          <a:prstGeom prst="roundRect">
            <a:avLst>
              <a:gd name="adj" fmla="val 8065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a model clear enough that another team could evaluate it.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Synthesis: what did we build?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MDP is the decision environment that later algorithms solve or learn from.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55920" y="1572768"/>
            <a:ext cx="475488" cy="47548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96000" y="1636776"/>
            <a:ext cx="48985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= ______________________________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55920" y="2258568"/>
            <a:ext cx="475488" cy="47548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096000" y="2322576"/>
            <a:ext cx="48985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= ______________________________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55920" y="2944368"/>
            <a:ext cx="475488" cy="47548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096000" y="3008376"/>
            <a:ext cx="48985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= ______________________________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55920" y="3630168"/>
            <a:ext cx="475488" cy="47548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096000" y="3694176"/>
            <a:ext cx="48985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= ______________________________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55920" y="4315968"/>
            <a:ext cx="475488" cy="475488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096000" y="4379976"/>
            <a:ext cx="48985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Markov state = ______________________________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52401" y="5381244"/>
            <a:ext cx="9687197" cy="566928"/>
          </a:xfrm>
          <a:prstGeom prst="roundRect">
            <a:avLst>
              <a:gd name="adj" fmla="val 8065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once the environment is modeled, how do we describe good behavior over time?</a:t>
            </a:r>
            <a:endParaRPr lang="en-US" sz="2000" dirty="0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0D4667DD-5B35-9A52-EF5F-FB093599320B}"/>
              </a:ext>
            </a:extLst>
          </p:cNvPr>
          <p:cNvSpPr/>
          <p:nvPr/>
        </p:nvSpPr>
        <p:spPr>
          <a:xfrm>
            <a:off x="90525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879F5F42-E1BB-38F1-037C-010CD4F78E3A}"/>
              </a:ext>
            </a:extLst>
          </p:cNvPr>
          <p:cNvSpPr/>
          <p:nvPr/>
        </p:nvSpPr>
        <p:spPr>
          <a:xfrm>
            <a:off x="186537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E7F81791-B9F5-745C-F591-97BB523FA709}"/>
              </a:ext>
            </a:extLst>
          </p:cNvPr>
          <p:cNvSpPr/>
          <p:nvPr/>
        </p:nvSpPr>
        <p:spPr>
          <a:xfrm>
            <a:off x="2825496" y="173736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350C9266-C5F3-4435-8B90-2324F227B062}"/>
              </a:ext>
            </a:extLst>
          </p:cNvPr>
          <p:cNvSpPr/>
          <p:nvPr/>
        </p:nvSpPr>
        <p:spPr>
          <a:xfrm>
            <a:off x="3785616" y="1737360"/>
            <a:ext cx="950976" cy="950976"/>
          </a:xfrm>
          <a:prstGeom prst="rect">
            <a:avLst/>
          </a:prstGeom>
          <a:solidFill>
            <a:srgbClr val="E7F5E8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b="1" dirty="0"/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38208C62-2635-1AD3-7DC3-A3F3D2B691B8}"/>
              </a:ext>
            </a:extLst>
          </p:cNvPr>
          <p:cNvSpPr/>
          <p:nvPr/>
        </p:nvSpPr>
        <p:spPr>
          <a:xfrm>
            <a:off x="905256" y="269748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5A5DBB0B-B2F2-2AEF-2F61-6B84D5921F20}"/>
              </a:ext>
            </a:extLst>
          </p:cNvPr>
          <p:cNvSpPr/>
          <p:nvPr/>
        </p:nvSpPr>
        <p:spPr>
          <a:xfrm>
            <a:off x="1865376" y="2697480"/>
            <a:ext cx="950976" cy="950976"/>
          </a:xfrm>
          <a:prstGeom prst="rect">
            <a:avLst/>
          </a:prstGeom>
          <a:solidFill>
            <a:srgbClr val="6C7784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500" b="1" dirty="0"/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6382625C-7167-FE5A-8083-E9E8858C1458}"/>
              </a:ext>
            </a:extLst>
          </p:cNvPr>
          <p:cNvSpPr/>
          <p:nvPr/>
        </p:nvSpPr>
        <p:spPr>
          <a:xfrm>
            <a:off x="2825496" y="269748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83EE15A1-59E9-639E-E68D-2565F61CC9A9}"/>
              </a:ext>
            </a:extLst>
          </p:cNvPr>
          <p:cNvSpPr/>
          <p:nvPr/>
        </p:nvSpPr>
        <p:spPr>
          <a:xfrm>
            <a:off x="3785616" y="2697480"/>
            <a:ext cx="950976" cy="950976"/>
          </a:xfrm>
          <a:prstGeom prst="rect">
            <a:avLst/>
          </a:prstGeom>
          <a:solidFill>
            <a:srgbClr val="FDE7E7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4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b="1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0E237781-A0CD-1654-6BD2-8A5C97BA9F8E}"/>
              </a:ext>
            </a:extLst>
          </p:cNvPr>
          <p:cNvSpPr/>
          <p:nvPr/>
        </p:nvSpPr>
        <p:spPr>
          <a:xfrm>
            <a:off x="905256" y="3657600"/>
            <a:ext cx="950976" cy="950976"/>
          </a:xfrm>
          <a:prstGeom prst="rect">
            <a:avLst/>
          </a:prstGeom>
          <a:solidFill>
            <a:srgbClr val="DDE8F2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0B2D5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500" b="1" dirty="0"/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B30A69E6-8EBB-46F9-912D-7B0EFFEE62A3}"/>
              </a:ext>
            </a:extLst>
          </p:cNvPr>
          <p:cNvSpPr/>
          <p:nvPr/>
        </p:nvSpPr>
        <p:spPr>
          <a:xfrm>
            <a:off x="186537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80" name="Text 14">
            <a:extLst>
              <a:ext uri="{FF2B5EF4-FFF2-40B4-BE49-F238E27FC236}">
                <a16:creationId xmlns:a16="http://schemas.microsoft.com/office/drawing/2014/main" id="{CAC47BBF-1678-7FCB-34CE-410C19BA4ECA}"/>
              </a:ext>
            </a:extLst>
          </p:cNvPr>
          <p:cNvSpPr/>
          <p:nvPr/>
        </p:nvSpPr>
        <p:spPr>
          <a:xfrm>
            <a:off x="282549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b="1" dirty="0"/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64D62A3D-9FDE-A592-DF00-910DAC8B2514}"/>
              </a:ext>
            </a:extLst>
          </p:cNvPr>
          <p:cNvSpPr/>
          <p:nvPr/>
        </p:nvSpPr>
        <p:spPr>
          <a:xfrm>
            <a:off x="3785616" y="3657600"/>
            <a:ext cx="950976" cy="950976"/>
          </a:xfrm>
          <a:prstGeom prst="rect">
            <a:avLst/>
          </a:prstGeom>
          <a:solidFill>
            <a:srgbClr val="EDF2F6"/>
          </a:solidFill>
          <a:ln w="1270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2400" b="1" dirty="0"/>
          </a:p>
        </p:txBody>
      </p:sp>
      <p:sp>
        <p:nvSpPr>
          <p:cNvPr id="84" name="Shape 16">
            <a:extLst>
              <a:ext uri="{FF2B5EF4-FFF2-40B4-BE49-F238E27FC236}">
                <a16:creationId xmlns:a16="http://schemas.microsoft.com/office/drawing/2014/main" id="{AB826279-737F-2331-A427-8DC9A67D7D1E}"/>
              </a:ext>
            </a:extLst>
          </p:cNvPr>
          <p:cNvSpPr/>
          <p:nvPr/>
        </p:nvSpPr>
        <p:spPr>
          <a:xfrm>
            <a:off x="1220724" y="3973068"/>
            <a:ext cx="329184" cy="329184"/>
          </a:xfrm>
          <a:prstGeom prst="ellipse">
            <a:avLst/>
          </a:prstGeom>
          <a:solidFill>
            <a:srgbClr val="1F5D9B"/>
          </a:solidFill>
          <a:ln w="1270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86" name="Shape 17">
            <a:extLst>
              <a:ext uri="{FF2B5EF4-FFF2-40B4-BE49-F238E27FC236}">
                <a16:creationId xmlns:a16="http://schemas.microsoft.com/office/drawing/2014/main" id="{3766F6A5-C592-8101-E95E-ACDBB3FFDC85}"/>
              </a:ext>
            </a:extLst>
          </p:cNvPr>
          <p:cNvSpPr/>
          <p:nvPr/>
        </p:nvSpPr>
        <p:spPr>
          <a:xfrm>
            <a:off x="1321308" y="4073652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before you leave.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L11: MDP Foundations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3476461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reasonable state representation is…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577840" y="3723349"/>
            <a:ext cx="5394960" cy="0"/>
          </a:xfrm>
          <a:prstGeom prst="line">
            <a:avLst/>
          </a:prstGeom>
          <a:noFill/>
          <a:ln w="12700">
            <a:solidFill>
              <a:srgbClr val="A9B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834273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action available to the agent is…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577840" y="4081161"/>
            <a:ext cx="5394960" cy="0"/>
          </a:xfrm>
          <a:prstGeom prst="line">
            <a:avLst/>
          </a:prstGeom>
          <a:noFill/>
          <a:ln w="12700">
            <a:solidFill>
              <a:srgbClr val="A9B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1979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possible outcome of that action is…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577840" y="4444852"/>
            <a:ext cx="5394960" cy="0"/>
          </a:xfrm>
          <a:prstGeom prst="line">
            <a:avLst/>
          </a:prstGeom>
          <a:noFill/>
          <a:ln w="12700">
            <a:solidFill>
              <a:srgbClr val="A9B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57417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immediate reward could be…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577840" y="4821062"/>
            <a:ext cx="5394960" cy="0"/>
          </a:xfrm>
          <a:prstGeom prst="line">
            <a:avLst/>
          </a:prstGeom>
          <a:noFill/>
          <a:ln w="12700">
            <a:solidFill>
              <a:srgbClr val="A9B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934491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state is / is not Markov because…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577840" y="5181379"/>
            <a:ext cx="5394960" cy="0"/>
          </a:xfrm>
          <a:prstGeom prst="line">
            <a:avLst/>
          </a:prstGeom>
          <a:noFill/>
          <a:ln w="12700">
            <a:solidFill>
              <a:srgbClr val="A9B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08960" y="5715000"/>
            <a:ext cx="5943600" cy="475488"/>
          </a:xfrm>
          <a:prstGeom prst="roundRect">
            <a:avLst>
              <a:gd name="adj" fmla="val 9615"/>
            </a:avLst>
          </a:prstGeom>
          <a:solidFill>
            <a:srgbClr val="EAF2F8"/>
          </a:solidFill>
          <a:ln w="1524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L12: policies, return, and value.</a:t>
            </a:r>
            <a:endParaRPr lang="en-US" sz="19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AFFBA6A3-9FEC-FF34-DF38-1FF95AA8BEDF}"/>
              </a:ext>
            </a:extLst>
          </p:cNvPr>
          <p:cNvSpPr/>
          <p:nvPr/>
        </p:nvSpPr>
        <p:spPr>
          <a:xfrm>
            <a:off x="975360" y="1573423"/>
            <a:ext cx="10241280" cy="1482414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A7C7206-D68B-44E8-CD53-8291DF130827}"/>
              </a:ext>
            </a:extLst>
          </p:cNvPr>
          <p:cNvSpPr/>
          <p:nvPr/>
        </p:nvSpPr>
        <p:spPr>
          <a:xfrm>
            <a:off x="1112520" y="1634164"/>
            <a:ext cx="9966960" cy="4531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20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82EA3EC-3587-B0FD-DFF3-0863047689F0}"/>
              </a:ext>
            </a:extLst>
          </p:cNvPr>
          <p:cNvSpPr/>
          <p:nvPr/>
        </p:nvSpPr>
        <p:spPr>
          <a:xfrm>
            <a:off x="1094232" y="2103207"/>
            <a:ext cx="9966960" cy="7906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coastal monitoring buoy controller decides whether to transmit data, conserve power, or perform diagnostics. </a:t>
            </a:r>
            <a:br>
              <a:rPr lang="en-US" sz="1600" dirty="0">
                <a:solidFill>
                  <a:srgbClr val="263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600" dirty="0">
              <a:solidFill>
                <a:srgbClr val="26384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63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charge, weather, and sensor status affect the result.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3413</TotalTime>
  <Words>2582</Words>
  <Application>Microsoft Office PowerPoint</Application>
  <PresentationFormat>Widescreen</PresentationFormat>
  <Paragraphs>579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 471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11 MDP Foundations</dc:title>
  <dc:subject>Lesson 11 - MDP Foundations</dc:subject>
  <dc:creator>CS 471 Instructional Team</dc:creator>
  <cp:lastModifiedBy>Phan, Tiffany M Capt USAF USAFA AW/ESCS</cp:lastModifiedBy>
  <cp:revision>2</cp:revision>
  <dcterms:created xsi:type="dcterms:W3CDTF">2026-08-24T05:36:51Z</dcterms:created>
  <dcterms:modified xsi:type="dcterms:W3CDTF">2026-08-27T23:00:31Z</dcterms:modified>
</cp:coreProperties>
</file>
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6BF80-35E3-45DD-ACFC-573E5D11392C}" v="35" dt="2026-08-12T21:35:34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 autoAdjust="0"/>
  </p:normalViewPr>
  <p:slideViewPr>
    <p:cSldViewPr snapToGrid="0" snapToObjects="1">
      <p:cViewPr varScale="1">
        <p:scale>
          <a:sx n="76" d="100"/>
          <a:sy n="76" d="100"/>
        </p:scale>
        <p:origin x="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DFCS" userId="a0ed988f-3bd3-448a-ab68-f6eca8eadb00" providerId="ADAL" clId="{D74FDB2A-C6F9-423C-9DA7-5C8A44CC196C}"/>
    <pc:docChg chg="custSel modSld">
      <pc:chgData name="Phan, Tiffany M Capt USAF USAFA AW/DFCS" userId="a0ed988f-3bd3-448a-ab68-f6eca8eadb00" providerId="ADAL" clId="{D74FDB2A-C6F9-423C-9DA7-5C8A44CC196C}" dt="2026-08-12T21:35:37.072" v="53"/>
      <pc:docMkLst>
        <pc:docMk/>
      </pc:docMkLst>
      <pc:sldChg chg="addSp modSp mod">
        <pc:chgData name="Phan, Tiffany M Capt USAF USAFA AW/DFCS" userId="a0ed988f-3bd3-448a-ab68-f6eca8eadb00" providerId="ADAL" clId="{D74FDB2A-C6F9-423C-9DA7-5C8A44CC196C}" dt="2026-08-10T15:18:23.674" v="36" actId="1035"/>
        <pc:sldMkLst>
          <pc:docMk/>
          <pc:sldMk cId="0" sldId="261"/>
        </pc:sldMkLst>
        <pc:spChg chg="add ord">
          <ac:chgData name="Phan, Tiffany M Capt USAF USAFA AW/DFCS" userId="a0ed988f-3bd3-448a-ab68-f6eca8eadb00" providerId="ADAL" clId="{D74FDB2A-C6F9-423C-9DA7-5C8A44CC196C}" dt="2026-08-10T15:17:55.657" v="17" actId="171"/>
          <ac:spMkLst>
            <pc:docMk/>
            <pc:sldMk cId="0" sldId="261"/>
            <ac:spMk id="29" creationId="{4F318AD5-C1A6-5FC2-30D1-4816A2B059B9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2" creationId="{5788B735-6180-701C-D48C-E5EB4E2F0985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3" creationId="{101DF9B5-3B5C-2D2A-8DEF-9C9EA6F449F3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4" creationId="{CFCE1E3E-E582-03DA-7CD9-5663D2C0088D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5" creationId="{8347B7C9-8CBE-988F-A35D-7704B7B52EE4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7" creationId="{AB351451-B345-A4C0-D8AD-26CF199ECAB2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8" creationId="{12FB6E4C-E2BB-7F0B-4A01-D18D05288691}"/>
          </ac:spMkLst>
        </pc:spChg>
        <pc:spChg chg="add mod or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39" creationId="{19166097-52A9-5153-717C-013245DD80BF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40" creationId="{15328757-9455-72A8-D982-011C4F66B152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44" creationId="{5430B564-DB47-51B6-ADA5-2200FD6E3975}"/>
          </ac:spMkLst>
        </pc:spChg>
        <pc:spChg chg="mod">
          <ac:chgData name="Phan, Tiffany M Capt USAF USAFA AW/DFCS" userId="a0ed988f-3bd3-448a-ab68-f6eca8eadb00" providerId="ADAL" clId="{D74FDB2A-C6F9-423C-9DA7-5C8A44CC196C}" dt="2026-08-10T15:18:23.674" v="36" actId="1035"/>
          <ac:spMkLst>
            <pc:docMk/>
            <pc:sldMk cId="0" sldId="261"/>
            <ac:spMk id="45" creationId="{54210062-4151-6AA4-1E12-1AA1E44F069A}"/>
          </ac:spMkLst>
        </pc:spChg>
      </pc:sldChg>
      <pc:sldChg chg="addAnim delAnim modAnim">
        <pc:chgData name="Phan, Tiffany M Capt USAF USAFA AW/DFCS" userId="a0ed988f-3bd3-448a-ab68-f6eca8eadb00" providerId="ADAL" clId="{D74FDB2A-C6F9-423C-9DA7-5C8A44CC196C}" dt="2026-08-12T21:35:37.072" v="53"/>
        <pc:sldMkLst>
          <pc:docMk/>
          <pc:sldMk cId="0" sldId="271"/>
        </pc:sldMkLst>
      </pc:sldChg>
    </pc:docChg>
  </pc:docChgLst>
  <pc:docChgLst>
    <pc:chgData name="Phan, Tiffany M Capt USAF USAFA DF/DFCS" userId="a0ed988f-3bd3-448a-ab68-f6eca8eadb00" providerId="ADAL" clId="{D74FDB2A-C6F9-423C-9DA7-5C8A44CC196C}"/>
    <pc:docChg chg="undo custSel modSld">
      <pc:chgData name="Phan, Tiffany M Capt USAF USAFA DF/DFCS" userId="a0ed988f-3bd3-448a-ab68-f6eca8eadb00" providerId="ADAL" clId="{D74FDB2A-C6F9-423C-9DA7-5C8A44CC196C}" dt="2026-08-06T21:43:09.298" v="355" actId="207"/>
      <pc:docMkLst>
        <pc:docMk/>
      </pc:docMkLst>
      <pc:sldChg chg="addSp modSp mod">
        <pc:chgData name="Phan, Tiffany M Capt USAF USAFA DF/DFCS" userId="a0ed988f-3bd3-448a-ab68-f6eca8eadb00" providerId="ADAL" clId="{D74FDB2A-C6F9-423C-9DA7-5C8A44CC196C}" dt="2026-08-04T21:40:52.147" v="158" actId="27636"/>
        <pc:sldMkLst>
          <pc:docMk/>
          <pc:sldMk cId="0" sldId="256"/>
        </pc:sldMkLst>
        <pc:spChg chg="mod">
          <ac:chgData name="Phan, Tiffany M Capt USAF USAFA DF/DFCS" userId="a0ed988f-3bd3-448a-ab68-f6eca8eadb00" providerId="ADAL" clId="{D74FDB2A-C6F9-423C-9DA7-5C8A44CC196C}" dt="2026-08-04T21:40:52.147" v="158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7:31.110" v="9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4" actId="276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6" actId="276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5" actId="2763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20" v="152" actId="276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3" v="153" actId="276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47" v="157" actId="2763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7:39.044" v="18" actId="20577"/>
          <ac:spMkLst>
            <pc:docMk/>
            <pc:sldMk cId="0" sldId="256"/>
            <ac:spMk id="26" creationId="{00000000-0000-0000-0000-000000000000}"/>
          </ac:spMkLst>
        </pc:spChg>
        <pc:picChg chg="add mod">
          <ac:chgData name="Phan, Tiffany M Capt USAF USAFA DF/DFCS" userId="a0ed988f-3bd3-448a-ab68-f6eca8eadb00" providerId="ADAL" clId="{D74FDB2A-C6F9-423C-9DA7-5C8A44CC196C}" dt="2026-08-04T21:08:47.999" v="30" actId="1076"/>
          <ac:picMkLst>
            <pc:docMk/>
            <pc:sldMk cId="0" sldId="256"/>
            <ac:picMk id="29" creationId="{34E350E8-585C-BB14-A76C-FEE690A8DA55}"/>
          </ac:picMkLst>
        </pc:picChg>
      </pc:sldChg>
      <pc:sldChg chg="modSp mod">
        <pc:chgData name="Phan, Tiffany M Capt USAF USAFA DF/DFCS" userId="a0ed988f-3bd3-448a-ab68-f6eca8eadb00" providerId="ADAL" clId="{D74FDB2A-C6F9-423C-9DA7-5C8A44CC196C}" dt="2026-08-04T21:40:52.169" v="161" actId="27636"/>
        <pc:sldMkLst>
          <pc:docMk/>
          <pc:sldMk cId="0" sldId="257"/>
        </pc:sldMkLst>
        <pc:spChg chg="mod">
          <ac:chgData name="Phan, Tiffany M Capt USAF USAFA DF/DFCS" userId="a0ed988f-3bd3-448a-ab68-f6eca8eadb00" providerId="ADAL" clId="{D74FDB2A-C6F9-423C-9DA7-5C8A44CC196C}" dt="2026-08-04T21:40:52.160" v="159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8:56.947" v="31" actId="17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60" v="160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69" v="161" actId="27636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183" v="162" actId="27636"/>
        <pc:sldMkLst>
          <pc:docMk/>
          <pc:sldMk cId="0" sldId="258"/>
        </pc:sldMkLst>
        <pc:spChg chg="mod">
          <ac:chgData name="Phan, Tiffany M Capt USAF USAFA DF/DFCS" userId="a0ed988f-3bd3-448a-ab68-f6eca8eadb00" providerId="ADAL" clId="{D74FDB2A-C6F9-423C-9DA7-5C8A44CC196C}" dt="2026-08-04T21:40:52.183" v="162" actId="27636"/>
          <ac:spMkLst>
            <pc:docMk/>
            <pc:sldMk cId="0" sldId="258"/>
            <ac:spMk id="5" creationId="{00000000-0000-0000-0000-000000000000}"/>
          </ac:spMkLst>
        </pc:spChg>
        <pc:spChg chg="ord">
          <ac:chgData name="Phan, Tiffany M Capt USAF USAFA DF/DFCS" userId="a0ed988f-3bd3-448a-ab68-f6eca8eadb00" providerId="ADAL" clId="{D74FDB2A-C6F9-423C-9DA7-5C8A44CC196C}" dt="2026-08-04T21:29:08.937" v="33" actId="170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199" v="164" actId="27636"/>
        <pc:sldMkLst>
          <pc:docMk/>
          <pc:sldMk cId="0" sldId="259"/>
        </pc:sldMkLst>
        <pc:spChg chg="mod">
          <ac:chgData name="Phan, Tiffany M Capt USAF USAFA DF/DFCS" userId="a0ed988f-3bd3-448a-ab68-f6eca8eadb00" providerId="ADAL" clId="{D74FDB2A-C6F9-423C-9DA7-5C8A44CC196C}" dt="2026-08-04T21:29:25.233" v="3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99" v="164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83" v="163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29:32.619" v="39" actId="12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238" v="165" actId="27636"/>
        <pc:sldMkLst>
          <pc:docMk/>
          <pc:sldMk cId="0" sldId="260"/>
        </pc:sldMkLst>
        <pc:spChg chg="mod">
          <ac:chgData name="Phan, Tiffany M Capt USAF USAFA DF/DFCS" userId="a0ed988f-3bd3-448a-ab68-f6eca8eadb00" providerId="ADAL" clId="{D74FDB2A-C6F9-423C-9DA7-5C8A44CC196C}" dt="2026-08-04T21:30:01.583" v="6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38" v="165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8" creationId="{00000000-0000-0000-0000-000000000000}"/>
          </ac:spMkLst>
        </pc:spChg>
      </pc:sldChg>
      <pc:sldChg chg="addSp delSp modSp mod">
        <pc:chgData name="Phan, Tiffany M Capt USAF USAFA DF/DFCS" userId="a0ed988f-3bd3-448a-ab68-f6eca8eadb00" providerId="ADAL" clId="{D74FDB2A-C6F9-423C-9DA7-5C8A44CC196C}" dt="2026-08-06T21:43:09.298" v="355" actId="207"/>
        <pc:sldMkLst>
          <pc:docMk/>
          <pc:sldMk cId="0" sldId="261"/>
        </pc:sldMkLst>
        <pc:spChg chg="mod">
          <ac:chgData name="Phan, Tiffany M Capt USAF USAFA DF/DFCS" userId="a0ed988f-3bd3-448a-ab68-f6eca8eadb00" providerId="ADAL" clId="{D74FDB2A-C6F9-423C-9DA7-5C8A44CC196C}" dt="2026-08-04T21:40:52.262" v="172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70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69" actId="276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47" v="166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71" actId="2763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68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47" v="167" actId="27636"/>
          <ac:spMkLst>
            <pc:docMk/>
            <pc:sldMk cId="0" sldId="261"/>
            <ac:spMk id="26" creationId="{00000000-0000-0000-0000-000000000000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42.993" v="304" actId="1076"/>
          <ac:spMkLst>
            <pc:docMk/>
            <pc:sldMk cId="0" sldId="261"/>
            <ac:spMk id="32" creationId="{5788B735-6180-701C-D48C-E5EB4E2F0985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42.993" v="304" actId="1076"/>
          <ac:spMkLst>
            <pc:docMk/>
            <pc:sldMk cId="0" sldId="261"/>
            <ac:spMk id="33" creationId="{101DF9B5-3B5C-2D2A-8DEF-9C9EA6F449F3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42.993" v="304" actId="1076"/>
          <ac:spMkLst>
            <pc:docMk/>
            <pc:sldMk cId="0" sldId="261"/>
            <ac:spMk id="34" creationId="{CFCE1E3E-E582-03DA-7CD9-5663D2C0088D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42.993" v="304" actId="1076"/>
          <ac:spMkLst>
            <pc:docMk/>
            <pc:sldMk cId="0" sldId="261"/>
            <ac:spMk id="35" creationId="{8347B7C9-8CBE-988F-A35D-7704B7B52EE4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51.962" v="324" actId="20577"/>
          <ac:spMkLst>
            <pc:docMk/>
            <pc:sldMk cId="0" sldId="261"/>
            <ac:spMk id="36" creationId="{56611519-E98A-60A0-B5C5-4933EE93D086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54.594" v="330" actId="20577"/>
          <ac:spMkLst>
            <pc:docMk/>
            <pc:sldMk cId="0" sldId="261"/>
            <ac:spMk id="38" creationId="{12FB6E4C-E2BB-7F0B-4A01-D18D05288691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5:59.112" v="336" actId="20577"/>
          <ac:spMkLst>
            <pc:docMk/>
            <pc:sldMk cId="0" sldId="261"/>
            <ac:spMk id="40" creationId="{15328757-9455-72A8-D982-011C4F66B152}"/>
          </ac:spMkLst>
        </pc:spChg>
        <pc:spChg chg="add mod">
          <ac:chgData name="Phan, Tiffany M Capt USAF USAFA DF/DFCS" userId="a0ed988f-3bd3-448a-ab68-f6eca8eadb00" providerId="ADAL" clId="{D74FDB2A-C6F9-423C-9DA7-5C8A44CC196C}" dt="2026-08-06T21:36:01.371" v="339" actId="20577"/>
          <ac:spMkLst>
            <pc:docMk/>
            <pc:sldMk cId="0" sldId="261"/>
            <ac:spMk id="42" creationId="{12A2F3B6-149F-E021-8811-1D4E9913B509}"/>
          </ac:spMkLst>
        </pc:spChg>
        <pc:spChg chg="add mod ord">
          <ac:chgData name="Phan, Tiffany M Capt USAF USAFA DF/DFCS" userId="a0ed988f-3bd3-448a-ab68-f6eca8eadb00" providerId="ADAL" clId="{D74FDB2A-C6F9-423C-9DA7-5C8A44CC196C}" dt="2026-08-06T21:36:43.584" v="345" actId="170"/>
          <ac:spMkLst>
            <pc:docMk/>
            <pc:sldMk cId="0" sldId="261"/>
            <ac:spMk id="44" creationId="{5430B564-DB47-51B6-ADA5-2200FD6E3975}"/>
          </ac:spMkLst>
        </pc:spChg>
        <pc:spChg chg="add mod ord">
          <ac:chgData name="Phan, Tiffany M Capt USAF USAFA DF/DFCS" userId="a0ed988f-3bd3-448a-ab68-f6eca8eadb00" providerId="ADAL" clId="{D74FDB2A-C6F9-423C-9DA7-5C8A44CC196C}" dt="2026-08-06T21:43:09.298" v="355" actId="207"/>
          <ac:spMkLst>
            <pc:docMk/>
            <pc:sldMk cId="0" sldId="261"/>
            <ac:spMk id="45" creationId="{54210062-4151-6AA4-1E12-1AA1E44F069A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13" v="182" actId="27636"/>
        <pc:sldMkLst>
          <pc:docMk/>
          <pc:sldMk cId="0" sldId="262"/>
        </pc:sldMkLst>
        <pc:spChg chg="mod">
          <ac:chgData name="Phan, Tiffany M Capt USAF USAFA DF/DFCS" userId="a0ed988f-3bd3-448a-ab68-f6eca8eadb00" providerId="ADAL" clId="{D74FDB2A-C6F9-423C-9DA7-5C8A44CC196C}" dt="2026-08-04T21:40:52.293" v="178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9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78" v="174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78" v="173" actId="276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6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7" actId="276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5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0" v="180" actId="2763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2" v="181" actId="2763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3" v="182" actId="27636"/>
          <ac:spMkLst>
            <pc:docMk/>
            <pc:sldMk cId="0" sldId="262"/>
            <ac:spMk id="3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47" v="189" actId="27636"/>
        <pc:sldMkLst>
          <pc:docMk/>
          <pc:sldMk cId="0" sldId="263"/>
        </pc:sldMkLst>
        <pc:spChg chg="mod">
          <ac:chgData name="Phan, Tiffany M Capt USAF USAFA DF/DFCS" userId="a0ed988f-3bd3-448a-ab68-f6eca8eadb00" providerId="ADAL" clId="{D74FDB2A-C6F9-423C-9DA7-5C8A44CC196C}" dt="2026-08-04T21:40:52.347" v="189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6" actId="276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3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5" actId="276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4" actId="276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41" v="188" actId="276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41" v="187" actId="276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7:13.694" v="118" actId="2763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7:16.414" v="119" actId="14100"/>
          <ac:spMkLst>
            <pc:docMk/>
            <pc:sldMk cId="0" sldId="263"/>
            <ac:spMk id="38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88" v="199" actId="27636"/>
        <pc:sldMkLst>
          <pc:docMk/>
          <pc:sldMk cId="0" sldId="264"/>
        </pc:sldMkLst>
        <pc:spChg chg="mod">
          <ac:chgData name="Phan, Tiffany M Capt USAF USAFA DF/DFCS" userId="a0ed988f-3bd3-448a-ab68-f6eca8eadb00" providerId="ADAL" clId="{D74FDB2A-C6F9-423C-9DA7-5C8A44CC196C}" dt="2026-08-04T21:40:52.361" v="190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61" v="192" actId="276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3" actId="2763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4" actId="276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61" v="191" actId="2763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88" v="198" actId="2763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88" v="199" actId="276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5" actId="276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7" actId="2763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6" actId="27636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11" v="200" actId="27636"/>
        <pc:sldMkLst>
          <pc:docMk/>
          <pc:sldMk cId="0" sldId="265"/>
        </pc:sldMkLst>
        <pc:spChg chg="mod">
          <ac:chgData name="Phan, Tiffany M Capt USAF USAFA DF/DFCS" userId="a0ed988f-3bd3-448a-ab68-f6eca8eadb00" providerId="ADAL" clId="{D74FDB2A-C6F9-423C-9DA7-5C8A44CC196C}" dt="2026-08-04T21:40:52.411" v="200" actId="2763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51" v="207" actId="27636"/>
        <pc:sldMkLst>
          <pc:docMk/>
          <pc:sldMk cId="0" sldId="266"/>
        </pc:sldMkLst>
        <pc:spChg chg="mod">
          <ac:chgData name="Phan, Tiffany M Capt USAF USAFA DF/DFCS" userId="a0ed988f-3bd3-448a-ab68-f6eca8eadb00" providerId="ADAL" clId="{D74FDB2A-C6F9-423C-9DA7-5C8A44CC196C}" dt="2026-08-04T21:40:52.436" v="204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1" actId="276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2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51" v="207" actId="276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45" v="205" actId="276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47" v="206" actId="2763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3" actId="27636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83" v="215" actId="27636"/>
        <pc:sldMkLst>
          <pc:docMk/>
          <pc:sldMk cId="0" sldId="267"/>
        </pc:sldMkLst>
        <pc:spChg chg="mod">
          <ac:chgData name="Phan, Tiffany M Capt USAF USAFA DF/DFCS" userId="a0ed988f-3bd3-448a-ab68-f6eca8eadb00" providerId="ADAL" clId="{D74FDB2A-C6F9-423C-9DA7-5C8A44CC196C}" dt="2026-08-04T21:40:52.474" v="211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2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3" actId="276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5" v="208" actId="276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7" v="209" actId="2763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7" v="210" actId="2763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4" actId="2763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83" v="215" actId="27636"/>
          <ac:spMkLst>
            <pc:docMk/>
            <pc:sldMk cId="0" sldId="267"/>
            <ac:spMk id="32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531" v="216" actId="27636"/>
        <pc:sldMkLst>
          <pc:docMk/>
          <pc:sldMk cId="0" sldId="268"/>
        </pc:sldMkLst>
        <pc:spChg chg="mod">
          <ac:chgData name="Phan, Tiffany M Capt USAF USAFA DF/DFCS" userId="a0ed988f-3bd3-448a-ab68-f6eca8eadb00" providerId="ADAL" clId="{D74FDB2A-C6F9-423C-9DA7-5C8A44CC196C}" dt="2026-08-04T21:40:52.531" v="216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20.891" v="124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24.540" v="125" actId="1410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11.649" v="123" actId="1036"/>
          <ac:spMkLst>
            <pc:docMk/>
            <pc:sldMk cId="0" sldId="268"/>
            <ac:spMk id="16" creationId="{00000000-0000-0000-0000-000000000000}"/>
          </ac:spMkLst>
        </pc:spChg>
      </pc:sldChg>
      <pc:sldChg chg="addSp modSp mod">
        <pc:chgData name="Phan, Tiffany M Capt USAF USAFA DF/DFCS" userId="a0ed988f-3bd3-448a-ab68-f6eca8eadb00" providerId="ADAL" clId="{D74FDB2A-C6F9-423C-9DA7-5C8A44CC196C}" dt="2026-08-04T21:41:41.015" v="281" actId="1036"/>
        <pc:sldMkLst>
          <pc:docMk/>
          <pc:sldMk cId="0" sldId="269"/>
        </pc:sldMkLst>
        <pc:spChg chg="mod">
          <ac:chgData name="Phan, Tiffany M Capt USAF USAFA DF/DFCS" userId="a0ed988f-3bd3-448a-ab68-f6eca8eadb00" providerId="ADAL" clId="{D74FDB2A-C6F9-423C-9DA7-5C8A44CC196C}" dt="2026-08-04T21:41:20.299" v="226" actId="1037"/>
          <ac:spMkLst>
            <pc:docMk/>
            <pc:sldMk cId="0" sldId="269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81" v="130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77" v="129" actId="276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97" v="135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82" v="131" actId="276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93" v="134" actId="2763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0.267" v="127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29.773" v="251" actId="1037"/>
          <ac:spMkLst>
            <pc:docMk/>
            <pc:sldMk cId="0" sldId="269"/>
            <ac:spMk id="3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29.773" v="251" actId="103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6" creationId="{00000000-0000-0000-0000-000000000000}"/>
          </ac:spMkLst>
        </pc:spChg>
        <pc:spChg chg="add mod">
          <ac:chgData name="Phan, Tiffany M Capt USAF USAFA DF/DFCS" userId="a0ed988f-3bd3-448a-ab68-f6eca8eadb00" providerId="ADAL" clId="{D74FDB2A-C6F9-423C-9DA7-5C8A44CC196C}" dt="2026-08-04T21:41:00.106" v="217" actId="1076"/>
          <ac:spMkLst>
            <pc:docMk/>
            <pc:sldMk cId="0" sldId="269"/>
            <ac:spMk id="38" creationId="{52247C5B-64E7-668F-4DEE-49649F0D6715}"/>
          </ac:spMkLst>
        </pc:spChg>
      </pc:sldChg>
      <pc:sldChg chg="modSp mod modAnim">
        <pc:chgData name="Phan, Tiffany M Capt USAF USAFA DF/DFCS" userId="a0ed988f-3bd3-448a-ab68-f6eca8eadb00" providerId="ADAL" clId="{D74FDB2A-C6F9-423C-9DA7-5C8A44CC196C}" dt="2026-08-04T21:42:56.980" v="293" actId="27636"/>
        <pc:sldMkLst>
          <pc:docMk/>
          <pc:sldMk cId="0" sldId="270"/>
        </pc:sldMkLst>
        <pc:spChg chg="mod">
          <ac:chgData name="Phan, Tiffany M Capt USAF USAFA DF/DFCS" userId="a0ed988f-3bd3-448a-ab68-f6eca8eadb00" providerId="ADAL" clId="{D74FDB2A-C6F9-423C-9DA7-5C8A44CC196C}" dt="2026-08-04T21:40:52.047" v="137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80" v="292" actId="2763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80" v="293" actId="276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04" v="291" actId="14100"/>
          <ac:spMkLst>
            <pc:docMk/>
            <pc:sldMk cId="0" sldId="270"/>
            <ac:spMk id="18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099" v="149" actId="27636"/>
        <pc:sldMkLst>
          <pc:docMk/>
          <pc:sldMk cId="0" sldId="271"/>
        </pc:sldMkLst>
        <pc:spChg chg="mod">
          <ac:chgData name="Phan, Tiffany M Capt USAF USAFA DF/DFCS" userId="a0ed988f-3bd3-448a-ab68-f6eca8eadb00" providerId="ADAL" clId="{D74FDB2A-C6F9-423C-9DA7-5C8A44CC196C}" dt="2026-08-04T21:40:52.088" v="148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0" actId="276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2" actId="276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39" actId="276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66" v="138" actId="276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1" actId="2763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99" v="149" actId="276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4" actId="2763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88" v="146" actId="2763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88" v="147" actId="2763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3" actId="2763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5" actId="27636"/>
          <ac:spMkLst>
            <pc:docMk/>
            <pc:sldMk cId="0" sldId="271"/>
            <ac:spMk id="32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3:43.036" v="302" actId="20577"/>
        <pc:sldMkLst>
          <pc:docMk/>
          <pc:sldMk cId="0" sldId="272"/>
        </pc:sldMkLst>
        <pc:spChg chg="mod">
          <ac:chgData name="Phan, Tiffany M Capt USAF USAFA DF/DFCS" userId="a0ed988f-3bd3-448a-ab68-f6eca8eadb00" providerId="ADAL" clId="{D74FDB2A-C6F9-423C-9DA7-5C8A44CC196C}" dt="2026-08-04T21:43:21.367" v="299" actId="20577"/>
          <ac:spMkLst>
            <pc:docMk/>
            <pc:sldMk cId="0" sldId="272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20" v="151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3:43.036" v="302" actId="20577"/>
          <ac:spMkLst>
            <pc:docMk/>
            <pc:sldMk cId="0" sldId="272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3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to Lesson 1: fluent AI outputs require evaluation. Lesson 2 explains where those outputs come from and why reliability is a system-level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recall Lesson 1. Push them toward data, preprocessing, model choice, rules, evaluation, and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syllabus lesson objectives. Emphasize that this lesson is conceptual and architectural, not a detailed algorithm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distinction. Keep returning to it: system reliability includes data, representation, method selection, evaluation, and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drone scenario as the running example. Ask students to generate inputs before revealing the whole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the anchor diagram for the lesson. Do not overload it with details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raw available data from appropriate system input. Ask what the drone planner would need before it recommends a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previews problem formulation without teaching Lesson 4 yet. Use examples: maps become graphs, prompts become tokens, uncertainty becomes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 level. Avoid algorithm detail. Students should be able to classify which method family belongs in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notice that inputs, internal representations, methods, outputs, and evaluation all appear across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distinction: a prediction says what may be true; a decision chooses what to do; an action changes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explicitly to Lesson 1. In higher-stakes systems, guardrails are not optional polish; they are part of the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separate output from action. Use examples: recommending a movie versus rerouting a drone.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pipeline as a loop, not a one-time computation. This previews model drift, monitoring, and data collection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small-group activity. The point is not one perfect answer; it is learning to localize system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reconstruct the pipeline aloud. Emphasize that the course will revisit each stage in increasing technical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as an exit ticket or use as the first question next lesson. Preview Lesson 3 as experimentation with system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B515"/>
                </a:solidFill>
              </a:rPr>
              <a:t>CompSci 471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12471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062B49"/>
                </a:solidFill>
              </a:rPr>
              <a:t>Artificial Intelligence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B3440"/>
                </a:solidFill>
              </a:rPr>
              <a:t>Lesson 2: Anatomy of AI Systems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505456"/>
            <a:ext cx="5440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E93"/>
                </a:solidFill>
              </a:rPr>
              <a:t>From input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→  computation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	→  decision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		→  evaluation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677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965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253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541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5420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968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3708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256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44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284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832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8572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120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0920" y="1508760"/>
            <a:ext cx="3931920" cy="1417320"/>
          </a:xfrm>
          <a:prstGeom prst="rect">
            <a:avLst/>
          </a:prstGeom>
          <a:solidFill>
            <a:srgbClr val="FFE6A5"/>
          </a:solidFill>
          <a:ln>
            <a:solidFill>
              <a:srgbClr val="FFE6A5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2B49"/>
                </a:solidFill>
              </a:rPr>
              <a:t>Look under the hood before trusting the output.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F"/>
                </a:solidFill>
              </a:rPr>
              <a:t>Fall 2026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E350E8-585C-BB14-A76C-FEE690A8DA55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Lesson 1 ended with trust. Lesson 2 starts with system anatomy.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794760" cy="960120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An AI system gives a convincing answer.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828032" y="2139696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719072"/>
            <a:ext cx="544068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117475" algn="ctr">
              <a:buNone/>
            </a:pPr>
            <a:r>
              <a:rPr lang="en-US" sz="2400" b="1" dirty="0">
                <a:solidFill>
                  <a:srgbClr val="1B2430"/>
                </a:solidFill>
              </a:rPr>
              <a:t>Before trusting it, what would you want to know about what happened behind the interface?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24231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information went in?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3794760" y="4069080"/>
            <a:ext cx="24231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How was it represented?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24231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method produced the answer?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9372600" y="4069080"/>
            <a:ext cx="24231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checks happened before action?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960120" y="5376672"/>
            <a:ext cx="10149840" cy="658368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Think-pair-share: name one invisible part of the system that could change the output.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4712" y="2450592"/>
            <a:ext cx="0" cy="233172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By the end of Lesson 2, students should be able to…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72768" y="1856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Identify the major components of an AI system pipeline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72768" y="30906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Explain how inputs are transformed into outputs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72768" y="432511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Relate search, learning, and inference to system components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Main idea: the model is only one part of the system.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model is not the whole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model can generate an output; a system decides what the output means.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2788920" cy="914400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AI model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The computational component that maps some representation to a prediction, route, label, score, or text.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251960" y="2331720"/>
            <a:ext cx="658368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5166360" cy="1234440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2B49"/>
                </a:solidFill>
              </a:rPr>
              <a:t>AI system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37860" y="3259410"/>
            <a:ext cx="4663440" cy="113045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Collects and prepares inputs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Runs one or more AI methods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Applies rules, thresholds, and guardrails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Supports a human or automated action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5532120"/>
            <a:ext cx="10195560" cy="640080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Reliable AI depends on the entire pipeline, not just the intelligence of the model.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drone route planning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How does a messy mission become a recommended route?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04343"/>
            <a:ext cx="5166360" cy="1142999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430"/>
                </a:solidFill>
              </a:rPr>
              <a:t>Mission: get a drone from launch point to target location without violating constraints.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255687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Terrain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2651760" y="3255687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Weather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4434840" y="3255687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No-fly zones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868680" y="3822615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Battery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2651760" y="3822615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Goal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4434840" y="3822615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Risk limits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6309360" y="3153404"/>
            <a:ext cx="777240" cy="420624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2520980"/>
            <a:ext cx="3246120" cy="1783080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Recommended route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explanation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confidence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constraints checked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349240"/>
            <a:ext cx="10104120" cy="658368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Question: what information would be dangerous to omit?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9166097-52A9-5153-717C-013245DD80BF}"/>
              </a:ext>
            </a:extLst>
          </p:cNvPr>
          <p:cNvSpPr/>
          <p:nvPr/>
        </p:nvSpPr>
        <p:spPr>
          <a:xfrm>
            <a:off x="2174065" y="3288371"/>
            <a:ext cx="7549055" cy="980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318AD5-C1A6-5FC2-30D1-4816A2B059B9}"/>
              </a:ext>
            </a:extLst>
          </p:cNvPr>
          <p:cNvSpPr/>
          <p:nvPr/>
        </p:nvSpPr>
        <p:spPr>
          <a:xfrm>
            <a:off x="422516" y="2087354"/>
            <a:ext cx="11231354" cy="980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system pipeline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reusable map for understanding almost any AI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AI 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436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06F"/>
                </a:solidFill>
              </a:rPr>
              <a:t>Raw world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16752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06F"/>
                </a:solidFill>
              </a:rPr>
              <a:t>Candidate decision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31720" y="4590288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E93"/>
                </a:solidFill>
              </a:rPr>
              <a:t>Feedback and monitoring: observe outcomes, detect failures, adjust future behavior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5961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We will build this pipeline one stage at a time.</a:t>
            </a:r>
            <a:endParaRPr lang="en-US" sz="220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788B735-6180-701C-D48C-E5EB4E2F0985}"/>
              </a:ext>
            </a:extLst>
          </p:cNvPr>
          <p:cNvSpPr/>
          <p:nvPr/>
        </p:nvSpPr>
        <p:spPr>
          <a:xfrm>
            <a:off x="4023360" y="3612982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01DF9B5-3B5C-2D2A-8DEF-9C9EA6F449F3}"/>
              </a:ext>
            </a:extLst>
          </p:cNvPr>
          <p:cNvSpPr/>
          <p:nvPr/>
        </p:nvSpPr>
        <p:spPr>
          <a:xfrm>
            <a:off x="5852160" y="3612982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CFCE1E3E-E582-03DA-7CD9-5663D2C0088D}"/>
              </a:ext>
            </a:extLst>
          </p:cNvPr>
          <p:cNvSpPr/>
          <p:nvPr/>
        </p:nvSpPr>
        <p:spPr>
          <a:xfrm>
            <a:off x="7680960" y="3612982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347B7C9-8CBE-988F-A35D-7704B7B52EE4}"/>
              </a:ext>
            </a:extLst>
          </p:cNvPr>
          <p:cNvSpPr/>
          <p:nvPr/>
        </p:nvSpPr>
        <p:spPr>
          <a:xfrm>
            <a:off x="2468880" y="3439246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56611519-E98A-60A0-B5C5-4933EE93D086}"/>
              </a:ext>
            </a:extLst>
          </p:cNvPr>
          <p:cNvSpPr/>
          <p:nvPr/>
        </p:nvSpPr>
        <p:spPr>
          <a:xfrm>
            <a:off x="2523744" y="364041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Observe</a:t>
            </a:r>
            <a:endParaRPr lang="en-US" sz="145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AB351451-B345-A4C0-D8AD-26CF199ECAB2}"/>
              </a:ext>
            </a:extLst>
          </p:cNvPr>
          <p:cNvSpPr/>
          <p:nvPr/>
        </p:nvSpPr>
        <p:spPr>
          <a:xfrm>
            <a:off x="4297680" y="3439246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12FB6E4C-E2BB-7F0B-4A01-D18D05288691}"/>
              </a:ext>
            </a:extLst>
          </p:cNvPr>
          <p:cNvSpPr/>
          <p:nvPr/>
        </p:nvSpPr>
        <p:spPr>
          <a:xfrm>
            <a:off x="4352544" y="364041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Orient</a:t>
            </a:r>
            <a:endParaRPr lang="en-US" sz="145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54210062-4151-6AA4-1E12-1AA1E44F069A}"/>
              </a:ext>
            </a:extLst>
          </p:cNvPr>
          <p:cNvSpPr/>
          <p:nvPr/>
        </p:nvSpPr>
        <p:spPr>
          <a:xfrm>
            <a:off x="6126480" y="3444696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15328757-9455-72A8-D982-011C4F66B152}"/>
              </a:ext>
            </a:extLst>
          </p:cNvPr>
          <p:cNvSpPr/>
          <p:nvPr/>
        </p:nvSpPr>
        <p:spPr>
          <a:xfrm>
            <a:off x="6181344" y="364041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Decide</a:t>
            </a:r>
            <a:endParaRPr lang="en-US" sz="1450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5430B564-DB47-51B6-ADA5-2200FD6E3975}"/>
              </a:ext>
            </a:extLst>
          </p:cNvPr>
          <p:cNvSpPr/>
          <p:nvPr/>
        </p:nvSpPr>
        <p:spPr>
          <a:xfrm>
            <a:off x="7955280" y="3432389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12A2F3B6-149F-E021-8811-1D4E9913B509}"/>
              </a:ext>
            </a:extLst>
          </p:cNvPr>
          <p:cNvSpPr/>
          <p:nvPr/>
        </p:nvSpPr>
        <p:spPr>
          <a:xfrm>
            <a:off x="8010144" y="364041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Inputs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AI systems begin with data, goals, constraints, and instructions.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971800"/>
            <a:ext cx="224028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Sensor data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611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location, images, radar, telemetry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3611880" y="2971800"/>
            <a:ext cx="224028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Human input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8503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goals, prompts, tasking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224028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Databases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7395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maps, rules, prior cases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9189720" y="2971800"/>
            <a:ext cx="224028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Constraints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26287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time, safety, policy, resources</a:t>
            </a:r>
            <a:endParaRPr lang="en-US" sz="1620" dirty="0"/>
          </a:p>
        </p:txBody>
      </p:sp>
      <p:sp>
        <p:nvSpPr>
          <p:cNvPr id="35" name="Text 33"/>
          <p:cNvSpPr/>
          <p:nvPr/>
        </p:nvSpPr>
        <p:spPr>
          <a:xfrm>
            <a:off x="914400" y="5321808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Available data is not always relevant, correct, current, or sufficient.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Representation and processing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Raw information must become something the system can compute with.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Text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43584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005072"/>
            <a:ext cx="1234440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tokens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35808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Map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456432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35808" y="4005072"/>
            <a:ext cx="1234440" cy="493776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graph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48656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Mission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669280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01767" y="4005072"/>
            <a:ext cx="1808385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state + actions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61504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Evidence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882128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84311" y="4005072"/>
            <a:ext cx="1481327" cy="493776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probabilities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74352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Images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94976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74352" y="4005072"/>
            <a:ext cx="1234440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features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5440680"/>
            <a:ext cx="10195560" cy="566928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Representation choices can make a problem easy, hard, or impossible to solve well.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The AI method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Different problems call for different engines.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2743200"/>
            <a:ext cx="274320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Search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2412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Find a path or sequence of actions.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2412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route planning, scheduling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17720" y="2743200"/>
            <a:ext cx="2743200" cy="566928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Learning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2744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Find patterns from examples.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72744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classification, prediction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21040" y="2743200"/>
            <a:ext cx="2743200" cy="566928"/>
          </a:xfrm>
          <a:prstGeom prst="rect">
            <a:avLst/>
          </a:prstGeom>
          <a:solidFill>
            <a:srgbClr val="EEEAF9"/>
          </a:solidFill>
          <a:ln w="13970">
            <a:solidFill>
              <a:srgbClr val="5B4BA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Inference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43076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Reason from evidence under uncertainty.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843076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diagnosis, belief updating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14400" y="550468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This course teaches how to choose, apply, and evaluate these methods.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pipeline, different engine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anatomy stays similar even when the AI method changes.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AI method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Route planner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47472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map + constraints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6364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search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05256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recommended path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Image classifier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47472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pixels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26364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learning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05256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class label + score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580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Fault diagnosis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47472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symptoms + evidence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26364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inference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05256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likely cause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5394960"/>
            <a:ext cx="10195560" cy="566928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Prompt: what changes across systems? What stays the same?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4: Outputs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An output is not automatically a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852928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label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3429000" y="2852928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ranking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6035040" y="2852928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route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8641080" y="2852928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score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822960" y="3511296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generated text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3429000" y="3511296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probability</a:t>
            </a:r>
            <a:endParaRPr lang="en-US" sz="1480" dirty="0"/>
          </a:p>
        </p:txBody>
      </p:sp>
      <p:sp>
        <p:nvSpPr>
          <p:cNvPr id="33" name="Text 31"/>
          <p:cNvSpPr/>
          <p:nvPr/>
        </p:nvSpPr>
        <p:spPr>
          <a:xfrm>
            <a:off x="6035040" y="3511296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recommended action</a:t>
            </a:r>
            <a:endParaRPr lang="en-US" sz="1480" dirty="0"/>
          </a:p>
        </p:txBody>
      </p:sp>
      <p:sp>
        <p:nvSpPr>
          <p:cNvPr id="34" name="Text 32"/>
          <p:cNvSpPr/>
          <p:nvPr/>
        </p:nvSpPr>
        <p:spPr>
          <a:xfrm>
            <a:off x="1508760" y="4617720"/>
            <a:ext cx="2057400" cy="65836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Output</a:t>
            </a:r>
            <a:endParaRPr lang="en-US" sz="2500" dirty="0"/>
          </a:p>
        </p:txBody>
      </p:sp>
      <p:sp>
        <p:nvSpPr>
          <p:cNvPr id="35" name="Shape 33"/>
          <p:cNvSpPr/>
          <p:nvPr/>
        </p:nvSpPr>
        <p:spPr>
          <a:xfrm>
            <a:off x="3840480" y="4773168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4617720"/>
            <a:ext cx="2057400" cy="658368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Decision</a:t>
            </a:r>
            <a:endParaRPr lang="en-US" sz="2500" dirty="0"/>
          </a:p>
        </p:txBody>
      </p:sp>
      <p:sp>
        <p:nvSpPr>
          <p:cNvPr id="37" name="Shape 35"/>
          <p:cNvSpPr/>
          <p:nvPr/>
        </p:nvSpPr>
        <p:spPr>
          <a:xfrm>
            <a:off x="7223760" y="4773168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75320" y="4617720"/>
            <a:ext cx="2057400" cy="658368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Action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5: Evaluation and guardrails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system must decide whether the output is good enough to 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Does it satisfy known facts?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720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Thresholds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Is confidence high enough?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2753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6403A"/>
                </a:solidFill>
              </a:rPr>
              <a:t>Constraints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7532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Does it violate rules or safety limits?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686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Human review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Should a person approve?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5720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Fallback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57200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What happens if it fails?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5486400"/>
            <a:ext cx="10195560" cy="56692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Lesson 1 rule: outputs must be evaluated, not blindly trusted.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recommendation to 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higher the stakes, the stronger the safeguards.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246120" cy="1005840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Prediction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“Obstacle likely ahead.”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77640" y="2176272"/>
            <a:ext cx="685800" cy="384048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2880360" cy="1005840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Decision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“Reroute is preferred.”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76272"/>
            <a:ext cx="685800" cy="384048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788920" cy="1005840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Action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“Change flight path.”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E93"/>
                </a:solidFill>
              </a:rPr>
              <a:t>More autonomy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88920" y="3850474"/>
            <a:ext cx="6199632" cy="5210"/>
          </a:xfrm>
          <a:prstGeom prst="line">
            <a:avLst/>
          </a:prstGeom>
          <a:noFill/>
          <a:ln w="31750">
            <a:solidFill>
              <a:srgbClr val="1D5E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5400" y="3730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E93"/>
                </a:solidFill>
              </a:rPr>
              <a:t>More consequence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9326880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2000" dirty="0">
                <a:solidFill>
                  <a:srgbClr val="1B2430"/>
                </a:solidFill>
              </a:rPr>
              <a:t>Low-stakes outputs may only need light checking.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Operational actions require validation, constraints, and accountability.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A system should know when not to act.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58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and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AI systems operate in a changing world.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97280" y="3655473"/>
            <a:ext cx="192024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Observe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Did the action work?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776472" y="3655473"/>
            <a:ext cx="192024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Detect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85032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Did performance drift?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29400" y="3655473"/>
            <a:ext cx="1920240" cy="530352"/>
          </a:xfrm>
          <a:prstGeom prst="rect">
            <a:avLst/>
          </a:prstGeom>
          <a:solidFill>
            <a:srgbClr val="F8E7E5"/>
          </a:solidFill>
          <a:ln w="13970">
            <a:solidFill>
              <a:srgbClr val="B6403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Diagnose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Where did it fail?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457450" y="3646967"/>
            <a:ext cx="1920240" cy="530352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Improve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366010" y="430533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What should change?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154680" y="3948081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97880" y="3948081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562356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62B49"/>
                </a:solidFill>
              </a:rPr>
              <a:t>Feedback is how systems catch errors, update assumptions, and remain useful over time.</a:t>
            </a:r>
            <a:endParaRPr lang="en-US" sz="21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2247C5B-64E7-668F-4DEE-49649F0D6715}"/>
              </a:ext>
            </a:extLst>
          </p:cNvPr>
          <p:cNvSpPr/>
          <p:nvPr/>
        </p:nvSpPr>
        <p:spPr>
          <a:xfrm>
            <a:off x="8769096" y="3954177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did the failure begin?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Diagnose the pipeline stage, then propose a safeguard.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926080" cy="420624"/>
          </a:xfrm>
          <a:prstGeom prst="rect">
            <a:avLst/>
          </a:prstGeom>
          <a:solidFill>
            <a:srgbClr val="1D5E93"/>
          </a:solidFill>
          <a:ln>
            <a:solidFill>
              <a:srgbClr val="1D5E9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 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A sensor reports the wrong position.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Input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2926080" cy="420624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Case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A map is represented without restricted airspace.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Representation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2926080" cy="420624"/>
          </a:xfrm>
          <a:prstGeom prst="rect">
            <a:avLst/>
          </a:prstGeom>
          <a:solidFill>
            <a:srgbClr val="B6403A"/>
          </a:solidFill>
          <a:ln>
            <a:solidFill>
              <a:srgbClr val="B6403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The system optimizes only speed and ignores safety.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AI method / objective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Group task: for one case, name one safeguard that would reduce the risk.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anatomy of an AI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Rebuild the pipeline from memory.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AI 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enters?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25420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How is it encoded?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3708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method runs?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1996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comes out?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0284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How is it checked?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572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Who or what acts?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05840" y="4434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62B49"/>
                </a:solidFill>
              </a:rPr>
              <a:t>Reliable AI is a system design problem.</a:t>
            </a:r>
            <a:endParaRPr lang="en-US" sz="3500" dirty="0"/>
          </a:p>
        </p:txBody>
      </p:sp>
      <p:sp>
        <p:nvSpPr>
          <p:cNvPr id="34" name="Text 32"/>
          <p:cNvSpPr/>
          <p:nvPr/>
        </p:nvSpPr>
        <p:spPr>
          <a:xfrm>
            <a:off x="914400" y="516636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B2430"/>
                </a:solidFill>
              </a:rPr>
              <a:t>The quality of the final action depends on every stage before it.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Apply the pipeline to an AI system of your choice.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4206240" cy="621792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Choose one AI application and identify: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14884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Input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148840" cy="566928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AI method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214884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Output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89720" y="2788920"/>
            <a:ext cx="2148840" cy="566928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Evaluation step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10012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B2430"/>
                </a:solidFill>
              </a:rPr>
              <a:t>Example answer: “Drone route planner: terrain + constraints → search → route → check safety and no-fly-zone compliance.”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class: Artificial Intelligence Workshop — change inputs, observe outputs, 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find failures.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1618</Words>
  <Application>Microsoft Office PowerPoint</Application>
  <PresentationFormat>Widescreen</PresentationFormat>
  <Paragraphs>313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471 Lesson 2 Anatomy of AI Systems</dc:title>
  <dc:subject>Lesson 2: Anatomy of AI Systems</dc:subject>
  <dc:creator>CS 471</dc:creator>
  <cp:lastModifiedBy>Phan, Tiffany M Capt USAF USAFA AW/DFCS</cp:lastModifiedBy>
  <cp:revision>1</cp:revision>
  <dcterms:created xsi:type="dcterms:W3CDTF">2026-08-04T20:32:59Z</dcterms:created>
  <dcterms:modified xsi:type="dcterms:W3CDTF">2026-08-12T21:35:37Z</dcterms:modified>
</cp:coreProperties>
</file>
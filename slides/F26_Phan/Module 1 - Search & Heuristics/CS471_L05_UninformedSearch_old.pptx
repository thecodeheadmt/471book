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640" autoAdjust="0"/>
  </p:normalViewPr>
  <p:slideViewPr>
    <p:cSldViewPr snapToGrid="0" snapToObjects="1">
      <p:cViewPr>
        <p:scale>
          <a:sx n="86" d="100"/>
          <a:sy n="86" d="100"/>
        </p:scale>
        <p:origin x="162" y="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6666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connecting Lesson 4 formulation to the need for a search procedure. Emphasize that this lesson is about how the frontier controls the next state to expand.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infer that after formulation we need a systematic exploration procedure. The key missing idea is frontier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directly to the lesson objectives and assessment expectations. Students should understand both execution and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a single graph that will be used throughout the lesson. Students should see that the objective and frontier rule can change the selected route.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loop visible conceptually throughout the lesson. The pop/select operation is where BFS, DFS, and UCS diverge.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supports later tracing and code interpretation. Do not overcomplicate tree-search versus graph-search; focus on path reconstruction and accumulated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should understand that duplicate states and cycles affect behavior. This prepares them for UCS update rules without requiring full pseudocode.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conceptual heart of the lesson. Students should see BFS, DFS, and UCS as variants of the same general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BFS and emphasize shallowest/layered exploration. Clarify that shallowest only means fewest steps, not least total cost when edge costs differ.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often trace correctly only after seeing the physical queue mechanics. Reinforce that successor ordering matters for deterministic traces.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the first rows together, then have pairs complete one or two rows. Keep the graph simpler by hiding costs because BFS is not using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to assessment language: completeness, optimality, memory use, and appropriate use. Make the conditions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DFS is branch-first and uses the newest node. Use highlighted path to show how it may quickly go deep.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addresses a common tracing error: students may know LIFO but mishandle successor ordering. Align with the course convention of alphabetical 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deterministic DFS trace. Explain that different successor ordering could produce different DFS behavior, which is why we state the convention.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with BFS. Emphasize the memory advantage and the lack of optimality. Ask whether DFS is appropriate for a safety-critical least-cost route.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g(n). This creates the bridge to Lesson 6, where heuristics estimate remaining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simple table before the graph trace. It helps students distinguish UCS from BFS and DFS.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frontier update behavior. This is crucial for executing UCS correctly and for understanding why UCS finds least-cost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complete the remaining UCS trace. Emphasize the standard exam expectations: expansion order, frontier updates, final path, total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UCS properties and contrast with BFS. Reinforce positive step costs and the least-cost goal acceptance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major synthesis before students move to selection and diagnosis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directly supports GR-style comparison and quiz-style true/false properties. Emphasize the conditions attached to each guarantee.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as quick formative practice. Have students give one-sentence justifications, not just algorithm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supports code interpretation and quick next-node questions. Ask students to identify the algorithm from frontier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as an exit ticket or use for rapid retrieval at the start of Lesson 6. Expected: queue, stack, priority queue. BFS selects A, DFS selects C, UCS selects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61017E2B-BFBC-500B-F3A1-F60A6E362ACC}"/>
              </a:ext>
            </a:extLst>
          </p:cNvPr>
          <p:cNvSpPr/>
          <p:nvPr userDrawn="1"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1E8E58F9-D19D-25A9-32DF-A983D9519C3F}"/>
              </a:ext>
            </a:extLst>
          </p:cNvPr>
          <p:cNvSpPr/>
          <p:nvPr userDrawn="1"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5910"/>
            <a:ext cx="12191695" cy="6632089"/>
          </a:xfrm>
          <a:prstGeom prst="rect">
            <a:avLst/>
          </a:prstGeom>
          <a:solidFill>
            <a:srgbClr val="F4F8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CompSci 471</a:t>
            </a:r>
            <a:endParaRPr lang="en-US" sz="1800" dirty="0">
              <a:solidFill>
                <a:schemeClr val="accent4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713232" y="1124712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Artificial Intelligence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49808" y="187452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D5F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5: Uninformed Search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49808" y="2450592"/>
            <a:ext cx="60386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map, different frontier, different behavior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143000" y="4279392"/>
            <a:ext cx="1143000" cy="0"/>
          </a:xfrm>
          <a:prstGeom prst="line">
            <a:avLst/>
          </a:prstGeom>
          <a:noFill/>
          <a:ln w="381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45079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2715768" y="4279392"/>
            <a:ext cx="1143000" cy="0"/>
          </a:xfrm>
          <a:prstGeom prst="line">
            <a:avLst/>
          </a:prstGeom>
          <a:noFill/>
          <a:ln w="381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41448" y="45079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Frontier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288536" y="4279392"/>
            <a:ext cx="1143000" cy="0"/>
          </a:xfrm>
          <a:prstGeom prst="line">
            <a:avLst/>
          </a:prstGeom>
          <a:noFill/>
          <a:ln w="381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014216" y="45079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861304" y="4279392"/>
            <a:ext cx="1143000" cy="0"/>
          </a:xfrm>
          <a:prstGeom prst="line">
            <a:avLst/>
          </a:prstGeom>
          <a:noFill/>
          <a:ln w="381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586984" y="45079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178040" y="1600200"/>
            <a:ext cx="434340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9" name="Shape 26">
            <a:extLst>
              <a:ext uri="{FF2B5EF4-FFF2-40B4-BE49-F238E27FC236}">
                <a16:creationId xmlns:a16="http://schemas.microsoft.com/office/drawing/2014/main" id="{E0BF2036-D941-6C13-C4CB-40C0152D1C27}"/>
              </a:ext>
            </a:extLst>
          </p:cNvPr>
          <p:cNvSpPr/>
          <p:nvPr/>
        </p:nvSpPr>
        <p:spPr>
          <a:xfrm flipH="1">
            <a:off x="7592987" y="2829512"/>
            <a:ext cx="1105509" cy="723292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568297" y="3598522"/>
            <a:ext cx="1105510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011324" y="3096517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047900" y="3133093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568297" y="3598522"/>
            <a:ext cx="1105510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011324" y="3488794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047900" y="3525370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568297" y="3598522"/>
            <a:ext cx="1105510" cy="784555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011324" y="3881072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047900" y="3917648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673807" y="2813967"/>
            <a:ext cx="1212494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170326" y="2650747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206902" y="2687323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673807" y="2813967"/>
            <a:ext cx="1355141" cy="784555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241649" y="3096517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278225" y="3133093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673807" y="3598522"/>
            <a:ext cx="1355141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241649" y="3488794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278225" y="3525370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673807" y="3598522"/>
            <a:ext cx="1319479" cy="855878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223818" y="3916734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260394" y="3953310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673807" y="4383078"/>
            <a:ext cx="1319479" cy="71323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223818" y="4309011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260394" y="4345587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9886301" y="2706982"/>
            <a:ext cx="1283818" cy="89154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0418482" y="3043024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0455058" y="3079600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0028948" y="3598522"/>
            <a:ext cx="1141171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0489805" y="3488794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0526381" y="3525370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 flipV="1">
            <a:off x="9993286" y="3598522"/>
            <a:ext cx="1176833" cy="855879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10471974" y="3916734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0508550" y="3953310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371701" y="3401926"/>
            <a:ext cx="393192" cy="393192"/>
          </a:xfrm>
          <a:prstGeom prst="ellipse">
            <a:avLst/>
          </a:prstGeom>
          <a:solidFill>
            <a:srgbClr val="39A87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371701" y="3456790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8477211" y="2617371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8477211" y="2672235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8477211" y="3401926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8477211" y="3456790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8477211" y="4186482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8477211" y="4241346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9689705" y="2510386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9689705" y="2565250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9832352" y="3401926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9832352" y="3456790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9796690" y="4257805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9796690" y="4312669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10973523" y="3401926"/>
            <a:ext cx="393192" cy="393192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10973523" y="3456790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7086600" y="580644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is systematic exploration controlled by a selection rule.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749808" y="62362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 2026</a:t>
            </a:r>
            <a:endParaRPr lang="en-US" sz="1100" dirty="0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2F441A86-D9D2-6912-CD24-9FF99BC0C4EE}"/>
              </a:ext>
            </a:extLst>
          </p:cNvPr>
          <p:cNvPicPr/>
          <p:nvPr/>
        </p:nvPicPr>
        <p:blipFill>
          <a:blip r:embed="rId3"/>
          <a:srcRect/>
          <a:stretch/>
        </p:blipFill>
        <p:spPr bwMode="auto">
          <a:xfrm>
            <a:off x="530565" y="5148923"/>
            <a:ext cx="980535" cy="981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Retrieval warm-up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 gave the search algorithm a problem representation.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L05: Uninformed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68680" y="1600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have: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39A875"/>
          </a:solidFill>
          <a:ln w="12700">
            <a:solidFill>
              <a:srgbClr val="39A87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2221992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state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834640" y="2148840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1D5FA7"/>
          </a:solidFill>
          <a:ln w="12700">
            <a:solidFill>
              <a:srgbClr val="1D5F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80360" y="2221992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800600" y="2148840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F2C14E"/>
          </a:solidFill>
          <a:ln w="12700">
            <a:solidFill>
              <a:srgbClr val="F2C14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2221992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 test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66560" y="2148840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D94E4E"/>
          </a:solidFill>
          <a:ln w="12700">
            <a:solidFill>
              <a:srgbClr val="D94E4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12280" y="2221992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costs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information is still missing before the system can find a solution?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777240" y="4343400"/>
            <a:ext cx="24231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77240" y="4343400"/>
            <a:ext cx="73152" cy="868680"/>
          </a:xfrm>
          <a:prstGeom prst="rect">
            <a:avLst/>
          </a:prstGeom>
          <a:solidFill>
            <a:srgbClr val="1D5FA7"/>
          </a:solidFill>
          <a:ln w="1270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60120" y="44897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1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0120" y="4828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state is examined next?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566160" y="4343400"/>
            <a:ext cx="24231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566160" y="4343400"/>
            <a:ext cx="73152" cy="868680"/>
          </a:xfrm>
          <a:prstGeom prst="rect">
            <a:avLst/>
          </a:prstGeom>
          <a:solidFill>
            <a:srgbClr val="39A875"/>
          </a:solidFill>
          <a:ln w="12700">
            <a:solidFill>
              <a:srgbClr val="39A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749040" y="44897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749040" y="4828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gets remembered?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355080" y="4343400"/>
            <a:ext cx="24231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355080" y="4343400"/>
            <a:ext cx="73152" cy="868680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37960" y="44897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3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37960" y="4828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do we stop?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9144000" y="4343400"/>
            <a:ext cx="24231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144000" y="4343400"/>
            <a:ext cx="73152" cy="868680"/>
          </a:xfrm>
          <a:prstGeom prst="rect">
            <a:avLst/>
          </a:prstGeom>
          <a:solidFill>
            <a:srgbClr val="6E60B8"/>
          </a:solidFill>
          <a:ln w="12700">
            <a:solidFill>
              <a:srgbClr val="6E60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326880" y="44897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326880" y="4828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we reconstruct the path?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mission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 of Lesson 5, students should be able to…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L05: Uninformed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68680" y="1874520"/>
            <a:ext cx="502920" cy="502920"/>
          </a:xfrm>
          <a:prstGeom prst="ellipse">
            <a:avLst/>
          </a:prstGeom>
          <a:solidFill>
            <a:srgbClr val="1D5FA7"/>
          </a:solidFill>
          <a:ln w="1270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72768" y="1901952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how DFS, BFS, and UCS explore state spaces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68680" y="3017520"/>
            <a:ext cx="502920" cy="502920"/>
          </a:xfrm>
          <a:prstGeom prst="ellipse">
            <a:avLst/>
          </a:prstGeom>
          <a:solidFill>
            <a:srgbClr val="1D5FA7"/>
          </a:solidFill>
          <a:ln w="1270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30632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72768" y="3044952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search strategies based on completeness and optimality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68680" y="4160520"/>
            <a:ext cx="502920" cy="502920"/>
          </a:xfrm>
          <a:prstGeom prst="ellipse">
            <a:avLst/>
          </a:prstGeom>
          <a:solidFill>
            <a:srgbClr val="1D5FA7"/>
          </a:solidFill>
          <a:ln w="1270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42062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72768" y="4187952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how frontier management affects algorithm behavior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" y="548640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target: trace a small search, identify the next node, and justify the algorithm choice.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Running scenario: relay recovery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rover must reach a failed communications relay through waypoint routes.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L05: Uninformed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539496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6400800" y="1600200"/>
            <a:ext cx="480060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675120" y="18745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setup</a:t>
            </a:r>
            <a:endParaRPr lang="en-US" sz="2400" dirty="0"/>
          </a:p>
        </p:txBody>
      </p:sp>
      <p:sp>
        <p:nvSpPr>
          <p:cNvPr id="58" name="Shape 56"/>
          <p:cNvSpPr/>
          <p:nvPr/>
        </p:nvSpPr>
        <p:spPr>
          <a:xfrm>
            <a:off x="6720840" y="2450592"/>
            <a:ext cx="201168" cy="201168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720840" y="2496312"/>
            <a:ext cx="2011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7022592" y="239572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Start: S</a:t>
            </a:r>
            <a:endParaRPr lang="en-US" sz="1650" dirty="0"/>
          </a:p>
        </p:txBody>
      </p:sp>
      <p:sp>
        <p:nvSpPr>
          <p:cNvPr id="61" name="Shape 59"/>
          <p:cNvSpPr/>
          <p:nvPr/>
        </p:nvSpPr>
        <p:spPr>
          <a:xfrm>
            <a:off x="6720840" y="2889504"/>
            <a:ext cx="201168" cy="201168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720840" y="2935224"/>
            <a:ext cx="2011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7022592" y="283464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 relay: G</a:t>
            </a:r>
            <a:endParaRPr lang="en-US" sz="1650" dirty="0"/>
          </a:p>
        </p:txBody>
      </p:sp>
      <p:sp>
        <p:nvSpPr>
          <p:cNvPr id="64" name="Shape 62"/>
          <p:cNvSpPr/>
          <p:nvPr/>
        </p:nvSpPr>
        <p:spPr>
          <a:xfrm>
            <a:off x="6720840" y="3328416"/>
            <a:ext cx="201168" cy="201168"/>
          </a:xfrm>
          <a:prstGeom prst="ellipse">
            <a:avLst/>
          </a:prstGeom>
          <a:solidFill>
            <a:srgbClr val="1D5FA7"/>
          </a:solidFill>
          <a:ln w="1270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720840" y="3374136"/>
            <a:ext cx="2011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7022592" y="327355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 labels: energy cost</a:t>
            </a:r>
            <a:endParaRPr lang="en-US" sz="1650" dirty="0"/>
          </a:p>
        </p:txBody>
      </p:sp>
      <p:sp>
        <p:nvSpPr>
          <p:cNvPr id="67" name="Shape 65"/>
          <p:cNvSpPr/>
          <p:nvPr/>
        </p:nvSpPr>
        <p:spPr>
          <a:xfrm>
            <a:off x="6720840" y="3767328"/>
            <a:ext cx="201168" cy="201168"/>
          </a:xfrm>
          <a:prstGeom prst="ellipse">
            <a:avLst/>
          </a:prstGeom>
          <a:solidFill>
            <a:srgbClr val="1D5FA7"/>
          </a:solidFill>
          <a:ln w="1270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720840" y="3813048"/>
            <a:ext cx="2011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69" name="Text 67"/>
          <p:cNvSpPr/>
          <p:nvPr/>
        </p:nvSpPr>
        <p:spPr>
          <a:xfrm>
            <a:off x="7022592" y="3712464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Ties: break alphabetically</a:t>
            </a:r>
            <a:endParaRPr lang="en-US" sz="1650" dirty="0"/>
          </a:p>
        </p:txBody>
      </p:sp>
      <p:sp>
        <p:nvSpPr>
          <p:cNvPr id="70" name="Shape 68"/>
          <p:cNvSpPr/>
          <p:nvPr/>
        </p:nvSpPr>
        <p:spPr>
          <a:xfrm>
            <a:off x="6720840" y="4206240"/>
            <a:ext cx="201168" cy="201168"/>
          </a:xfrm>
          <a:prstGeom prst="ellipse">
            <a:avLst/>
          </a:prstGeom>
          <a:solidFill>
            <a:srgbClr val="1D5FA7"/>
          </a:solidFill>
          <a:ln w="1270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6720840" y="4251960"/>
            <a:ext cx="2011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72" name="Text 70"/>
          <p:cNvSpPr/>
          <p:nvPr/>
        </p:nvSpPr>
        <p:spPr>
          <a:xfrm>
            <a:off x="7022592" y="4151376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graph, three search behaviors</a:t>
            </a:r>
            <a:endParaRPr lang="en-US" sz="1650" dirty="0"/>
          </a:p>
        </p:txBody>
      </p:sp>
      <p:sp>
        <p:nvSpPr>
          <p:cNvPr id="73" name="Text 71"/>
          <p:cNvSpPr/>
          <p:nvPr/>
        </p:nvSpPr>
        <p:spPr>
          <a:xfrm>
            <a:off x="6492240" y="51663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D5F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Should the rover prefer fewer moves or lower energy?</a:t>
            </a:r>
            <a:endParaRPr lang="en-US" sz="2100" dirty="0"/>
          </a:p>
        </p:txBody>
      </p:sp>
      <p:sp>
        <p:nvSpPr>
          <p:cNvPr id="75" name="Shape 26">
            <a:extLst>
              <a:ext uri="{FF2B5EF4-FFF2-40B4-BE49-F238E27FC236}">
                <a16:creationId xmlns:a16="http://schemas.microsoft.com/office/drawing/2014/main" id="{A1D000AB-7D1F-6F5F-AF13-78C74383F13C}"/>
              </a:ext>
            </a:extLst>
          </p:cNvPr>
          <p:cNvSpPr/>
          <p:nvPr/>
        </p:nvSpPr>
        <p:spPr>
          <a:xfrm flipH="1">
            <a:off x="1666952" y="2714854"/>
            <a:ext cx="1105509" cy="723292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14">
            <a:extLst>
              <a:ext uri="{FF2B5EF4-FFF2-40B4-BE49-F238E27FC236}">
                <a16:creationId xmlns:a16="http://schemas.microsoft.com/office/drawing/2014/main" id="{2CC1E942-A06D-8016-DA40-D3EE44EC98EF}"/>
              </a:ext>
            </a:extLst>
          </p:cNvPr>
          <p:cNvSpPr/>
          <p:nvPr/>
        </p:nvSpPr>
        <p:spPr>
          <a:xfrm>
            <a:off x="1642262" y="3483864"/>
            <a:ext cx="1105510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15">
            <a:extLst>
              <a:ext uri="{FF2B5EF4-FFF2-40B4-BE49-F238E27FC236}">
                <a16:creationId xmlns:a16="http://schemas.microsoft.com/office/drawing/2014/main" id="{16EBBF47-E633-FB5C-EF0B-652EF230D907}"/>
              </a:ext>
            </a:extLst>
          </p:cNvPr>
          <p:cNvSpPr/>
          <p:nvPr/>
        </p:nvSpPr>
        <p:spPr>
          <a:xfrm>
            <a:off x="2085289" y="2981859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16">
            <a:extLst>
              <a:ext uri="{FF2B5EF4-FFF2-40B4-BE49-F238E27FC236}">
                <a16:creationId xmlns:a16="http://schemas.microsoft.com/office/drawing/2014/main" id="{62B3E507-B193-73CA-7A89-1B4A2F33BB9B}"/>
              </a:ext>
            </a:extLst>
          </p:cNvPr>
          <p:cNvSpPr/>
          <p:nvPr/>
        </p:nvSpPr>
        <p:spPr>
          <a:xfrm>
            <a:off x="2121865" y="3018435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83" name="Shape 17">
            <a:extLst>
              <a:ext uri="{FF2B5EF4-FFF2-40B4-BE49-F238E27FC236}">
                <a16:creationId xmlns:a16="http://schemas.microsoft.com/office/drawing/2014/main" id="{C318D6FF-4555-2AC4-CBCC-7E6FB419AE42}"/>
              </a:ext>
            </a:extLst>
          </p:cNvPr>
          <p:cNvSpPr/>
          <p:nvPr/>
        </p:nvSpPr>
        <p:spPr>
          <a:xfrm>
            <a:off x="1642262" y="3483864"/>
            <a:ext cx="1105510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18">
            <a:extLst>
              <a:ext uri="{FF2B5EF4-FFF2-40B4-BE49-F238E27FC236}">
                <a16:creationId xmlns:a16="http://schemas.microsoft.com/office/drawing/2014/main" id="{DA389B05-ECD2-2667-1048-AF22BCB3F547}"/>
              </a:ext>
            </a:extLst>
          </p:cNvPr>
          <p:cNvSpPr/>
          <p:nvPr/>
        </p:nvSpPr>
        <p:spPr>
          <a:xfrm>
            <a:off x="2085289" y="337413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19">
            <a:extLst>
              <a:ext uri="{FF2B5EF4-FFF2-40B4-BE49-F238E27FC236}">
                <a16:creationId xmlns:a16="http://schemas.microsoft.com/office/drawing/2014/main" id="{195E836E-F3E8-F787-1745-677A11428FDC}"/>
              </a:ext>
            </a:extLst>
          </p:cNvPr>
          <p:cNvSpPr/>
          <p:nvPr/>
        </p:nvSpPr>
        <p:spPr>
          <a:xfrm>
            <a:off x="2121865" y="341071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89" name="Shape 20">
            <a:extLst>
              <a:ext uri="{FF2B5EF4-FFF2-40B4-BE49-F238E27FC236}">
                <a16:creationId xmlns:a16="http://schemas.microsoft.com/office/drawing/2014/main" id="{A49D9B0B-A460-0A8B-31CD-DF03E54D16E8}"/>
              </a:ext>
            </a:extLst>
          </p:cNvPr>
          <p:cNvSpPr/>
          <p:nvPr/>
        </p:nvSpPr>
        <p:spPr>
          <a:xfrm>
            <a:off x="1642262" y="3483864"/>
            <a:ext cx="1105510" cy="784555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21">
            <a:extLst>
              <a:ext uri="{FF2B5EF4-FFF2-40B4-BE49-F238E27FC236}">
                <a16:creationId xmlns:a16="http://schemas.microsoft.com/office/drawing/2014/main" id="{D340CE88-2D29-E9A0-1200-52233EA0D1D2}"/>
              </a:ext>
            </a:extLst>
          </p:cNvPr>
          <p:cNvSpPr/>
          <p:nvPr/>
        </p:nvSpPr>
        <p:spPr>
          <a:xfrm>
            <a:off x="2085289" y="3766414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22">
            <a:extLst>
              <a:ext uri="{FF2B5EF4-FFF2-40B4-BE49-F238E27FC236}">
                <a16:creationId xmlns:a16="http://schemas.microsoft.com/office/drawing/2014/main" id="{31F3F00F-DD51-4300-D56C-0983712574F5}"/>
              </a:ext>
            </a:extLst>
          </p:cNvPr>
          <p:cNvSpPr/>
          <p:nvPr/>
        </p:nvSpPr>
        <p:spPr>
          <a:xfrm>
            <a:off x="2121865" y="3802990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95" name="Shape 23">
            <a:extLst>
              <a:ext uri="{FF2B5EF4-FFF2-40B4-BE49-F238E27FC236}">
                <a16:creationId xmlns:a16="http://schemas.microsoft.com/office/drawing/2014/main" id="{24BEE74E-884F-664B-0708-166DF576DD6E}"/>
              </a:ext>
            </a:extLst>
          </p:cNvPr>
          <p:cNvSpPr/>
          <p:nvPr/>
        </p:nvSpPr>
        <p:spPr>
          <a:xfrm>
            <a:off x="2747772" y="2699309"/>
            <a:ext cx="1212494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24">
            <a:extLst>
              <a:ext uri="{FF2B5EF4-FFF2-40B4-BE49-F238E27FC236}">
                <a16:creationId xmlns:a16="http://schemas.microsoft.com/office/drawing/2014/main" id="{D54D4C12-C835-3AE5-26EE-8BBBA092B95A}"/>
              </a:ext>
            </a:extLst>
          </p:cNvPr>
          <p:cNvSpPr/>
          <p:nvPr/>
        </p:nvSpPr>
        <p:spPr>
          <a:xfrm>
            <a:off x="3244291" y="2536089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25">
            <a:extLst>
              <a:ext uri="{FF2B5EF4-FFF2-40B4-BE49-F238E27FC236}">
                <a16:creationId xmlns:a16="http://schemas.microsoft.com/office/drawing/2014/main" id="{A35FA903-42D1-54AF-5875-0DF9890A5BB6}"/>
              </a:ext>
            </a:extLst>
          </p:cNvPr>
          <p:cNvSpPr/>
          <p:nvPr/>
        </p:nvSpPr>
        <p:spPr>
          <a:xfrm>
            <a:off x="3280867" y="2572665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01" name="Shape 26">
            <a:extLst>
              <a:ext uri="{FF2B5EF4-FFF2-40B4-BE49-F238E27FC236}">
                <a16:creationId xmlns:a16="http://schemas.microsoft.com/office/drawing/2014/main" id="{060CC193-98EA-37AD-BC1F-3C49925F4A4F}"/>
              </a:ext>
            </a:extLst>
          </p:cNvPr>
          <p:cNvSpPr/>
          <p:nvPr/>
        </p:nvSpPr>
        <p:spPr>
          <a:xfrm>
            <a:off x="2747772" y="2699309"/>
            <a:ext cx="1355141" cy="784555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27">
            <a:extLst>
              <a:ext uri="{FF2B5EF4-FFF2-40B4-BE49-F238E27FC236}">
                <a16:creationId xmlns:a16="http://schemas.microsoft.com/office/drawing/2014/main" id="{EFB5F9F7-92B3-D78C-9CEB-1654C7E9B5F4}"/>
              </a:ext>
            </a:extLst>
          </p:cNvPr>
          <p:cNvSpPr/>
          <p:nvPr/>
        </p:nvSpPr>
        <p:spPr>
          <a:xfrm>
            <a:off x="3315614" y="2981859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28">
            <a:extLst>
              <a:ext uri="{FF2B5EF4-FFF2-40B4-BE49-F238E27FC236}">
                <a16:creationId xmlns:a16="http://schemas.microsoft.com/office/drawing/2014/main" id="{6A94063C-4667-8BE8-6F5F-10B721794621}"/>
              </a:ext>
            </a:extLst>
          </p:cNvPr>
          <p:cNvSpPr/>
          <p:nvPr/>
        </p:nvSpPr>
        <p:spPr>
          <a:xfrm>
            <a:off x="3352190" y="3018435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107" name="Shape 29">
            <a:extLst>
              <a:ext uri="{FF2B5EF4-FFF2-40B4-BE49-F238E27FC236}">
                <a16:creationId xmlns:a16="http://schemas.microsoft.com/office/drawing/2014/main" id="{BF07CC6B-92FD-6E4A-AC17-73328162695F}"/>
              </a:ext>
            </a:extLst>
          </p:cNvPr>
          <p:cNvSpPr/>
          <p:nvPr/>
        </p:nvSpPr>
        <p:spPr>
          <a:xfrm>
            <a:off x="2747772" y="3483864"/>
            <a:ext cx="1355141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30">
            <a:extLst>
              <a:ext uri="{FF2B5EF4-FFF2-40B4-BE49-F238E27FC236}">
                <a16:creationId xmlns:a16="http://schemas.microsoft.com/office/drawing/2014/main" id="{994559FA-18F2-8237-3CF9-7F902DBC0ED4}"/>
              </a:ext>
            </a:extLst>
          </p:cNvPr>
          <p:cNvSpPr/>
          <p:nvPr/>
        </p:nvSpPr>
        <p:spPr>
          <a:xfrm>
            <a:off x="3315614" y="337413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31">
            <a:extLst>
              <a:ext uri="{FF2B5EF4-FFF2-40B4-BE49-F238E27FC236}">
                <a16:creationId xmlns:a16="http://schemas.microsoft.com/office/drawing/2014/main" id="{2BED002C-D039-942C-C2B4-3071E6CE7885}"/>
              </a:ext>
            </a:extLst>
          </p:cNvPr>
          <p:cNvSpPr/>
          <p:nvPr/>
        </p:nvSpPr>
        <p:spPr>
          <a:xfrm>
            <a:off x="3352190" y="341071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13" name="Shape 32">
            <a:extLst>
              <a:ext uri="{FF2B5EF4-FFF2-40B4-BE49-F238E27FC236}">
                <a16:creationId xmlns:a16="http://schemas.microsoft.com/office/drawing/2014/main" id="{242EE504-0823-CD6B-6AF0-58A16C2F72C4}"/>
              </a:ext>
            </a:extLst>
          </p:cNvPr>
          <p:cNvSpPr/>
          <p:nvPr/>
        </p:nvSpPr>
        <p:spPr>
          <a:xfrm>
            <a:off x="2747772" y="3483864"/>
            <a:ext cx="1319479" cy="855878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33">
            <a:extLst>
              <a:ext uri="{FF2B5EF4-FFF2-40B4-BE49-F238E27FC236}">
                <a16:creationId xmlns:a16="http://schemas.microsoft.com/office/drawing/2014/main" id="{B90506BF-184C-470C-D0ED-0B98B30C0078}"/>
              </a:ext>
            </a:extLst>
          </p:cNvPr>
          <p:cNvSpPr/>
          <p:nvPr/>
        </p:nvSpPr>
        <p:spPr>
          <a:xfrm>
            <a:off x="3297783" y="380207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34">
            <a:extLst>
              <a:ext uri="{FF2B5EF4-FFF2-40B4-BE49-F238E27FC236}">
                <a16:creationId xmlns:a16="http://schemas.microsoft.com/office/drawing/2014/main" id="{E8A2384A-C618-218B-0AFC-374A41198A84}"/>
              </a:ext>
            </a:extLst>
          </p:cNvPr>
          <p:cNvSpPr/>
          <p:nvPr/>
        </p:nvSpPr>
        <p:spPr>
          <a:xfrm>
            <a:off x="3334359" y="383865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119" name="Shape 35">
            <a:extLst>
              <a:ext uri="{FF2B5EF4-FFF2-40B4-BE49-F238E27FC236}">
                <a16:creationId xmlns:a16="http://schemas.microsoft.com/office/drawing/2014/main" id="{B5C76B2C-8973-05ED-F562-587D47BAEB37}"/>
              </a:ext>
            </a:extLst>
          </p:cNvPr>
          <p:cNvSpPr/>
          <p:nvPr/>
        </p:nvSpPr>
        <p:spPr>
          <a:xfrm>
            <a:off x="2747772" y="4268420"/>
            <a:ext cx="1319479" cy="71323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36">
            <a:extLst>
              <a:ext uri="{FF2B5EF4-FFF2-40B4-BE49-F238E27FC236}">
                <a16:creationId xmlns:a16="http://schemas.microsoft.com/office/drawing/2014/main" id="{C9140BFA-1ECD-F572-9412-A533D1046E7E}"/>
              </a:ext>
            </a:extLst>
          </p:cNvPr>
          <p:cNvSpPr/>
          <p:nvPr/>
        </p:nvSpPr>
        <p:spPr>
          <a:xfrm>
            <a:off x="3297783" y="4194353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 37">
            <a:extLst>
              <a:ext uri="{FF2B5EF4-FFF2-40B4-BE49-F238E27FC236}">
                <a16:creationId xmlns:a16="http://schemas.microsoft.com/office/drawing/2014/main" id="{D44ED60B-110F-7F96-96F2-A9C012D95E34}"/>
              </a:ext>
            </a:extLst>
          </p:cNvPr>
          <p:cNvSpPr/>
          <p:nvPr/>
        </p:nvSpPr>
        <p:spPr>
          <a:xfrm>
            <a:off x="3334359" y="4230929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25" name="Shape 38">
            <a:extLst>
              <a:ext uri="{FF2B5EF4-FFF2-40B4-BE49-F238E27FC236}">
                <a16:creationId xmlns:a16="http://schemas.microsoft.com/office/drawing/2014/main" id="{6163A0AB-D148-9F62-3C1D-FE81A1D24DAD}"/>
              </a:ext>
            </a:extLst>
          </p:cNvPr>
          <p:cNvSpPr/>
          <p:nvPr/>
        </p:nvSpPr>
        <p:spPr>
          <a:xfrm>
            <a:off x="3960266" y="2592324"/>
            <a:ext cx="1283818" cy="89154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39">
            <a:extLst>
              <a:ext uri="{FF2B5EF4-FFF2-40B4-BE49-F238E27FC236}">
                <a16:creationId xmlns:a16="http://schemas.microsoft.com/office/drawing/2014/main" id="{1F422122-9A93-432D-90CE-9B3B0E518883}"/>
              </a:ext>
            </a:extLst>
          </p:cNvPr>
          <p:cNvSpPr/>
          <p:nvPr/>
        </p:nvSpPr>
        <p:spPr>
          <a:xfrm>
            <a:off x="4492447" y="292836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 40">
            <a:extLst>
              <a:ext uri="{FF2B5EF4-FFF2-40B4-BE49-F238E27FC236}">
                <a16:creationId xmlns:a16="http://schemas.microsoft.com/office/drawing/2014/main" id="{DC60D85A-91B4-B8EA-3730-D641F401B622}"/>
              </a:ext>
            </a:extLst>
          </p:cNvPr>
          <p:cNvSpPr/>
          <p:nvPr/>
        </p:nvSpPr>
        <p:spPr>
          <a:xfrm>
            <a:off x="4529023" y="296494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50" dirty="0"/>
          </a:p>
        </p:txBody>
      </p:sp>
      <p:sp>
        <p:nvSpPr>
          <p:cNvPr id="131" name="Shape 41">
            <a:extLst>
              <a:ext uri="{FF2B5EF4-FFF2-40B4-BE49-F238E27FC236}">
                <a16:creationId xmlns:a16="http://schemas.microsoft.com/office/drawing/2014/main" id="{CA74DF74-ABC8-7619-93AD-398969229CE6}"/>
              </a:ext>
            </a:extLst>
          </p:cNvPr>
          <p:cNvSpPr/>
          <p:nvPr/>
        </p:nvSpPr>
        <p:spPr>
          <a:xfrm>
            <a:off x="4102913" y="3483864"/>
            <a:ext cx="1141171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42">
            <a:extLst>
              <a:ext uri="{FF2B5EF4-FFF2-40B4-BE49-F238E27FC236}">
                <a16:creationId xmlns:a16="http://schemas.microsoft.com/office/drawing/2014/main" id="{D11B7AA7-EF05-956B-6856-79A3959C29CC}"/>
              </a:ext>
            </a:extLst>
          </p:cNvPr>
          <p:cNvSpPr/>
          <p:nvPr/>
        </p:nvSpPr>
        <p:spPr>
          <a:xfrm>
            <a:off x="4563770" y="337413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Text 43">
            <a:extLst>
              <a:ext uri="{FF2B5EF4-FFF2-40B4-BE49-F238E27FC236}">
                <a16:creationId xmlns:a16="http://schemas.microsoft.com/office/drawing/2014/main" id="{DAE5451A-9DFB-4EB4-61FF-8648FB25C9F3}"/>
              </a:ext>
            </a:extLst>
          </p:cNvPr>
          <p:cNvSpPr/>
          <p:nvPr/>
        </p:nvSpPr>
        <p:spPr>
          <a:xfrm>
            <a:off x="4600346" y="341071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37" name="Shape 44">
            <a:extLst>
              <a:ext uri="{FF2B5EF4-FFF2-40B4-BE49-F238E27FC236}">
                <a16:creationId xmlns:a16="http://schemas.microsoft.com/office/drawing/2014/main" id="{842B8F71-A9FF-07E1-3628-694281772974}"/>
              </a:ext>
            </a:extLst>
          </p:cNvPr>
          <p:cNvSpPr/>
          <p:nvPr/>
        </p:nvSpPr>
        <p:spPr>
          <a:xfrm flipV="1">
            <a:off x="4067251" y="3483864"/>
            <a:ext cx="1176833" cy="855879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45">
            <a:extLst>
              <a:ext uri="{FF2B5EF4-FFF2-40B4-BE49-F238E27FC236}">
                <a16:creationId xmlns:a16="http://schemas.microsoft.com/office/drawing/2014/main" id="{5E4C4E28-57AE-EF5C-AC38-0EDA862988EC}"/>
              </a:ext>
            </a:extLst>
          </p:cNvPr>
          <p:cNvSpPr/>
          <p:nvPr/>
        </p:nvSpPr>
        <p:spPr>
          <a:xfrm>
            <a:off x="4545939" y="380207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Text 46">
            <a:extLst>
              <a:ext uri="{FF2B5EF4-FFF2-40B4-BE49-F238E27FC236}">
                <a16:creationId xmlns:a16="http://schemas.microsoft.com/office/drawing/2014/main" id="{235BA393-4AEA-A689-CB8F-E87A9B71559D}"/>
              </a:ext>
            </a:extLst>
          </p:cNvPr>
          <p:cNvSpPr/>
          <p:nvPr/>
        </p:nvSpPr>
        <p:spPr>
          <a:xfrm>
            <a:off x="4582515" y="383865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143" name="Shape 47">
            <a:extLst>
              <a:ext uri="{FF2B5EF4-FFF2-40B4-BE49-F238E27FC236}">
                <a16:creationId xmlns:a16="http://schemas.microsoft.com/office/drawing/2014/main" id="{DC76DA8E-593A-74C1-04F7-ECF73DFD9F33}"/>
              </a:ext>
            </a:extLst>
          </p:cNvPr>
          <p:cNvSpPr/>
          <p:nvPr/>
        </p:nvSpPr>
        <p:spPr>
          <a:xfrm>
            <a:off x="1445666" y="3287268"/>
            <a:ext cx="393192" cy="393192"/>
          </a:xfrm>
          <a:prstGeom prst="ellipse">
            <a:avLst/>
          </a:prstGeom>
          <a:solidFill>
            <a:srgbClr val="39A87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Text 48">
            <a:extLst>
              <a:ext uri="{FF2B5EF4-FFF2-40B4-BE49-F238E27FC236}">
                <a16:creationId xmlns:a16="http://schemas.microsoft.com/office/drawing/2014/main" id="{5FCA9B55-97D0-4E82-A3D4-FC274503A1B9}"/>
              </a:ext>
            </a:extLst>
          </p:cNvPr>
          <p:cNvSpPr/>
          <p:nvPr/>
        </p:nvSpPr>
        <p:spPr>
          <a:xfrm>
            <a:off x="1445666" y="3342132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400" dirty="0"/>
          </a:p>
        </p:txBody>
      </p:sp>
      <p:sp>
        <p:nvSpPr>
          <p:cNvPr id="147" name="Shape 49">
            <a:extLst>
              <a:ext uri="{FF2B5EF4-FFF2-40B4-BE49-F238E27FC236}">
                <a16:creationId xmlns:a16="http://schemas.microsoft.com/office/drawing/2014/main" id="{81DC4A27-4E97-B30B-83F6-84CC2CDE9CC3}"/>
              </a:ext>
            </a:extLst>
          </p:cNvPr>
          <p:cNvSpPr/>
          <p:nvPr/>
        </p:nvSpPr>
        <p:spPr>
          <a:xfrm>
            <a:off x="2551176" y="2502713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Text 50">
            <a:extLst>
              <a:ext uri="{FF2B5EF4-FFF2-40B4-BE49-F238E27FC236}">
                <a16:creationId xmlns:a16="http://schemas.microsoft.com/office/drawing/2014/main" id="{D4D82023-EB1E-69E3-9629-532A3EB18F29}"/>
              </a:ext>
            </a:extLst>
          </p:cNvPr>
          <p:cNvSpPr/>
          <p:nvPr/>
        </p:nvSpPr>
        <p:spPr>
          <a:xfrm>
            <a:off x="2551176" y="2557577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400" dirty="0"/>
          </a:p>
        </p:txBody>
      </p:sp>
      <p:sp>
        <p:nvSpPr>
          <p:cNvPr id="151" name="Shape 51">
            <a:extLst>
              <a:ext uri="{FF2B5EF4-FFF2-40B4-BE49-F238E27FC236}">
                <a16:creationId xmlns:a16="http://schemas.microsoft.com/office/drawing/2014/main" id="{C90D05A0-6B56-6941-D392-371C0F770498}"/>
              </a:ext>
            </a:extLst>
          </p:cNvPr>
          <p:cNvSpPr/>
          <p:nvPr/>
        </p:nvSpPr>
        <p:spPr>
          <a:xfrm>
            <a:off x="2551176" y="3287268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Text 52">
            <a:extLst>
              <a:ext uri="{FF2B5EF4-FFF2-40B4-BE49-F238E27FC236}">
                <a16:creationId xmlns:a16="http://schemas.microsoft.com/office/drawing/2014/main" id="{E31B326C-ED3F-DC09-3314-996DAD11A3EA}"/>
              </a:ext>
            </a:extLst>
          </p:cNvPr>
          <p:cNvSpPr/>
          <p:nvPr/>
        </p:nvSpPr>
        <p:spPr>
          <a:xfrm>
            <a:off x="2551176" y="3342132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400" dirty="0"/>
          </a:p>
        </p:txBody>
      </p:sp>
      <p:sp>
        <p:nvSpPr>
          <p:cNvPr id="155" name="Shape 53">
            <a:extLst>
              <a:ext uri="{FF2B5EF4-FFF2-40B4-BE49-F238E27FC236}">
                <a16:creationId xmlns:a16="http://schemas.microsoft.com/office/drawing/2014/main" id="{4D3D3EBC-8B5B-0F9D-3929-2D81EBD6F84F}"/>
              </a:ext>
            </a:extLst>
          </p:cNvPr>
          <p:cNvSpPr/>
          <p:nvPr/>
        </p:nvSpPr>
        <p:spPr>
          <a:xfrm>
            <a:off x="2551176" y="4071824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Text 54">
            <a:extLst>
              <a:ext uri="{FF2B5EF4-FFF2-40B4-BE49-F238E27FC236}">
                <a16:creationId xmlns:a16="http://schemas.microsoft.com/office/drawing/2014/main" id="{B4E8D3F2-CB38-06F4-5E62-2F450B5C3B1F}"/>
              </a:ext>
            </a:extLst>
          </p:cNvPr>
          <p:cNvSpPr/>
          <p:nvPr/>
        </p:nvSpPr>
        <p:spPr>
          <a:xfrm>
            <a:off x="2551176" y="4126688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400" dirty="0"/>
          </a:p>
        </p:txBody>
      </p:sp>
      <p:sp>
        <p:nvSpPr>
          <p:cNvPr id="159" name="Shape 55">
            <a:extLst>
              <a:ext uri="{FF2B5EF4-FFF2-40B4-BE49-F238E27FC236}">
                <a16:creationId xmlns:a16="http://schemas.microsoft.com/office/drawing/2014/main" id="{0DE32E35-2389-431D-C197-54E52ABC4B89}"/>
              </a:ext>
            </a:extLst>
          </p:cNvPr>
          <p:cNvSpPr/>
          <p:nvPr/>
        </p:nvSpPr>
        <p:spPr>
          <a:xfrm>
            <a:off x="3763670" y="2456687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Text 56">
            <a:extLst>
              <a:ext uri="{FF2B5EF4-FFF2-40B4-BE49-F238E27FC236}">
                <a16:creationId xmlns:a16="http://schemas.microsoft.com/office/drawing/2014/main" id="{A18DEB64-7F08-EB16-A041-1D44426C1D04}"/>
              </a:ext>
            </a:extLst>
          </p:cNvPr>
          <p:cNvSpPr/>
          <p:nvPr/>
        </p:nvSpPr>
        <p:spPr>
          <a:xfrm>
            <a:off x="3769212" y="2500470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400" dirty="0"/>
          </a:p>
        </p:txBody>
      </p:sp>
      <p:sp>
        <p:nvSpPr>
          <p:cNvPr id="163" name="Shape 57">
            <a:extLst>
              <a:ext uri="{FF2B5EF4-FFF2-40B4-BE49-F238E27FC236}">
                <a16:creationId xmlns:a16="http://schemas.microsoft.com/office/drawing/2014/main" id="{2E5CEB2E-14B2-DDBD-0F42-B5F898DF8AFD}"/>
              </a:ext>
            </a:extLst>
          </p:cNvPr>
          <p:cNvSpPr/>
          <p:nvPr/>
        </p:nvSpPr>
        <p:spPr>
          <a:xfrm>
            <a:off x="3906317" y="3287268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Text 58">
            <a:extLst>
              <a:ext uri="{FF2B5EF4-FFF2-40B4-BE49-F238E27FC236}">
                <a16:creationId xmlns:a16="http://schemas.microsoft.com/office/drawing/2014/main" id="{E3F892EE-79CC-63D6-5D7E-D870A0D674B2}"/>
              </a:ext>
            </a:extLst>
          </p:cNvPr>
          <p:cNvSpPr/>
          <p:nvPr/>
        </p:nvSpPr>
        <p:spPr>
          <a:xfrm>
            <a:off x="3906317" y="3342132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400" dirty="0"/>
          </a:p>
        </p:txBody>
      </p:sp>
      <p:sp>
        <p:nvSpPr>
          <p:cNvPr id="167" name="Shape 59">
            <a:extLst>
              <a:ext uri="{FF2B5EF4-FFF2-40B4-BE49-F238E27FC236}">
                <a16:creationId xmlns:a16="http://schemas.microsoft.com/office/drawing/2014/main" id="{3BAF58A4-3121-C69F-B3C0-3B4C7633C3AA}"/>
              </a:ext>
            </a:extLst>
          </p:cNvPr>
          <p:cNvSpPr/>
          <p:nvPr/>
        </p:nvSpPr>
        <p:spPr>
          <a:xfrm>
            <a:off x="3870655" y="4143147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Text 60">
            <a:extLst>
              <a:ext uri="{FF2B5EF4-FFF2-40B4-BE49-F238E27FC236}">
                <a16:creationId xmlns:a16="http://schemas.microsoft.com/office/drawing/2014/main" id="{1559BB86-383F-2368-EFAD-71208981A72D}"/>
              </a:ext>
            </a:extLst>
          </p:cNvPr>
          <p:cNvSpPr/>
          <p:nvPr/>
        </p:nvSpPr>
        <p:spPr>
          <a:xfrm>
            <a:off x="3870655" y="4198011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400" dirty="0"/>
          </a:p>
        </p:txBody>
      </p:sp>
      <p:sp>
        <p:nvSpPr>
          <p:cNvPr id="171" name="Shape 61">
            <a:extLst>
              <a:ext uri="{FF2B5EF4-FFF2-40B4-BE49-F238E27FC236}">
                <a16:creationId xmlns:a16="http://schemas.microsoft.com/office/drawing/2014/main" id="{04256E11-CD54-736F-7BD8-CC47CD0E4D52}"/>
              </a:ext>
            </a:extLst>
          </p:cNvPr>
          <p:cNvSpPr/>
          <p:nvPr/>
        </p:nvSpPr>
        <p:spPr>
          <a:xfrm>
            <a:off x="5047488" y="3287268"/>
            <a:ext cx="393192" cy="393192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Text 62">
            <a:extLst>
              <a:ext uri="{FF2B5EF4-FFF2-40B4-BE49-F238E27FC236}">
                <a16:creationId xmlns:a16="http://schemas.microsoft.com/office/drawing/2014/main" id="{37B94AF7-763C-055C-82DF-7CEB56354FAB}"/>
              </a:ext>
            </a:extLst>
          </p:cNvPr>
          <p:cNvSpPr/>
          <p:nvPr/>
        </p:nvSpPr>
        <p:spPr>
          <a:xfrm>
            <a:off x="5047488" y="3342132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Search is repeated selection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search algorithms share the same basic loop.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L05: Uninformed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44168" y="19842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C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13816" y="2450592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 start on frontier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496312" y="2468880"/>
            <a:ext cx="320040" cy="0"/>
          </a:xfrm>
          <a:prstGeom prst="line">
            <a:avLst/>
          </a:prstGeom>
          <a:noFill/>
          <a:ln w="25400">
            <a:solidFill>
              <a:srgbClr val="F2C14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26080" y="187452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DCEEFF"/>
          </a:solidFill>
          <a:ln w="12700">
            <a:solidFill>
              <a:srgbClr val="1D5FA7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84448" y="19842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5F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054096" y="2450592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one frontier node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736592" y="2468880"/>
            <a:ext cx="320040" cy="0"/>
          </a:xfrm>
          <a:prstGeom prst="line">
            <a:avLst/>
          </a:prstGeom>
          <a:noFill/>
          <a:ln w="25400">
            <a:solidFill>
              <a:srgbClr val="F2C14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166360" y="187452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24728" y="19842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C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294376" y="2450592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for goal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976872" y="2468880"/>
            <a:ext cx="320040" cy="0"/>
          </a:xfrm>
          <a:prstGeom prst="line">
            <a:avLst/>
          </a:prstGeom>
          <a:noFill/>
          <a:ln w="25400">
            <a:solidFill>
              <a:srgbClr val="F2C14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406640" y="187452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065008" y="19842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C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534656" y="2450592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 successors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217152" y="2468880"/>
            <a:ext cx="320040" cy="0"/>
          </a:xfrm>
          <a:prstGeom prst="line">
            <a:avLst/>
          </a:prstGeom>
          <a:noFill/>
          <a:ln w="25400">
            <a:solidFill>
              <a:srgbClr val="F2C14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646920" y="187452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305288" y="19842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C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774936" y="2450592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frontier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97280" y="437083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algorithm changes when the selection rule changes.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841248" y="5715000"/>
            <a:ext cx="1481328" cy="420624"/>
          </a:xfrm>
          <a:prstGeom prst="roundRect">
            <a:avLst>
              <a:gd name="adj" fmla="val 1521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86968" y="5843016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Frontier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2395728" y="5852160"/>
            <a:ext cx="164592" cy="164592"/>
          </a:xfrm>
          <a:prstGeom prst="chevron">
            <a:avLst/>
          </a:prstGeom>
          <a:solidFill>
            <a:srgbClr val="B8C7D8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660904" y="5715000"/>
            <a:ext cx="1481328" cy="420624"/>
          </a:xfrm>
          <a:prstGeom prst="roundRect">
            <a:avLst>
              <a:gd name="adj" fmla="val 15217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06624" y="5843016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4215384" y="5852160"/>
            <a:ext cx="164592" cy="164592"/>
          </a:xfrm>
          <a:prstGeom prst="chevron">
            <a:avLst/>
          </a:prstGeom>
          <a:solidFill>
            <a:srgbClr val="B8C7D8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480560" y="5715000"/>
            <a:ext cx="1481328" cy="420624"/>
          </a:xfrm>
          <a:prstGeom prst="roundRect">
            <a:avLst>
              <a:gd name="adj" fmla="val 1521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26280" y="5843016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 test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6035040" y="5852160"/>
            <a:ext cx="164592" cy="164592"/>
          </a:xfrm>
          <a:prstGeom prst="chevron">
            <a:avLst/>
          </a:prstGeom>
          <a:solidFill>
            <a:srgbClr val="B8C7D8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300216" y="5715000"/>
            <a:ext cx="1481328" cy="420624"/>
          </a:xfrm>
          <a:prstGeom prst="roundRect">
            <a:avLst>
              <a:gd name="adj" fmla="val 1521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345936" y="5843016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7854696" y="5852160"/>
            <a:ext cx="164592" cy="164592"/>
          </a:xfrm>
          <a:prstGeom prst="chevron">
            <a:avLst/>
          </a:prstGeom>
          <a:solidFill>
            <a:srgbClr val="B8C7D8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119872" y="5715000"/>
            <a:ext cx="1481328" cy="420624"/>
          </a:xfrm>
          <a:prstGeom prst="roundRect">
            <a:avLst>
              <a:gd name="adj" fmla="val 1521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165592" y="5843016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 search node?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node stores enough information to recover how a state was reached.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L05: Uninformed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68680" y="1600200"/>
            <a:ext cx="475488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1600200"/>
            <a:ext cx="2377440" cy="66294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728216"/>
            <a:ext cx="2286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600200"/>
            <a:ext cx="2377440" cy="66294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91840" y="1728216"/>
            <a:ext cx="2286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2263140"/>
            <a:ext cx="2377440" cy="66294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2382012"/>
            <a:ext cx="228600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46120" y="2263140"/>
            <a:ext cx="2377440" cy="66294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91840" y="2382012"/>
            <a:ext cx="228600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situation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68680" y="2926080"/>
            <a:ext cx="2377440" cy="66294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3044952"/>
            <a:ext cx="228600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Parent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46120" y="2926080"/>
            <a:ext cx="2377440" cy="66294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91840" y="3044952"/>
            <a:ext cx="228600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previous node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" y="3589020"/>
            <a:ext cx="2377440" cy="66294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" y="3707892"/>
            <a:ext cx="228600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46120" y="3589020"/>
            <a:ext cx="2377440" cy="66294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91840" y="3707892"/>
            <a:ext cx="228600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from parent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68680" y="4251960"/>
            <a:ext cx="2377440" cy="66294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4400" y="4370832"/>
            <a:ext cx="228600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Depth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46120" y="4251960"/>
            <a:ext cx="2377440" cy="66294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91840" y="4370832"/>
            <a:ext cx="228600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 of actions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68680" y="4914900"/>
            <a:ext cx="2377440" cy="66294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14400" y="5033772"/>
            <a:ext cx="228600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g(n)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246120" y="4914900"/>
            <a:ext cx="2377440" cy="66294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91840" y="5033772"/>
            <a:ext cx="228600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from start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172200" y="1783080"/>
            <a:ext cx="4846320" cy="3429000"/>
          </a:xfrm>
          <a:prstGeom prst="roundRect">
            <a:avLst>
              <a:gd name="adj" fmla="val 2133"/>
            </a:avLst>
          </a:prstGeom>
          <a:solidFill>
            <a:srgbClr val="F4F8FC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46520" y="2103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vs. node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492240" y="269748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State: one situation in the problem.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node: a record of one path that reaches that state.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state can appear through different paths with different costs.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State space, search tree, repeated states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situation may be reached through several paths.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L05: Uninformed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68680" y="1600200"/>
            <a:ext cx="443484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43000" y="187452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space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 flipV="1">
            <a:off x="2056014" y="2873988"/>
            <a:ext cx="960120" cy="557784"/>
          </a:xfrm>
          <a:prstGeom prst="line">
            <a:avLst/>
          </a:prstGeom>
          <a:noFill/>
          <a:ln w="2540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56014" y="3431772"/>
            <a:ext cx="914400" cy="548640"/>
          </a:xfrm>
          <a:prstGeom prst="line">
            <a:avLst/>
          </a:prstGeom>
          <a:noFill/>
          <a:ln w="2540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70414" y="2883132"/>
            <a:ext cx="1188720" cy="548640"/>
          </a:xfrm>
          <a:prstGeom prst="line">
            <a:avLst/>
          </a:prstGeom>
          <a:noFill/>
          <a:ln w="2540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 flipV="1">
            <a:off x="2970414" y="3431772"/>
            <a:ext cx="1188720" cy="548640"/>
          </a:xfrm>
          <a:prstGeom prst="line">
            <a:avLst/>
          </a:prstGeom>
          <a:noFill/>
          <a:ln w="2540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836558" y="3212316"/>
            <a:ext cx="438912" cy="438912"/>
          </a:xfrm>
          <a:prstGeom prst="ellipse">
            <a:avLst/>
          </a:prstGeom>
          <a:solidFill>
            <a:srgbClr val="39A87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836558" y="326718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50958" y="2663676"/>
            <a:ext cx="438912" cy="43891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50958" y="271854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50958" y="3760956"/>
            <a:ext cx="438912" cy="43891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50958" y="381582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939678" y="3212316"/>
            <a:ext cx="438912" cy="438912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939678" y="326718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 is one state.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989320" y="1600200"/>
            <a:ext cx="5166360" cy="3703320"/>
          </a:xfrm>
          <a:prstGeom prst="roundRect">
            <a:avLst>
              <a:gd name="adj" fmla="val 1975"/>
            </a:avLst>
          </a:prstGeom>
          <a:solidFill>
            <a:srgbClr val="F4F8FC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63640" y="18745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tree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6537960" y="25603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D5F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1: S → A → E</a:t>
            </a: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1D5F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2: S → B → E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6355080" y="384048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explored set helps prevent cycles and repeated expansion.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UCS, a cheaper path may need to replace a more expensive one.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frontier controls the algorithm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search loop stays similar; the frontier rule changes behavior.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L05: Uninformed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101955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1691640"/>
            <a:ext cx="3398520" cy="68580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1819656"/>
            <a:ext cx="330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12920" y="1691640"/>
            <a:ext cx="3398520" cy="68580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58640" y="1819656"/>
            <a:ext cx="330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Frontier structure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11440" y="1691640"/>
            <a:ext cx="3398520" cy="68580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57160" y="1819656"/>
            <a:ext cx="330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next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4400" y="2377440"/>
            <a:ext cx="3398520" cy="68580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20" y="2496312"/>
            <a:ext cx="3307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BFS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312920" y="2377440"/>
            <a:ext cx="3398520" cy="68580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58640" y="2496312"/>
            <a:ext cx="3307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Queue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711440" y="2377440"/>
            <a:ext cx="3398520" cy="68580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57160" y="2496312"/>
            <a:ext cx="3307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oldest / shallowest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4400" y="3063240"/>
            <a:ext cx="3398520" cy="68580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60120" y="3182112"/>
            <a:ext cx="3307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312920" y="3063240"/>
            <a:ext cx="3398520" cy="68580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58640" y="3182112"/>
            <a:ext cx="3307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711440" y="3063240"/>
            <a:ext cx="3398520" cy="68580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57160" y="3182112"/>
            <a:ext cx="3307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newest / deepest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14400" y="3749040"/>
            <a:ext cx="3398520" cy="68580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60120" y="3867912"/>
            <a:ext cx="3307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312920" y="3749040"/>
            <a:ext cx="3398520" cy="68580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358640" y="3867912"/>
            <a:ext cx="3307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queue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711440" y="3749040"/>
            <a:ext cx="3398520" cy="68580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757160" y="3867912"/>
            <a:ext cx="3307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lowest g(n)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60120" y="507492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graph. Same goal. Different frontier. Different expansion order.</a:t>
            </a:r>
            <a:endParaRPr lang="en-US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Breadth-First Search: explore by layers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BFS expands the shallowest available node first.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L05: Uninformed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027468" y="2217420"/>
            <a:ext cx="3886200" cy="2423160"/>
          </a:xfrm>
          <a:prstGeom prst="roundRect">
            <a:avLst>
              <a:gd name="adj" fmla="val 3019"/>
            </a:avLst>
          </a:prstGeom>
          <a:solidFill>
            <a:srgbClr val="F4F8FC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301788" y="24917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Frontier behavior</a:t>
            </a:r>
            <a:endParaRPr lang="en-US" sz="2300" dirty="0"/>
          </a:p>
        </p:txBody>
      </p:sp>
      <p:sp>
        <p:nvSpPr>
          <p:cNvPr id="31" name="Text 29"/>
          <p:cNvSpPr/>
          <p:nvPr/>
        </p:nvSpPr>
        <p:spPr>
          <a:xfrm>
            <a:off x="7484668" y="31775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D5F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Queue</a:t>
            </a:r>
            <a:endParaRPr lang="en-US" sz="2700" dirty="0"/>
          </a:p>
          <a:p>
            <a:pPr marL="0" indent="0" algn="ctr">
              <a:buNone/>
            </a:pPr>
            <a:r>
              <a:rPr lang="en-US" sz="2700" b="1" dirty="0">
                <a:solidFill>
                  <a:srgbClr val="1D5F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in, first out</a:t>
            </a:r>
            <a:endParaRPr lang="en-US" sz="2700" dirty="0"/>
          </a:p>
        </p:txBody>
      </p:sp>
      <p:sp>
        <p:nvSpPr>
          <p:cNvPr id="32" name="Text 30"/>
          <p:cNvSpPr/>
          <p:nvPr/>
        </p:nvSpPr>
        <p:spPr>
          <a:xfrm>
            <a:off x="1021080" y="5855361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BFS does not know edge costs unless every step cost is effectively equal.</a:t>
            </a:r>
            <a:endParaRPr lang="en-US" sz="2100" dirty="0"/>
          </a:p>
        </p:txBody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AE179B7C-8CFB-2C1F-DE93-A47BE86304ED}"/>
              </a:ext>
            </a:extLst>
          </p:cNvPr>
          <p:cNvSpPr/>
          <p:nvPr/>
        </p:nvSpPr>
        <p:spPr>
          <a:xfrm>
            <a:off x="594360" y="1406348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9">
            <a:extLst>
              <a:ext uri="{FF2B5EF4-FFF2-40B4-BE49-F238E27FC236}">
                <a16:creationId xmlns:a16="http://schemas.microsoft.com/office/drawing/2014/main" id="{CF97D686-E7FB-BE45-90F5-CE5217F0B1B9}"/>
              </a:ext>
            </a:extLst>
          </p:cNvPr>
          <p:cNvSpPr/>
          <p:nvPr/>
        </p:nvSpPr>
        <p:spPr>
          <a:xfrm flipH="1">
            <a:off x="1278332" y="2858415"/>
            <a:ext cx="1122883" cy="813817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r>
              <a:rPr lang="en-US" dirty="0"/>
              <a:t>F</a:t>
            </a:r>
          </a:p>
        </p:txBody>
      </p:sp>
      <p:sp>
        <p:nvSpPr>
          <p:cNvPr id="43" name="Shape 5">
            <a:extLst>
              <a:ext uri="{FF2B5EF4-FFF2-40B4-BE49-F238E27FC236}">
                <a16:creationId xmlns:a16="http://schemas.microsoft.com/office/drawing/2014/main" id="{3BDDC66E-A519-0645-E89E-B38FAF3876E3}"/>
              </a:ext>
            </a:extLst>
          </p:cNvPr>
          <p:cNvSpPr/>
          <p:nvPr/>
        </p:nvSpPr>
        <p:spPr>
          <a:xfrm>
            <a:off x="1278331" y="3642970"/>
            <a:ext cx="1105510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6">
            <a:extLst>
              <a:ext uri="{FF2B5EF4-FFF2-40B4-BE49-F238E27FC236}">
                <a16:creationId xmlns:a16="http://schemas.microsoft.com/office/drawing/2014/main" id="{B5C67DEE-4ABA-16C1-0729-0D16796A2290}"/>
              </a:ext>
            </a:extLst>
          </p:cNvPr>
          <p:cNvSpPr/>
          <p:nvPr/>
        </p:nvSpPr>
        <p:spPr>
          <a:xfrm>
            <a:off x="1278331" y="3642970"/>
            <a:ext cx="1105510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7">
            <a:extLst>
              <a:ext uri="{FF2B5EF4-FFF2-40B4-BE49-F238E27FC236}">
                <a16:creationId xmlns:a16="http://schemas.microsoft.com/office/drawing/2014/main" id="{69268753-7FF3-38CE-057E-476F8068D848}"/>
              </a:ext>
            </a:extLst>
          </p:cNvPr>
          <p:cNvSpPr/>
          <p:nvPr/>
        </p:nvSpPr>
        <p:spPr>
          <a:xfrm>
            <a:off x="1278331" y="3642970"/>
            <a:ext cx="1105510" cy="784555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8">
            <a:extLst>
              <a:ext uri="{FF2B5EF4-FFF2-40B4-BE49-F238E27FC236}">
                <a16:creationId xmlns:a16="http://schemas.microsoft.com/office/drawing/2014/main" id="{44DE6E69-3ABA-0C48-C30D-9E853CDD8AA4}"/>
              </a:ext>
            </a:extLst>
          </p:cNvPr>
          <p:cNvSpPr/>
          <p:nvPr/>
        </p:nvSpPr>
        <p:spPr>
          <a:xfrm>
            <a:off x="2383841" y="2858415"/>
            <a:ext cx="1212494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9">
            <a:extLst>
              <a:ext uri="{FF2B5EF4-FFF2-40B4-BE49-F238E27FC236}">
                <a16:creationId xmlns:a16="http://schemas.microsoft.com/office/drawing/2014/main" id="{5A911C52-91A7-C825-AD71-643C74964F2C}"/>
              </a:ext>
            </a:extLst>
          </p:cNvPr>
          <p:cNvSpPr/>
          <p:nvPr/>
        </p:nvSpPr>
        <p:spPr>
          <a:xfrm>
            <a:off x="2383841" y="2858415"/>
            <a:ext cx="1355141" cy="784555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10">
            <a:extLst>
              <a:ext uri="{FF2B5EF4-FFF2-40B4-BE49-F238E27FC236}">
                <a16:creationId xmlns:a16="http://schemas.microsoft.com/office/drawing/2014/main" id="{A4604136-5DA2-FB86-7EB1-058DA81508A1}"/>
              </a:ext>
            </a:extLst>
          </p:cNvPr>
          <p:cNvSpPr/>
          <p:nvPr/>
        </p:nvSpPr>
        <p:spPr>
          <a:xfrm>
            <a:off x="2383841" y="3642970"/>
            <a:ext cx="1355141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11">
            <a:extLst>
              <a:ext uri="{FF2B5EF4-FFF2-40B4-BE49-F238E27FC236}">
                <a16:creationId xmlns:a16="http://schemas.microsoft.com/office/drawing/2014/main" id="{51FDC032-B6E6-7784-1362-80677ACE68FC}"/>
              </a:ext>
            </a:extLst>
          </p:cNvPr>
          <p:cNvSpPr/>
          <p:nvPr/>
        </p:nvSpPr>
        <p:spPr>
          <a:xfrm>
            <a:off x="2383841" y="3642970"/>
            <a:ext cx="1319479" cy="855878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12">
            <a:extLst>
              <a:ext uri="{FF2B5EF4-FFF2-40B4-BE49-F238E27FC236}">
                <a16:creationId xmlns:a16="http://schemas.microsoft.com/office/drawing/2014/main" id="{7D7FF42B-B5A1-A9BF-62C6-1993B9822C45}"/>
              </a:ext>
            </a:extLst>
          </p:cNvPr>
          <p:cNvSpPr/>
          <p:nvPr/>
        </p:nvSpPr>
        <p:spPr>
          <a:xfrm>
            <a:off x="2383841" y="4427526"/>
            <a:ext cx="1319479" cy="71323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13">
            <a:extLst>
              <a:ext uri="{FF2B5EF4-FFF2-40B4-BE49-F238E27FC236}">
                <a16:creationId xmlns:a16="http://schemas.microsoft.com/office/drawing/2014/main" id="{CCF3ACC9-DC47-85C2-9645-0538C17E5895}"/>
              </a:ext>
            </a:extLst>
          </p:cNvPr>
          <p:cNvSpPr/>
          <p:nvPr/>
        </p:nvSpPr>
        <p:spPr>
          <a:xfrm>
            <a:off x="3596335" y="2751430"/>
            <a:ext cx="1283818" cy="89154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14">
            <a:extLst>
              <a:ext uri="{FF2B5EF4-FFF2-40B4-BE49-F238E27FC236}">
                <a16:creationId xmlns:a16="http://schemas.microsoft.com/office/drawing/2014/main" id="{5A5C9171-20A8-0E80-CE51-7C82AB21F14C}"/>
              </a:ext>
            </a:extLst>
          </p:cNvPr>
          <p:cNvSpPr/>
          <p:nvPr/>
        </p:nvSpPr>
        <p:spPr>
          <a:xfrm>
            <a:off x="3738982" y="3642970"/>
            <a:ext cx="1141171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15">
            <a:extLst>
              <a:ext uri="{FF2B5EF4-FFF2-40B4-BE49-F238E27FC236}">
                <a16:creationId xmlns:a16="http://schemas.microsoft.com/office/drawing/2014/main" id="{92045DAA-E8DB-CC07-C643-0E7094ADFE1D}"/>
              </a:ext>
            </a:extLst>
          </p:cNvPr>
          <p:cNvSpPr/>
          <p:nvPr/>
        </p:nvSpPr>
        <p:spPr>
          <a:xfrm flipV="1">
            <a:off x="3703320" y="3642970"/>
            <a:ext cx="1176833" cy="855879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16">
            <a:extLst>
              <a:ext uri="{FF2B5EF4-FFF2-40B4-BE49-F238E27FC236}">
                <a16:creationId xmlns:a16="http://schemas.microsoft.com/office/drawing/2014/main" id="{B051CB34-6EAA-6AC7-53E3-C4738F0089C1}"/>
              </a:ext>
            </a:extLst>
          </p:cNvPr>
          <p:cNvSpPr/>
          <p:nvPr/>
        </p:nvSpPr>
        <p:spPr>
          <a:xfrm>
            <a:off x="1081735" y="3446374"/>
            <a:ext cx="393192" cy="393192"/>
          </a:xfrm>
          <a:prstGeom prst="ellipse">
            <a:avLst/>
          </a:prstGeom>
          <a:solidFill>
            <a:srgbClr val="39A87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17">
            <a:extLst>
              <a:ext uri="{FF2B5EF4-FFF2-40B4-BE49-F238E27FC236}">
                <a16:creationId xmlns:a16="http://schemas.microsoft.com/office/drawing/2014/main" id="{D253AFB4-B532-06AC-DC8E-571FA7E31B09}"/>
              </a:ext>
            </a:extLst>
          </p:cNvPr>
          <p:cNvSpPr/>
          <p:nvPr/>
        </p:nvSpPr>
        <p:spPr>
          <a:xfrm>
            <a:off x="1081735" y="3501238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400" dirty="0"/>
          </a:p>
        </p:txBody>
      </p:sp>
      <p:sp>
        <p:nvSpPr>
          <p:cNvPr id="69" name="Shape 18">
            <a:extLst>
              <a:ext uri="{FF2B5EF4-FFF2-40B4-BE49-F238E27FC236}">
                <a16:creationId xmlns:a16="http://schemas.microsoft.com/office/drawing/2014/main" id="{6B7B3417-9D50-8E17-4B91-6A1A3B71CAFB}"/>
              </a:ext>
            </a:extLst>
          </p:cNvPr>
          <p:cNvSpPr/>
          <p:nvPr/>
        </p:nvSpPr>
        <p:spPr>
          <a:xfrm>
            <a:off x="2187245" y="2661819"/>
            <a:ext cx="393192" cy="393192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19">
            <a:extLst>
              <a:ext uri="{FF2B5EF4-FFF2-40B4-BE49-F238E27FC236}">
                <a16:creationId xmlns:a16="http://schemas.microsoft.com/office/drawing/2014/main" id="{5EC357A3-9316-6459-A022-FFD80241DCE8}"/>
              </a:ext>
            </a:extLst>
          </p:cNvPr>
          <p:cNvSpPr/>
          <p:nvPr/>
        </p:nvSpPr>
        <p:spPr>
          <a:xfrm>
            <a:off x="2187245" y="2716683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400" dirty="0"/>
          </a:p>
        </p:txBody>
      </p:sp>
      <p:sp>
        <p:nvSpPr>
          <p:cNvPr id="73" name="Shape 20">
            <a:extLst>
              <a:ext uri="{FF2B5EF4-FFF2-40B4-BE49-F238E27FC236}">
                <a16:creationId xmlns:a16="http://schemas.microsoft.com/office/drawing/2014/main" id="{91CCDC0D-C045-172B-5B3C-5908AE076E6E}"/>
              </a:ext>
            </a:extLst>
          </p:cNvPr>
          <p:cNvSpPr/>
          <p:nvPr/>
        </p:nvSpPr>
        <p:spPr>
          <a:xfrm>
            <a:off x="2187245" y="3446374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21">
            <a:extLst>
              <a:ext uri="{FF2B5EF4-FFF2-40B4-BE49-F238E27FC236}">
                <a16:creationId xmlns:a16="http://schemas.microsoft.com/office/drawing/2014/main" id="{57FE5807-7F6E-96C1-3D8F-B4401154D814}"/>
              </a:ext>
            </a:extLst>
          </p:cNvPr>
          <p:cNvSpPr/>
          <p:nvPr/>
        </p:nvSpPr>
        <p:spPr>
          <a:xfrm>
            <a:off x="2187245" y="3501238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400" dirty="0"/>
          </a:p>
        </p:txBody>
      </p:sp>
      <p:sp>
        <p:nvSpPr>
          <p:cNvPr id="77" name="Shape 22">
            <a:extLst>
              <a:ext uri="{FF2B5EF4-FFF2-40B4-BE49-F238E27FC236}">
                <a16:creationId xmlns:a16="http://schemas.microsoft.com/office/drawing/2014/main" id="{943B83A3-7C9D-C026-7679-953844D210DD}"/>
              </a:ext>
            </a:extLst>
          </p:cNvPr>
          <p:cNvSpPr/>
          <p:nvPr/>
        </p:nvSpPr>
        <p:spPr>
          <a:xfrm>
            <a:off x="2187245" y="4230930"/>
            <a:ext cx="393192" cy="393192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23">
            <a:extLst>
              <a:ext uri="{FF2B5EF4-FFF2-40B4-BE49-F238E27FC236}">
                <a16:creationId xmlns:a16="http://schemas.microsoft.com/office/drawing/2014/main" id="{C8074A0B-B146-632A-8156-DD4AA07C6239}"/>
              </a:ext>
            </a:extLst>
          </p:cNvPr>
          <p:cNvSpPr/>
          <p:nvPr/>
        </p:nvSpPr>
        <p:spPr>
          <a:xfrm>
            <a:off x="2187245" y="4285794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400" dirty="0"/>
          </a:p>
        </p:txBody>
      </p:sp>
      <p:sp>
        <p:nvSpPr>
          <p:cNvPr id="81" name="Shape 24">
            <a:extLst>
              <a:ext uri="{FF2B5EF4-FFF2-40B4-BE49-F238E27FC236}">
                <a16:creationId xmlns:a16="http://schemas.microsoft.com/office/drawing/2014/main" id="{749A0834-293F-A40F-9C28-B621502D3331}"/>
              </a:ext>
            </a:extLst>
          </p:cNvPr>
          <p:cNvSpPr/>
          <p:nvPr/>
        </p:nvSpPr>
        <p:spPr>
          <a:xfrm>
            <a:off x="3399739" y="2554834"/>
            <a:ext cx="393192" cy="393192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25">
            <a:extLst>
              <a:ext uri="{FF2B5EF4-FFF2-40B4-BE49-F238E27FC236}">
                <a16:creationId xmlns:a16="http://schemas.microsoft.com/office/drawing/2014/main" id="{8DC01C47-9C8F-2318-5D79-BE8E3B11EC4F}"/>
              </a:ext>
            </a:extLst>
          </p:cNvPr>
          <p:cNvSpPr/>
          <p:nvPr/>
        </p:nvSpPr>
        <p:spPr>
          <a:xfrm>
            <a:off x="3399739" y="2609698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400" dirty="0"/>
          </a:p>
        </p:txBody>
      </p:sp>
      <p:sp>
        <p:nvSpPr>
          <p:cNvPr id="85" name="Shape 26">
            <a:extLst>
              <a:ext uri="{FF2B5EF4-FFF2-40B4-BE49-F238E27FC236}">
                <a16:creationId xmlns:a16="http://schemas.microsoft.com/office/drawing/2014/main" id="{48009C64-0ECB-7A33-17DE-5093843AC2D0}"/>
              </a:ext>
            </a:extLst>
          </p:cNvPr>
          <p:cNvSpPr/>
          <p:nvPr/>
        </p:nvSpPr>
        <p:spPr>
          <a:xfrm>
            <a:off x="3542386" y="3446374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27">
            <a:extLst>
              <a:ext uri="{FF2B5EF4-FFF2-40B4-BE49-F238E27FC236}">
                <a16:creationId xmlns:a16="http://schemas.microsoft.com/office/drawing/2014/main" id="{46612412-A367-E95D-BFF5-F49ED8429403}"/>
              </a:ext>
            </a:extLst>
          </p:cNvPr>
          <p:cNvSpPr/>
          <p:nvPr/>
        </p:nvSpPr>
        <p:spPr>
          <a:xfrm>
            <a:off x="3542386" y="3501238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400" dirty="0"/>
          </a:p>
        </p:txBody>
      </p:sp>
      <p:sp>
        <p:nvSpPr>
          <p:cNvPr id="89" name="Shape 28">
            <a:extLst>
              <a:ext uri="{FF2B5EF4-FFF2-40B4-BE49-F238E27FC236}">
                <a16:creationId xmlns:a16="http://schemas.microsoft.com/office/drawing/2014/main" id="{06C2DC6E-F9AE-D6C9-2AEB-1D65203B20EF}"/>
              </a:ext>
            </a:extLst>
          </p:cNvPr>
          <p:cNvSpPr/>
          <p:nvPr/>
        </p:nvSpPr>
        <p:spPr>
          <a:xfrm>
            <a:off x="3506724" y="4302253"/>
            <a:ext cx="393192" cy="393192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29">
            <a:extLst>
              <a:ext uri="{FF2B5EF4-FFF2-40B4-BE49-F238E27FC236}">
                <a16:creationId xmlns:a16="http://schemas.microsoft.com/office/drawing/2014/main" id="{5F97A042-A567-5B53-A8E7-88C304751363}"/>
              </a:ext>
            </a:extLst>
          </p:cNvPr>
          <p:cNvSpPr/>
          <p:nvPr/>
        </p:nvSpPr>
        <p:spPr>
          <a:xfrm>
            <a:off x="3506724" y="4357117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400" dirty="0"/>
          </a:p>
        </p:txBody>
      </p:sp>
      <p:sp>
        <p:nvSpPr>
          <p:cNvPr id="93" name="Shape 30">
            <a:extLst>
              <a:ext uri="{FF2B5EF4-FFF2-40B4-BE49-F238E27FC236}">
                <a16:creationId xmlns:a16="http://schemas.microsoft.com/office/drawing/2014/main" id="{5297D925-C9EF-881B-F1BE-FB4E9844C337}"/>
              </a:ext>
            </a:extLst>
          </p:cNvPr>
          <p:cNvSpPr/>
          <p:nvPr/>
        </p:nvSpPr>
        <p:spPr>
          <a:xfrm>
            <a:off x="4683557" y="3446374"/>
            <a:ext cx="393192" cy="393192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31">
            <a:extLst>
              <a:ext uri="{FF2B5EF4-FFF2-40B4-BE49-F238E27FC236}">
                <a16:creationId xmlns:a16="http://schemas.microsoft.com/office/drawing/2014/main" id="{8AF696D6-2510-F6B1-3D95-E467C0D01B08}"/>
              </a:ext>
            </a:extLst>
          </p:cNvPr>
          <p:cNvSpPr/>
          <p:nvPr/>
        </p:nvSpPr>
        <p:spPr>
          <a:xfrm>
            <a:off x="4683557" y="3501238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BFS queue mechanics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oldest frontier node is expanded next.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L05: Uninformed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76856" y="183739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94E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here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962656" y="2157430"/>
            <a:ext cx="0" cy="411480"/>
          </a:xfrm>
          <a:prstGeom prst="line">
            <a:avLst/>
          </a:prstGeom>
          <a:noFill/>
          <a:ln w="31750">
            <a:solidFill>
              <a:srgbClr val="D94E4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14600" y="2606040"/>
            <a:ext cx="822960" cy="530352"/>
          </a:xfrm>
          <a:prstGeom prst="roundRect">
            <a:avLst>
              <a:gd name="adj" fmla="val 13793"/>
            </a:avLst>
          </a:prstGeom>
          <a:solidFill>
            <a:srgbClr val="1D5FA7"/>
          </a:solidFill>
          <a:ln w="12700">
            <a:solidFill>
              <a:srgbClr val="1D5F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0" y="267919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794760" y="2606040"/>
            <a:ext cx="822960" cy="530352"/>
          </a:xfrm>
          <a:prstGeom prst="roundRect">
            <a:avLst>
              <a:gd name="adj" fmla="val 13793"/>
            </a:avLst>
          </a:prstGeom>
          <a:solidFill>
            <a:srgbClr val="1D5FA7"/>
          </a:solidFill>
          <a:ln w="12700">
            <a:solidFill>
              <a:srgbClr val="1D5F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40480" y="267919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74920" y="2606040"/>
            <a:ext cx="822960" cy="530352"/>
          </a:xfrm>
          <a:prstGeom prst="roundRect">
            <a:avLst>
              <a:gd name="adj" fmla="val 13793"/>
            </a:avLst>
          </a:prstGeom>
          <a:solidFill>
            <a:srgbClr val="1D5FA7"/>
          </a:solidFill>
          <a:ln w="12700">
            <a:solidFill>
              <a:srgbClr val="1D5F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20640" y="267919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720840" y="2880360"/>
            <a:ext cx="914400" cy="0"/>
          </a:xfrm>
          <a:prstGeom prst="line">
            <a:avLst/>
          </a:prstGeom>
          <a:noFill/>
          <a:ln w="31750">
            <a:solidFill>
              <a:srgbClr val="F2C14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58952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9A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new successors here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732520" y="2148840"/>
            <a:ext cx="0" cy="411480"/>
          </a:xfrm>
          <a:prstGeom prst="line">
            <a:avLst/>
          </a:prstGeom>
          <a:noFill/>
          <a:ln w="31750">
            <a:solidFill>
              <a:srgbClr val="39A87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97280" y="3977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update: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560320" y="44520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Pop A → add D, E → frontier becomes [B, C, D, E]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41248" y="5715000"/>
            <a:ext cx="1481328" cy="420624"/>
          </a:xfrm>
          <a:prstGeom prst="roundRect">
            <a:avLst>
              <a:gd name="adj" fmla="val 15217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86968" y="5843016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Frontier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2395728" y="5852160"/>
            <a:ext cx="164592" cy="164592"/>
          </a:xfrm>
          <a:prstGeom prst="chevron">
            <a:avLst/>
          </a:prstGeom>
          <a:solidFill>
            <a:srgbClr val="B8C7D8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660904" y="5715000"/>
            <a:ext cx="1481328" cy="420624"/>
          </a:xfrm>
          <a:prstGeom prst="roundRect">
            <a:avLst>
              <a:gd name="adj" fmla="val 1521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06624" y="5843016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4215384" y="5852160"/>
            <a:ext cx="164592" cy="164592"/>
          </a:xfrm>
          <a:prstGeom prst="chevron">
            <a:avLst/>
          </a:prstGeom>
          <a:solidFill>
            <a:srgbClr val="B8C7D8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480560" y="5715000"/>
            <a:ext cx="1481328" cy="420624"/>
          </a:xfrm>
          <a:prstGeom prst="roundRect">
            <a:avLst>
              <a:gd name="adj" fmla="val 1521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26280" y="5843016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 test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6035040" y="5852160"/>
            <a:ext cx="164592" cy="164592"/>
          </a:xfrm>
          <a:prstGeom prst="chevron">
            <a:avLst/>
          </a:prstGeom>
          <a:solidFill>
            <a:srgbClr val="B8C7D8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300216" y="5715000"/>
            <a:ext cx="1481328" cy="420624"/>
          </a:xfrm>
          <a:prstGeom prst="roundRect">
            <a:avLst>
              <a:gd name="adj" fmla="val 1521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345936" y="5843016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7854696" y="5852160"/>
            <a:ext cx="164592" cy="164592"/>
          </a:xfrm>
          <a:prstGeom prst="chevron">
            <a:avLst/>
          </a:prstGeom>
          <a:solidFill>
            <a:srgbClr val="B8C7D8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119872" y="5715000"/>
            <a:ext cx="1481328" cy="420624"/>
          </a:xfrm>
          <a:prstGeom prst="roundRect">
            <a:avLst>
              <a:gd name="adj" fmla="val 1521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165592" y="5843016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</a:t>
            </a:r>
            <a:endParaRPr lang="en-US" sz="1020" dirty="0"/>
          </a:p>
        </p:txBody>
      </p:sp>
      <p:sp>
        <p:nvSpPr>
          <p:cNvPr id="33" name="Shape 6">
            <a:extLst>
              <a:ext uri="{FF2B5EF4-FFF2-40B4-BE49-F238E27FC236}">
                <a16:creationId xmlns:a16="http://schemas.microsoft.com/office/drawing/2014/main" id="{65B83383-62FA-D4E7-04D8-74F643054B04}"/>
              </a:ext>
            </a:extLst>
          </p:cNvPr>
          <p:cNvSpPr/>
          <p:nvPr/>
        </p:nvSpPr>
        <p:spPr>
          <a:xfrm>
            <a:off x="7772400" y="2607425"/>
            <a:ext cx="822960" cy="530352"/>
          </a:xfrm>
          <a:prstGeom prst="roundRect">
            <a:avLst>
              <a:gd name="adj" fmla="val 13793"/>
            </a:avLst>
          </a:prstGeom>
          <a:solidFill>
            <a:srgbClr val="1D5FA7"/>
          </a:solidFill>
          <a:ln w="12700">
            <a:solidFill>
              <a:srgbClr val="1D5F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B18BC4F3-149C-51E9-AF3B-80346E61DEED}"/>
              </a:ext>
            </a:extLst>
          </p:cNvPr>
          <p:cNvSpPr/>
          <p:nvPr/>
        </p:nvSpPr>
        <p:spPr>
          <a:xfrm>
            <a:off x="7818120" y="2680577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</a:rPr>
              <a:t>D</a:t>
            </a:r>
            <a:endParaRPr lang="en-US" sz="1800" dirty="0"/>
          </a:p>
        </p:txBody>
      </p:sp>
      <p:sp>
        <p:nvSpPr>
          <p:cNvPr id="35" name="Shape 8">
            <a:extLst>
              <a:ext uri="{FF2B5EF4-FFF2-40B4-BE49-F238E27FC236}">
                <a16:creationId xmlns:a16="http://schemas.microsoft.com/office/drawing/2014/main" id="{F5F749A9-DE40-5562-49C8-8ED2EEC2A590}"/>
              </a:ext>
            </a:extLst>
          </p:cNvPr>
          <p:cNvSpPr/>
          <p:nvPr/>
        </p:nvSpPr>
        <p:spPr>
          <a:xfrm>
            <a:off x="8854440" y="2587752"/>
            <a:ext cx="822960" cy="530352"/>
          </a:xfrm>
          <a:prstGeom prst="roundRect">
            <a:avLst>
              <a:gd name="adj" fmla="val 13793"/>
            </a:avLst>
          </a:prstGeom>
          <a:solidFill>
            <a:srgbClr val="1D5FA7"/>
          </a:solidFill>
          <a:ln w="12700">
            <a:solidFill>
              <a:srgbClr val="1D5F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A55036C8-8110-E273-6B3F-E481163CE94B}"/>
              </a:ext>
            </a:extLst>
          </p:cNvPr>
          <p:cNvSpPr/>
          <p:nvPr/>
        </p:nvSpPr>
        <p:spPr>
          <a:xfrm>
            <a:off x="8900160" y="2660904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</a:rPr>
              <a:t>E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Guided BFS trace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expansion order, frontier, and returned path separately.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L05: Uninformed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263640" y="1463040"/>
            <a:ext cx="502920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263640" y="1463040"/>
            <a:ext cx="1257300" cy="60198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309360" y="1591056"/>
            <a:ext cx="116586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520940" y="1463040"/>
            <a:ext cx="1257300" cy="60198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566660" y="1591056"/>
            <a:ext cx="116586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Expanded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778240" y="1463040"/>
            <a:ext cx="1257300" cy="60198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823960" y="1591056"/>
            <a:ext cx="116586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Added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10035540" y="1463040"/>
            <a:ext cx="1257300" cy="60198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0081260" y="1591056"/>
            <a:ext cx="116586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Frontier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263640" y="2065020"/>
            <a:ext cx="1257300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309360" y="218389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180" dirty="0"/>
          </a:p>
        </p:txBody>
      </p:sp>
      <p:sp>
        <p:nvSpPr>
          <p:cNvPr id="45" name="Shape 43"/>
          <p:cNvSpPr/>
          <p:nvPr/>
        </p:nvSpPr>
        <p:spPr>
          <a:xfrm>
            <a:off x="7520940" y="2065020"/>
            <a:ext cx="1257300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566660" y="218389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180" dirty="0"/>
          </a:p>
        </p:txBody>
      </p:sp>
      <p:sp>
        <p:nvSpPr>
          <p:cNvPr id="47" name="Shape 45"/>
          <p:cNvSpPr/>
          <p:nvPr/>
        </p:nvSpPr>
        <p:spPr>
          <a:xfrm>
            <a:off x="8778240" y="2065020"/>
            <a:ext cx="1257300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823960" y="218389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180" dirty="0"/>
          </a:p>
        </p:txBody>
      </p:sp>
      <p:sp>
        <p:nvSpPr>
          <p:cNvPr id="49" name="Shape 47"/>
          <p:cNvSpPr/>
          <p:nvPr/>
        </p:nvSpPr>
        <p:spPr>
          <a:xfrm>
            <a:off x="10035540" y="2065020"/>
            <a:ext cx="1257300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0081260" y="218389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[S]</a:t>
            </a:r>
            <a:endParaRPr lang="en-US" sz="1180" dirty="0"/>
          </a:p>
        </p:txBody>
      </p:sp>
      <p:sp>
        <p:nvSpPr>
          <p:cNvPr id="51" name="Shape 49"/>
          <p:cNvSpPr/>
          <p:nvPr/>
        </p:nvSpPr>
        <p:spPr>
          <a:xfrm>
            <a:off x="6263640" y="2667000"/>
            <a:ext cx="1257300" cy="60198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309360" y="278587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80" dirty="0"/>
          </a:p>
        </p:txBody>
      </p:sp>
      <p:sp>
        <p:nvSpPr>
          <p:cNvPr id="53" name="Shape 51"/>
          <p:cNvSpPr/>
          <p:nvPr/>
        </p:nvSpPr>
        <p:spPr>
          <a:xfrm>
            <a:off x="7520940" y="2667000"/>
            <a:ext cx="1257300" cy="60198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566660" y="278587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180" dirty="0"/>
          </a:p>
        </p:txBody>
      </p:sp>
      <p:sp>
        <p:nvSpPr>
          <p:cNvPr id="55" name="Shape 53"/>
          <p:cNvSpPr/>
          <p:nvPr/>
        </p:nvSpPr>
        <p:spPr>
          <a:xfrm>
            <a:off x="8778240" y="2667000"/>
            <a:ext cx="1257300" cy="60198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8823960" y="278587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A, B, C</a:t>
            </a:r>
            <a:endParaRPr lang="en-US" sz="1180" dirty="0"/>
          </a:p>
        </p:txBody>
      </p:sp>
      <p:sp>
        <p:nvSpPr>
          <p:cNvPr id="57" name="Shape 55"/>
          <p:cNvSpPr/>
          <p:nvPr/>
        </p:nvSpPr>
        <p:spPr>
          <a:xfrm>
            <a:off x="10035540" y="2667000"/>
            <a:ext cx="1257300" cy="60198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0081260" y="278587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[A, B, C]</a:t>
            </a:r>
            <a:endParaRPr lang="en-US" sz="1180" dirty="0"/>
          </a:p>
        </p:txBody>
      </p:sp>
      <p:sp>
        <p:nvSpPr>
          <p:cNvPr id="59" name="Shape 57"/>
          <p:cNvSpPr/>
          <p:nvPr/>
        </p:nvSpPr>
        <p:spPr>
          <a:xfrm>
            <a:off x="6263640" y="3268980"/>
            <a:ext cx="1257300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309360" y="338785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80" dirty="0"/>
          </a:p>
        </p:txBody>
      </p:sp>
      <p:sp>
        <p:nvSpPr>
          <p:cNvPr id="61" name="Shape 59"/>
          <p:cNvSpPr/>
          <p:nvPr/>
        </p:nvSpPr>
        <p:spPr>
          <a:xfrm>
            <a:off x="7520940" y="3268980"/>
            <a:ext cx="1257300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7566660" y="338785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180" dirty="0"/>
          </a:p>
        </p:txBody>
      </p:sp>
      <p:sp>
        <p:nvSpPr>
          <p:cNvPr id="63" name="Shape 61"/>
          <p:cNvSpPr/>
          <p:nvPr/>
        </p:nvSpPr>
        <p:spPr>
          <a:xfrm>
            <a:off x="8778240" y="3268980"/>
            <a:ext cx="1257300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8823960" y="338785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D, E</a:t>
            </a:r>
            <a:endParaRPr lang="en-US" sz="1180" dirty="0"/>
          </a:p>
        </p:txBody>
      </p:sp>
      <p:sp>
        <p:nvSpPr>
          <p:cNvPr id="65" name="Shape 63"/>
          <p:cNvSpPr/>
          <p:nvPr/>
        </p:nvSpPr>
        <p:spPr>
          <a:xfrm>
            <a:off x="10035540" y="3268980"/>
            <a:ext cx="1257300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10081260" y="338785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[B, C, D, E]</a:t>
            </a:r>
            <a:endParaRPr lang="en-US" sz="1180" dirty="0"/>
          </a:p>
        </p:txBody>
      </p:sp>
      <p:sp>
        <p:nvSpPr>
          <p:cNvPr id="67" name="Shape 65"/>
          <p:cNvSpPr/>
          <p:nvPr/>
        </p:nvSpPr>
        <p:spPr>
          <a:xfrm>
            <a:off x="6263640" y="3870960"/>
            <a:ext cx="1257300" cy="60198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309360" y="398983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80" dirty="0"/>
          </a:p>
        </p:txBody>
      </p:sp>
      <p:sp>
        <p:nvSpPr>
          <p:cNvPr id="69" name="Shape 67"/>
          <p:cNvSpPr/>
          <p:nvPr/>
        </p:nvSpPr>
        <p:spPr>
          <a:xfrm>
            <a:off x="7520940" y="3870960"/>
            <a:ext cx="1257300" cy="60198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7566660" y="398983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180" dirty="0"/>
          </a:p>
        </p:txBody>
      </p:sp>
      <p:sp>
        <p:nvSpPr>
          <p:cNvPr id="71" name="Shape 69"/>
          <p:cNvSpPr/>
          <p:nvPr/>
        </p:nvSpPr>
        <p:spPr>
          <a:xfrm>
            <a:off x="8778240" y="3870960"/>
            <a:ext cx="1257300" cy="60198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8823960" y="398983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180" dirty="0"/>
          </a:p>
        </p:txBody>
      </p:sp>
      <p:sp>
        <p:nvSpPr>
          <p:cNvPr id="73" name="Shape 71"/>
          <p:cNvSpPr/>
          <p:nvPr/>
        </p:nvSpPr>
        <p:spPr>
          <a:xfrm>
            <a:off x="10035540" y="3870960"/>
            <a:ext cx="1257300" cy="60198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10081260" y="398983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[C, D, E]</a:t>
            </a:r>
            <a:endParaRPr lang="en-US" sz="1180" dirty="0"/>
          </a:p>
        </p:txBody>
      </p:sp>
      <p:sp>
        <p:nvSpPr>
          <p:cNvPr id="75" name="Shape 73"/>
          <p:cNvSpPr/>
          <p:nvPr/>
        </p:nvSpPr>
        <p:spPr>
          <a:xfrm>
            <a:off x="6263640" y="4472940"/>
            <a:ext cx="1257300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6309360" y="459181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...</a:t>
            </a:r>
            <a:endParaRPr lang="en-US" sz="1180" dirty="0"/>
          </a:p>
        </p:txBody>
      </p:sp>
      <p:sp>
        <p:nvSpPr>
          <p:cNvPr id="77" name="Shape 75"/>
          <p:cNvSpPr/>
          <p:nvPr/>
        </p:nvSpPr>
        <p:spPr>
          <a:xfrm>
            <a:off x="7520940" y="4472940"/>
            <a:ext cx="1257300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7566660" y="459181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</a:t>
            </a:r>
            <a:endParaRPr lang="en-US" sz="1180" dirty="0"/>
          </a:p>
        </p:txBody>
      </p:sp>
      <p:sp>
        <p:nvSpPr>
          <p:cNvPr id="79" name="Shape 77"/>
          <p:cNvSpPr/>
          <p:nvPr/>
        </p:nvSpPr>
        <p:spPr>
          <a:xfrm>
            <a:off x="8778240" y="4472940"/>
            <a:ext cx="1257300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8823960" y="459181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</a:t>
            </a:r>
            <a:endParaRPr lang="en-US" sz="1180" dirty="0"/>
          </a:p>
        </p:txBody>
      </p:sp>
      <p:sp>
        <p:nvSpPr>
          <p:cNvPr id="81" name="Shape 79"/>
          <p:cNvSpPr/>
          <p:nvPr/>
        </p:nvSpPr>
        <p:spPr>
          <a:xfrm>
            <a:off x="10035540" y="4472940"/>
            <a:ext cx="1257300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10081260" y="459181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...</a:t>
            </a:r>
            <a:endParaRPr lang="en-US" sz="1180" dirty="0"/>
          </a:p>
        </p:txBody>
      </p:sp>
      <p:sp>
        <p:nvSpPr>
          <p:cNvPr id="83" name="Text 81"/>
          <p:cNvSpPr/>
          <p:nvPr/>
        </p:nvSpPr>
        <p:spPr>
          <a:xfrm>
            <a:off x="914400" y="571500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confuse: expanded order, frontier contents, and solution path.</a:t>
            </a:r>
            <a:endParaRPr lang="en-US" sz="2000" dirty="0"/>
          </a:p>
        </p:txBody>
      </p:sp>
      <p:sp>
        <p:nvSpPr>
          <p:cNvPr id="85" name="Shape 26">
            <a:extLst>
              <a:ext uri="{FF2B5EF4-FFF2-40B4-BE49-F238E27FC236}">
                <a16:creationId xmlns:a16="http://schemas.microsoft.com/office/drawing/2014/main" id="{DAA6F3AC-D5D6-D944-FC43-034CA28E8981}"/>
              </a:ext>
            </a:extLst>
          </p:cNvPr>
          <p:cNvSpPr/>
          <p:nvPr/>
        </p:nvSpPr>
        <p:spPr>
          <a:xfrm flipH="1">
            <a:off x="1666952" y="2714854"/>
            <a:ext cx="1105509" cy="723292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14">
            <a:extLst>
              <a:ext uri="{FF2B5EF4-FFF2-40B4-BE49-F238E27FC236}">
                <a16:creationId xmlns:a16="http://schemas.microsoft.com/office/drawing/2014/main" id="{B0F32EA8-7274-C0DC-81B2-6810045222F4}"/>
              </a:ext>
            </a:extLst>
          </p:cNvPr>
          <p:cNvSpPr/>
          <p:nvPr/>
        </p:nvSpPr>
        <p:spPr>
          <a:xfrm>
            <a:off x="1642262" y="3483864"/>
            <a:ext cx="1105510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15">
            <a:extLst>
              <a:ext uri="{FF2B5EF4-FFF2-40B4-BE49-F238E27FC236}">
                <a16:creationId xmlns:a16="http://schemas.microsoft.com/office/drawing/2014/main" id="{91C5893B-23AF-AB7B-57B9-6FFCB2429641}"/>
              </a:ext>
            </a:extLst>
          </p:cNvPr>
          <p:cNvSpPr/>
          <p:nvPr/>
        </p:nvSpPr>
        <p:spPr>
          <a:xfrm>
            <a:off x="2085289" y="2981859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16">
            <a:extLst>
              <a:ext uri="{FF2B5EF4-FFF2-40B4-BE49-F238E27FC236}">
                <a16:creationId xmlns:a16="http://schemas.microsoft.com/office/drawing/2014/main" id="{62C13CBD-C7C1-05D7-C70D-AEC4858B4B86}"/>
              </a:ext>
            </a:extLst>
          </p:cNvPr>
          <p:cNvSpPr/>
          <p:nvPr/>
        </p:nvSpPr>
        <p:spPr>
          <a:xfrm>
            <a:off x="2121865" y="3018435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93" name="Shape 17">
            <a:extLst>
              <a:ext uri="{FF2B5EF4-FFF2-40B4-BE49-F238E27FC236}">
                <a16:creationId xmlns:a16="http://schemas.microsoft.com/office/drawing/2014/main" id="{B92421E7-3219-2C61-AD8B-3D1821EF1814}"/>
              </a:ext>
            </a:extLst>
          </p:cNvPr>
          <p:cNvSpPr/>
          <p:nvPr/>
        </p:nvSpPr>
        <p:spPr>
          <a:xfrm>
            <a:off x="1642262" y="3483864"/>
            <a:ext cx="1105510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18">
            <a:extLst>
              <a:ext uri="{FF2B5EF4-FFF2-40B4-BE49-F238E27FC236}">
                <a16:creationId xmlns:a16="http://schemas.microsoft.com/office/drawing/2014/main" id="{BCF2E01A-C18D-7750-E0CD-5AB5B0BC93C8}"/>
              </a:ext>
            </a:extLst>
          </p:cNvPr>
          <p:cNvSpPr/>
          <p:nvPr/>
        </p:nvSpPr>
        <p:spPr>
          <a:xfrm>
            <a:off x="2085289" y="337413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19">
            <a:extLst>
              <a:ext uri="{FF2B5EF4-FFF2-40B4-BE49-F238E27FC236}">
                <a16:creationId xmlns:a16="http://schemas.microsoft.com/office/drawing/2014/main" id="{CDD38573-ECED-C7AA-8CDA-F5B9C2894291}"/>
              </a:ext>
            </a:extLst>
          </p:cNvPr>
          <p:cNvSpPr/>
          <p:nvPr/>
        </p:nvSpPr>
        <p:spPr>
          <a:xfrm>
            <a:off x="2121865" y="341071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99" name="Shape 20">
            <a:extLst>
              <a:ext uri="{FF2B5EF4-FFF2-40B4-BE49-F238E27FC236}">
                <a16:creationId xmlns:a16="http://schemas.microsoft.com/office/drawing/2014/main" id="{84B18728-69DC-6A47-9258-4724E281F5E9}"/>
              </a:ext>
            </a:extLst>
          </p:cNvPr>
          <p:cNvSpPr/>
          <p:nvPr/>
        </p:nvSpPr>
        <p:spPr>
          <a:xfrm>
            <a:off x="1642262" y="3483864"/>
            <a:ext cx="1105510" cy="784555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21">
            <a:extLst>
              <a:ext uri="{FF2B5EF4-FFF2-40B4-BE49-F238E27FC236}">
                <a16:creationId xmlns:a16="http://schemas.microsoft.com/office/drawing/2014/main" id="{B6E307AF-6DE5-7F5E-036A-DC6E99BC22A5}"/>
              </a:ext>
            </a:extLst>
          </p:cNvPr>
          <p:cNvSpPr/>
          <p:nvPr/>
        </p:nvSpPr>
        <p:spPr>
          <a:xfrm>
            <a:off x="2085289" y="3766414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22">
            <a:extLst>
              <a:ext uri="{FF2B5EF4-FFF2-40B4-BE49-F238E27FC236}">
                <a16:creationId xmlns:a16="http://schemas.microsoft.com/office/drawing/2014/main" id="{A3E9CD67-E1C6-2809-FE42-9E30CD0AEF8A}"/>
              </a:ext>
            </a:extLst>
          </p:cNvPr>
          <p:cNvSpPr/>
          <p:nvPr/>
        </p:nvSpPr>
        <p:spPr>
          <a:xfrm>
            <a:off x="2121865" y="3802990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05" name="Shape 23">
            <a:extLst>
              <a:ext uri="{FF2B5EF4-FFF2-40B4-BE49-F238E27FC236}">
                <a16:creationId xmlns:a16="http://schemas.microsoft.com/office/drawing/2014/main" id="{70A1EE16-3764-8108-E007-72435F426CCA}"/>
              </a:ext>
            </a:extLst>
          </p:cNvPr>
          <p:cNvSpPr/>
          <p:nvPr/>
        </p:nvSpPr>
        <p:spPr>
          <a:xfrm>
            <a:off x="2747772" y="2699309"/>
            <a:ext cx="1212494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24">
            <a:extLst>
              <a:ext uri="{FF2B5EF4-FFF2-40B4-BE49-F238E27FC236}">
                <a16:creationId xmlns:a16="http://schemas.microsoft.com/office/drawing/2014/main" id="{450F5243-0733-97CA-89EE-7EBC1B4BE2CE}"/>
              </a:ext>
            </a:extLst>
          </p:cNvPr>
          <p:cNvSpPr/>
          <p:nvPr/>
        </p:nvSpPr>
        <p:spPr>
          <a:xfrm>
            <a:off x="3244291" y="2536089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25">
            <a:extLst>
              <a:ext uri="{FF2B5EF4-FFF2-40B4-BE49-F238E27FC236}">
                <a16:creationId xmlns:a16="http://schemas.microsoft.com/office/drawing/2014/main" id="{E9E32B0E-22F8-EFBA-2DA5-03589569191F}"/>
              </a:ext>
            </a:extLst>
          </p:cNvPr>
          <p:cNvSpPr/>
          <p:nvPr/>
        </p:nvSpPr>
        <p:spPr>
          <a:xfrm>
            <a:off x="3280867" y="2572665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11" name="Shape 26">
            <a:extLst>
              <a:ext uri="{FF2B5EF4-FFF2-40B4-BE49-F238E27FC236}">
                <a16:creationId xmlns:a16="http://schemas.microsoft.com/office/drawing/2014/main" id="{336FA4F8-401D-A6C1-D023-8261EC8AB58B}"/>
              </a:ext>
            </a:extLst>
          </p:cNvPr>
          <p:cNvSpPr/>
          <p:nvPr/>
        </p:nvSpPr>
        <p:spPr>
          <a:xfrm>
            <a:off x="2747772" y="2699309"/>
            <a:ext cx="1355141" cy="784555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27">
            <a:extLst>
              <a:ext uri="{FF2B5EF4-FFF2-40B4-BE49-F238E27FC236}">
                <a16:creationId xmlns:a16="http://schemas.microsoft.com/office/drawing/2014/main" id="{D12C0C2C-1AB1-AE5A-2649-BD08FB398453}"/>
              </a:ext>
            </a:extLst>
          </p:cNvPr>
          <p:cNvSpPr/>
          <p:nvPr/>
        </p:nvSpPr>
        <p:spPr>
          <a:xfrm>
            <a:off x="3315614" y="2981859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28">
            <a:extLst>
              <a:ext uri="{FF2B5EF4-FFF2-40B4-BE49-F238E27FC236}">
                <a16:creationId xmlns:a16="http://schemas.microsoft.com/office/drawing/2014/main" id="{3D13D1C1-22E6-D37A-2289-3EAD182A6864}"/>
              </a:ext>
            </a:extLst>
          </p:cNvPr>
          <p:cNvSpPr/>
          <p:nvPr/>
        </p:nvSpPr>
        <p:spPr>
          <a:xfrm>
            <a:off x="3352190" y="3018435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117" name="Shape 29">
            <a:extLst>
              <a:ext uri="{FF2B5EF4-FFF2-40B4-BE49-F238E27FC236}">
                <a16:creationId xmlns:a16="http://schemas.microsoft.com/office/drawing/2014/main" id="{E512E30C-7A15-C652-4D16-A4BAD7BAAB0F}"/>
              </a:ext>
            </a:extLst>
          </p:cNvPr>
          <p:cNvSpPr/>
          <p:nvPr/>
        </p:nvSpPr>
        <p:spPr>
          <a:xfrm>
            <a:off x="2747772" y="3483864"/>
            <a:ext cx="1355141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30">
            <a:extLst>
              <a:ext uri="{FF2B5EF4-FFF2-40B4-BE49-F238E27FC236}">
                <a16:creationId xmlns:a16="http://schemas.microsoft.com/office/drawing/2014/main" id="{5FCDA57F-CA30-8738-EC19-C19440425051}"/>
              </a:ext>
            </a:extLst>
          </p:cNvPr>
          <p:cNvSpPr/>
          <p:nvPr/>
        </p:nvSpPr>
        <p:spPr>
          <a:xfrm>
            <a:off x="3315614" y="337413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31">
            <a:extLst>
              <a:ext uri="{FF2B5EF4-FFF2-40B4-BE49-F238E27FC236}">
                <a16:creationId xmlns:a16="http://schemas.microsoft.com/office/drawing/2014/main" id="{89461E93-FC36-3768-B07D-6DBFEAF8502A}"/>
              </a:ext>
            </a:extLst>
          </p:cNvPr>
          <p:cNvSpPr/>
          <p:nvPr/>
        </p:nvSpPr>
        <p:spPr>
          <a:xfrm>
            <a:off x="3352190" y="341071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23" name="Shape 32">
            <a:extLst>
              <a:ext uri="{FF2B5EF4-FFF2-40B4-BE49-F238E27FC236}">
                <a16:creationId xmlns:a16="http://schemas.microsoft.com/office/drawing/2014/main" id="{218C8E3E-C13A-149F-2183-118B4C8E2615}"/>
              </a:ext>
            </a:extLst>
          </p:cNvPr>
          <p:cNvSpPr/>
          <p:nvPr/>
        </p:nvSpPr>
        <p:spPr>
          <a:xfrm>
            <a:off x="2747772" y="3483864"/>
            <a:ext cx="1319479" cy="855878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33">
            <a:extLst>
              <a:ext uri="{FF2B5EF4-FFF2-40B4-BE49-F238E27FC236}">
                <a16:creationId xmlns:a16="http://schemas.microsoft.com/office/drawing/2014/main" id="{B0F02001-93E9-C72E-D429-1A20565CB959}"/>
              </a:ext>
            </a:extLst>
          </p:cNvPr>
          <p:cNvSpPr/>
          <p:nvPr/>
        </p:nvSpPr>
        <p:spPr>
          <a:xfrm>
            <a:off x="3297783" y="380207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Text 34">
            <a:extLst>
              <a:ext uri="{FF2B5EF4-FFF2-40B4-BE49-F238E27FC236}">
                <a16:creationId xmlns:a16="http://schemas.microsoft.com/office/drawing/2014/main" id="{D4FB8A86-7C16-315A-BFFB-57EDDB064A69}"/>
              </a:ext>
            </a:extLst>
          </p:cNvPr>
          <p:cNvSpPr/>
          <p:nvPr/>
        </p:nvSpPr>
        <p:spPr>
          <a:xfrm>
            <a:off x="3334359" y="383865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129" name="Shape 35">
            <a:extLst>
              <a:ext uri="{FF2B5EF4-FFF2-40B4-BE49-F238E27FC236}">
                <a16:creationId xmlns:a16="http://schemas.microsoft.com/office/drawing/2014/main" id="{4A379364-87DC-622F-C84F-9D92631E1E14}"/>
              </a:ext>
            </a:extLst>
          </p:cNvPr>
          <p:cNvSpPr/>
          <p:nvPr/>
        </p:nvSpPr>
        <p:spPr>
          <a:xfrm>
            <a:off x="2747772" y="4268420"/>
            <a:ext cx="1319479" cy="71323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36">
            <a:extLst>
              <a:ext uri="{FF2B5EF4-FFF2-40B4-BE49-F238E27FC236}">
                <a16:creationId xmlns:a16="http://schemas.microsoft.com/office/drawing/2014/main" id="{FE7647EB-650B-26CE-A6AF-E5A08AC85684}"/>
              </a:ext>
            </a:extLst>
          </p:cNvPr>
          <p:cNvSpPr/>
          <p:nvPr/>
        </p:nvSpPr>
        <p:spPr>
          <a:xfrm>
            <a:off x="3297783" y="4194353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Text 37">
            <a:extLst>
              <a:ext uri="{FF2B5EF4-FFF2-40B4-BE49-F238E27FC236}">
                <a16:creationId xmlns:a16="http://schemas.microsoft.com/office/drawing/2014/main" id="{CDE6837D-66A4-F3B2-E1A3-7B7C0D1A8904}"/>
              </a:ext>
            </a:extLst>
          </p:cNvPr>
          <p:cNvSpPr/>
          <p:nvPr/>
        </p:nvSpPr>
        <p:spPr>
          <a:xfrm>
            <a:off x="3334359" y="4230929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35" name="Shape 38">
            <a:extLst>
              <a:ext uri="{FF2B5EF4-FFF2-40B4-BE49-F238E27FC236}">
                <a16:creationId xmlns:a16="http://schemas.microsoft.com/office/drawing/2014/main" id="{6EB36611-344A-AE19-13E6-71BEF3FA6A08}"/>
              </a:ext>
            </a:extLst>
          </p:cNvPr>
          <p:cNvSpPr/>
          <p:nvPr/>
        </p:nvSpPr>
        <p:spPr>
          <a:xfrm>
            <a:off x="3960266" y="2592324"/>
            <a:ext cx="1283818" cy="89154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39">
            <a:extLst>
              <a:ext uri="{FF2B5EF4-FFF2-40B4-BE49-F238E27FC236}">
                <a16:creationId xmlns:a16="http://schemas.microsoft.com/office/drawing/2014/main" id="{963F7053-4B96-BCC0-1AFE-037A130843FD}"/>
              </a:ext>
            </a:extLst>
          </p:cNvPr>
          <p:cNvSpPr/>
          <p:nvPr/>
        </p:nvSpPr>
        <p:spPr>
          <a:xfrm>
            <a:off x="4492447" y="292836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Text 40">
            <a:extLst>
              <a:ext uri="{FF2B5EF4-FFF2-40B4-BE49-F238E27FC236}">
                <a16:creationId xmlns:a16="http://schemas.microsoft.com/office/drawing/2014/main" id="{A05C9157-1B20-EFEA-0EEB-8788B99B3E09}"/>
              </a:ext>
            </a:extLst>
          </p:cNvPr>
          <p:cNvSpPr/>
          <p:nvPr/>
        </p:nvSpPr>
        <p:spPr>
          <a:xfrm>
            <a:off x="4529023" y="296494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50" dirty="0"/>
          </a:p>
        </p:txBody>
      </p:sp>
      <p:sp>
        <p:nvSpPr>
          <p:cNvPr id="141" name="Shape 41">
            <a:extLst>
              <a:ext uri="{FF2B5EF4-FFF2-40B4-BE49-F238E27FC236}">
                <a16:creationId xmlns:a16="http://schemas.microsoft.com/office/drawing/2014/main" id="{FCDCD416-DB86-E291-5063-0FA5D59AAE63}"/>
              </a:ext>
            </a:extLst>
          </p:cNvPr>
          <p:cNvSpPr/>
          <p:nvPr/>
        </p:nvSpPr>
        <p:spPr>
          <a:xfrm>
            <a:off x="4102913" y="3483864"/>
            <a:ext cx="1141171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42">
            <a:extLst>
              <a:ext uri="{FF2B5EF4-FFF2-40B4-BE49-F238E27FC236}">
                <a16:creationId xmlns:a16="http://schemas.microsoft.com/office/drawing/2014/main" id="{1E7C24B0-785B-E604-4EB4-D1BC37F7D56C}"/>
              </a:ext>
            </a:extLst>
          </p:cNvPr>
          <p:cNvSpPr/>
          <p:nvPr/>
        </p:nvSpPr>
        <p:spPr>
          <a:xfrm>
            <a:off x="4563770" y="337413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Text 43">
            <a:extLst>
              <a:ext uri="{FF2B5EF4-FFF2-40B4-BE49-F238E27FC236}">
                <a16:creationId xmlns:a16="http://schemas.microsoft.com/office/drawing/2014/main" id="{6FA5F9C2-893E-9580-BD0C-1DD4F28AD686}"/>
              </a:ext>
            </a:extLst>
          </p:cNvPr>
          <p:cNvSpPr/>
          <p:nvPr/>
        </p:nvSpPr>
        <p:spPr>
          <a:xfrm>
            <a:off x="4600346" y="341071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47" name="Shape 44">
            <a:extLst>
              <a:ext uri="{FF2B5EF4-FFF2-40B4-BE49-F238E27FC236}">
                <a16:creationId xmlns:a16="http://schemas.microsoft.com/office/drawing/2014/main" id="{BFB2361A-E842-7959-EBDA-C79105CC4DE8}"/>
              </a:ext>
            </a:extLst>
          </p:cNvPr>
          <p:cNvSpPr/>
          <p:nvPr/>
        </p:nvSpPr>
        <p:spPr>
          <a:xfrm flipV="1">
            <a:off x="4067251" y="3483864"/>
            <a:ext cx="1176833" cy="855879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45">
            <a:extLst>
              <a:ext uri="{FF2B5EF4-FFF2-40B4-BE49-F238E27FC236}">
                <a16:creationId xmlns:a16="http://schemas.microsoft.com/office/drawing/2014/main" id="{49CD03B8-DF62-B15B-03ED-5AC36DCBAE52}"/>
              </a:ext>
            </a:extLst>
          </p:cNvPr>
          <p:cNvSpPr/>
          <p:nvPr/>
        </p:nvSpPr>
        <p:spPr>
          <a:xfrm>
            <a:off x="4545939" y="380207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Text 46">
            <a:extLst>
              <a:ext uri="{FF2B5EF4-FFF2-40B4-BE49-F238E27FC236}">
                <a16:creationId xmlns:a16="http://schemas.microsoft.com/office/drawing/2014/main" id="{5C5DC131-A316-3F5B-D399-B1AC2A1289EA}"/>
              </a:ext>
            </a:extLst>
          </p:cNvPr>
          <p:cNvSpPr/>
          <p:nvPr/>
        </p:nvSpPr>
        <p:spPr>
          <a:xfrm>
            <a:off x="4582515" y="383865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153" name="Shape 47">
            <a:extLst>
              <a:ext uri="{FF2B5EF4-FFF2-40B4-BE49-F238E27FC236}">
                <a16:creationId xmlns:a16="http://schemas.microsoft.com/office/drawing/2014/main" id="{EA2DC66A-CB0F-7AE1-50F0-CB4AA6E6A7A3}"/>
              </a:ext>
            </a:extLst>
          </p:cNvPr>
          <p:cNvSpPr/>
          <p:nvPr/>
        </p:nvSpPr>
        <p:spPr>
          <a:xfrm>
            <a:off x="1445666" y="3287268"/>
            <a:ext cx="393192" cy="393192"/>
          </a:xfrm>
          <a:prstGeom prst="ellipse">
            <a:avLst/>
          </a:prstGeom>
          <a:solidFill>
            <a:srgbClr val="39A87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Text 48">
            <a:extLst>
              <a:ext uri="{FF2B5EF4-FFF2-40B4-BE49-F238E27FC236}">
                <a16:creationId xmlns:a16="http://schemas.microsoft.com/office/drawing/2014/main" id="{13E48B33-4CEA-B0AE-CF04-686ED7BB22D1}"/>
              </a:ext>
            </a:extLst>
          </p:cNvPr>
          <p:cNvSpPr/>
          <p:nvPr/>
        </p:nvSpPr>
        <p:spPr>
          <a:xfrm>
            <a:off x="1445666" y="3342132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400" dirty="0"/>
          </a:p>
        </p:txBody>
      </p:sp>
      <p:sp>
        <p:nvSpPr>
          <p:cNvPr id="157" name="Shape 49">
            <a:extLst>
              <a:ext uri="{FF2B5EF4-FFF2-40B4-BE49-F238E27FC236}">
                <a16:creationId xmlns:a16="http://schemas.microsoft.com/office/drawing/2014/main" id="{0C5031D3-B33D-DADF-D9B2-959AA8467E8D}"/>
              </a:ext>
            </a:extLst>
          </p:cNvPr>
          <p:cNvSpPr/>
          <p:nvPr/>
        </p:nvSpPr>
        <p:spPr>
          <a:xfrm>
            <a:off x="2551176" y="2502713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Text 50">
            <a:extLst>
              <a:ext uri="{FF2B5EF4-FFF2-40B4-BE49-F238E27FC236}">
                <a16:creationId xmlns:a16="http://schemas.microsoft.com/office/drawing/2014/main" id="{7121A980-EE9B-1E96-C117-9E040352DB00}"/>
              </a:ext>
            </a:extLst>
          </p:cNvPr>
          <p:cNvSpPr/>
          <p:nvPr/>
        </p:nvSpPr>
        <p:spPr>
          <a:xfrm>
            <a:off x="2551176" y="2557577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400" dirty="0"/>
          </a:p>
        </p:txBody>
      </p:sp>
      <p:sp>
        <p:nvSpPr>
          <p:cNvPr id="161" name="Shape 51">
            <a:extLst>
              <a:ext uri="{FF2B5EF4-FFF2-40B4-BE49-F238E27FC236}">
                <a16:creationId xmlns:a16="http://schemas.microsoft.com/office/drawing/2014/main" id="{BB123430-48B4-DFEB-8B28-6EC37D5E3B3B}"/>
              </a:ext>
            </a:extLst>
          </p:cNvPr>
          <p:cNvSpPr/>
          <p:nvPr/>
        </p:nvSpPr>
        <p:spPr>
          <a:xfrm>
            <a:off x="2551176" y="3287268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Text 52">
            <a:extLst>
              <a:ext uri="{FF2B5EF4-FFF2-40B4-BE49-F238E27FC236}">
                <a16:creationId xmlns:a16="http://schemas.microsoft.com/office/drawing/2014/main" id="{382C1CC2-340E-3BDF-C28E-6461D4ABBE3E}"/>
              </a:ext>
            </a:extLst>
          </p:cNvPr>
          <p:cNvSpPr/>
          <p:nvPr/>
        </p:nvSpPr>
        <p:spPr>
          <a:xfrm>
            <a:off x="2551176" y="3342132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400" dirty="0"/>
          </a:p>
        </p:txBody>
      </p:sp>
      <p:sp>
        <p:nvSpPr>
          <p:cNvPr id="165" name="Shape 53">
            <a:extLst>
              <a:ext uri="{FF2B5EF4-FFF2-40B4-BE49-F238E27FC236}">
                <a16:creationId xmlns:a16="http://schemas.microsoft.com/office/drawing/2014/main" id="{52352CD3-7564-99C4-EA24-4AAAE3B31919}"/>
              </a:ext>
            </a:extLst>
          </p:cNvPr>
          <p:cNvSpPr/>
          <p:nvPr/>
        </p:nvSpPr>
        <p:spPr>
          <a:xfrm>
            <a:off x="2551176" y="4071824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Text 54">
            <a:extLst>
              <a:ext uri="{FF2B5EF4-FFF2-40B4-BE49-F238E27FC236}">
                <a16:creationId xmlns:a16="http://schemas.microsoft.com/office/drawing/2014/main" id="{CCE71645-BB67-AF4E-524A-4800DCC317B1}"/>
              </a:ext>
            </a:extLst>
          </p:cNvPr>
          <p:cNvSpPr/>
          <p:nvPr/>
        </p:nvSpPr>
        <p:spPr>
          <a:xfrm>
            <a:off x="2551176" y="4126688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400" dirty="0"/>
          </a:p>
        </p:txBody>
      </p:sp>
      <p:sp>
        <p:nvSpPr>
          <p:cNvPr id="169" name="Shape 55">
            <a:extLst>
              <a:ext uri="{FF2B5EF4-FFF2-40B4-BE49-F238E27FC236}">
                <a16:creationId xmlns:a16="http://schemas.microsoft.com/office/drawing/2014/main" id="{41C174C8-FD54-14BF-13D2-3019650E0603}"/>
              </a:ext>
            </a:extLst>
          </p:cNvPr>
          <p:cNvSpPr/>
          <p:nvPr/>
        </p:nvSpPr>
        <p:spPr>
          <a:xfrm>
            <a:off x="3763670" y="2456687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Text 56">
            <a:extLst>
              <a:ext uri="{FF2B5EF4-FFF2-40B4-BE49-F238E27FC236}">
                <a16:creationId xmlns:a16="http://schemas.microsoft.com/office/drawing/2014/main" id="{71E05D65-2090-404F-4100-CD89F1F4CE11}"/>
              </a:ext>
            </a:extLst>
          </p:cNvPr>
          <p:cNvSpPr/>
          <p:nvPr/>
        </p:nvSpPr>
        <p:spPr>
          <a:xfrm>
            <a:off x="3769212" y="2500470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400" dirty="0"/>
          </a:p>
        </p:txBody>
      </p:sp>
      <p:sp>
        <p:nvSpPr>
          <p:cNvPr id="173" name="Shape 57">
            <a:extLst>
              <a:ext uri="{FF2B5EF4-FFF2-40B4-BE49-F238E27FC236}">
                <a16:creationId xmlns:a16="http://schemas.microsoft.com/office/drawing/2014/main" id="{A2398541-3E0F-E082-3F7B-F2085470A589}"/>
              </a:ext>
            </a:extLst>
          </p:cNvPr>
          <p:cNvSpPr/>
          <p:nvPr/>
        </p:nvSpPr>
        <p:spPr>
          <a:xfrm>
            <a:off x="3906317" y="3287268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Text 58">
            <a:extLst>
              <a:ext uri="{FF2B5EF4-FFF2-40B4-BE49-F238E27FC236}">
                <a16:creationId xmlns:a16="http://schemas.microsoft.com/office/drawing/2014/main" id="{1495020D-E6EA-CF7D-BCD2-62DD8BAFA4A0}"/>
              </a:ext>
            </a:extLst>
          </p:cNvPr>
          <p:cNvSpPr/>
          <p:nvPr/>
        </p:nvSpPr>
        <p:spPr>
          <a:xfrm>
            <a:off x="3906317" y="3342132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400" dirty="0"/>
          </a:p>
        </p:txBody>
      </p:sp>
      <p:sp>
        <p:nvSpPr>
          <p:cNvPr id="177" name="Shape 59">
            <a:extLst>
              <a:ext uri="{FF2B5EF4-FFF2-40B4-BE49-F238E27FC236}">
                <a16:creationId xmlns:a16="http://schemas.microsoft.com/office/drawing/2014/main" id="{27B5922D-15A4-D62B-2941-F117AAFD7B32}"/>
              </a:ext>
            </a:extLst>
          </p:cNvPr>
          <p:cNvSpPr/>
          <p:nvPr/>
        </p:nvSpPr>
        <p:spPr>
          <a:xfrm>
            <a:off x="3870655" y="4143147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Text 60">
            <a:extLst>
              <a:ext uri="{FF2B5EF4-FFF2-40B4-BE49-F238E27FC236}">
                <a16:creationId xmlns:a16="http://schemas.microsoft.com/office/drawing/2014/main" id="{DB0C10C9-AC38-1D0E-A0DE-24F9C69BDB29}"/>
              </a:ext>
            </a:extLst>
          </p:cNvPr>
          <p:cNvSpPr/>
          <p:nvPr/>
        </p:nvSpPr>
        <p:spPr>
          <a:xfrm>
            <a:off x="3870655" y="4198011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400" dirty="0"/>
          </a:p>
        </p:txBody>
      </p:sp>
      <p:sp>
        <p:nvSpPr>
          <p:cNvPr id="181" name="Shape 61">
            <a:extLst>
              <a:ext uri="{FF2B5EF4-FFF2-40B4-BE49-F238E27FC236}">
                <a16:creationId xmlns:a16="http://schemas.microsoft.com/office/drawing/2014/main" id="{827E87AB-7AD7-019E-08D6-D3E7A740F2EB}"/>
              </a:ext>
            </a:extLst>
          </p:cNvPr>
          <p:cNvSpPr/>
          <p:nvPr/>
        </p:nvSpPr>
        <p:spPr>
          <a:xfrm>
            <a:off x="5047488" y="3287268"/>
            <a:ext cx="393192" cy="393192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Text 62">
            <a:extLst>
              <a:ext uri="{FF2B5EF4-FFF2-40B4-BE49-F238E27FC236}">
                <a16:creationId xmlns:a16="http://schemas.microsoft.com/office/drawing/2014/main" id="{021C32E9-39F0-D124-4E80-9BC00BAC3B05}"/>
              </a:ext>
            </a:extLst>
          </p:cNvPr>
          <p:cNvSpPr/>
          <p:nvPr/>
        </p:nvSpPr>
        <p:spPr>
          <a:xfrm>
            <a:off x="5047488" y="3342132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1400" dirty="0"/>
          </a:p>
        </p:txBody>
      </p:sp>
      <p:sp>
        <p:nvSpPr>
          <p:cNvPr id="184" name="Shape 26">
            <a:extLst>
              <a:ext uri="{FF2B5EF4-FFF2-40B4-BE49-F238E27FC236}">
                <a16:creationId xmlns:a16="http://schemas.microsoft.com/office/drawing/2014/main" id="{0CF09B68-DE58-BC5B-39BF-2617BE881550}"/>
              </a:ext>
            </a:extLst>
          </p:cNvPr>
          <p:cNvSpPr/>
          <p:nvPr/>
        </p:nvSpPr>
        <p:spPr>
          <a:xfrm flipH="1">
            <a:off x="1671524" y="2714854"/>
            <a:ext cx="1105509" cy="723292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Shape 14">
            <a:extLst>
              <a:ext uri="{FF2B5EF4-FFF2-40B4-BE49-F238E27FC236}">
                <a16:creationId xmlns:a16="http://schemas.microsoft.com/office/drawing/2014/main" id="{FFE01453-26E7-71E8-D600-9EB992428B55}"/>
              </a:ext>
            </a:extLst>
          </p:cNvPr>
          <p:cNvSpPr/>
          <p:nvPr/>
        </p:nvSpPr>
        <p:spPr>
          <a:xfrm>
            <a:off x="1646834" y="3483864"/>
            <a:ext cx="1105510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Shape 15">
            <a:extLst>
              <a:ext uri="{FF2B5EF4-FFF2-40B4-BE49-F238E27FC236}">
                <a16:creationId xmlns:a16="http://schemas.microsoft.com/office/drawing/2014/main" id="{454ED2B0-30F8-92A9-ACC6-BAF2FE3E8FBE}"/>
              </a:ext>
            </a:extLst>
          </p:cNvPr>
          <p:cNvSpPr/>
          <p:nvPr/>
        </p:nvSpPr>
        <p:spPr>
          <a:xfrm>
            <a:off x="2089861" y="2981859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Text 16">
            <a:extLst>
              <a:ext uri="{FF2B5EF4-FFF2-40B4-BE49-F238E27FC236}">
                <a16:creationId xmlns:a16="http://schemas.microsoft.com/office/drawing/2014/main" id="{0E177FC2-01B4-D8DF-DBA5-F6469AFB8208}"/>
              </a:ext>
            </a:extLst>
          </p:cNvPr>
          <p:cNvSpPr/>
          <p:nvPr/>
        </p:nvSpPr>
        <p:spPr>
          <a:xfrm>
            <a:off x="2126437" y="3018435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88" name="Shape 17">
            <a:extLst>
              <a:ext uri="{FF2B5EF4-FFF2-40B4-BE49-F238E27FC236}">
                <a16:creationId xmlns:a16="http://schemas.microsoft.com/office/drawing/2014/main" id="{06FCB9A5-D19F-3515-1844-EFABDAE65542}"/>
              </a:ext>
            </a:extLst>
          </p:cNvPr>
          <p:cNvSpPr/>
          <p:nvPr/>
        </p:nvSpPr>
        <p:spPr>
          <a:xfrm>
            <a:off x="1646834" y="3483864"/>
            <a:ext cx="1105510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Shape 18">
            <a:extLst>
              <a:ext uri="{FF2B5EF4-FFF2-40B4-BE49-F238E27FC236}">
                <a16:creationId xmlns:a16="http://schemas.microsoft.com/office/drawing/2014/main" id="{CB34BAE2-0B85-EAB7-27D9-6C574904AF7C}"/>
              </a:ext>
            </a:extLst>
          </p:cNvPr>
          <p:cNvSpPr/>
          <p:nvPr/>
        </p:nvSpPr>
        <p:spPr>
          <a:xfrm>
            <a:off x="2089861" y="337413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Text 19">
            <a:extLst>
              <a:ext uri="{FF2B5EF4-FFF2-40B4-BE49-F238E27FC236}">
                <a16:creationId xmlns:a16="http://schemas.microsoft.com/office/drawing/2014/main" id="{124695AA-117C-7E86-FACE-F865B593AF7A}"/>
              </a:ext>
            </a:extLst>
          </p:cNvPr>
          <p:cNvSpPr/>
          <p:nvPr/>
        </p:nvSpPr>
        <p:spPr>
          <a:xfrm>
            <a:off x="2126437" y="341071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191" name="Shape 20">
            <a:extLst>
              <a:ext uri="{FF2B5EF4-FFF2-40B4-BE49-F238E27FC236}">
                <a16:creationId xmlns:a16="http://schemas.microsoft.com/office/drawing/2014/main" id="{1D8B3DA3-E269-5914-C9B5-73169165FEB3}"/>
              </a:ext>
            </a:extLst>
          </p:cNvPr>
          <p:cNvSpPr/>
          <p:nvPr/>
        </p:nvSpPr>
        <p:spPr>
          <a:xfrm>
            <a:off x="1646834" y="3483864"/>
            <a:ext cx="1105510" cy="784555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21">
            <a:extLst>
              <a:ext uri="{FF2B5EF4-FFF2-40B4-BE49-F238E27FC236}">
                <a16:creationId xmlns:a16="http://schemas.microsoft.com/office/drawing/2014/main" id="{C07056CA-DF02-2C79-69BA-55CFC27B2F83}"/>
              </a:ext>
            </a:extLst>
          </p:cNvPr>
          <p:cNvSpPr/>
          <p:nvPr/>
        </p:nvSpPr>
        <p:spPr>
          <a:xfrm>
            <a:off x="2089861" y="3766414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Text 22">
            <a:extLst>
              <a:ext uri="{FF2B5EF4-FFF2-40B4-BE49-F238E27FC236}">
                <a16:creationId xmlns:a16="http://schemas.microsoft.com/office/drawing/2014/main" id="{CE625A2A-5440-2B40-DD38-C0FFE97E97EA}"/>
              </a:ext>
            </a:extLst>
          </p:cNvPr>
          <p:cNvSpPr/>
          <p:nvPr/>
        </p:nvSpPr>
        <p:spPr>
          <a:xfrm>
            <a:off x="2126437" y="3802990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94" name="Shape 23">
            <a:extLst>
              <a:ext uri="{FF2B5EF4-FFF2-40B4-BE49-F238E27FC236}">
                <a16:creationId xmlns:a16="http://schemas.microsoft.com/office/drawing/2014/main" id="{65888940-EF0D-EC3C-7FC9-C766D3B81C0C}"/>
              </a:ext>
            </a:extLst>
          </p:cNvPr>
          <p:cNvSpPr/>
          <p:nvPr/>
        </p:nvSpPr>
        <p:spPr>
          <a:xfrm>
            <a:off x="2752344" y="2699309"/>
            <a:ext cx="1212494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Shape 24">
            <a:extLst>
              <a:ext uri="{FF2B5EF4-FFF2-40B4-BE49-F238E27FC236}">
                <a16:creationId xmlns:a16="http://schemas.microsoft.com/office/drawing/2014/main" id="{E2345D14-E47D-B8AF-3C48-2F7AE146C14F}"/>
              </a:ext>
            </a:extLst>
          </p:cNvPr>
          <p:cNvSpPr/>
          <p:nvPr/>
        </p:nvSpPr>
        <p:spPr>
          <a:xfrm>
            <a:off x="3248863" y="2536089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Text 25">
            <a:extLst>
              <a:ext uri="{FF2B5EF4-FFF2-40B4-BE49-F238E27FC236}">
                <a16:creationId xmlns:a16="http://schemas.microsoft.com/office/drawing/2014/main" id="{B9036992-6DC7-E65F-D0C0-65A214467F32}"/>
              </a:ext>
            </a:extLst>
          </p:cNvPr>
          <p:cNvSpPr/>
          <p:nvPr/>
        </p:nvSpPr>
        <p:spPr>
          <a:xfrm>
            <a:off x="3285439" y="2572665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97" name="Shape 26">
            <a:extLst>
              <a:ext uri="{FF2B5EF4-FFF2-40B4-BE49-F238E27FC236}">
                <a16:creationId xmlns:a16="http://schemas.microsoft.com/office/drawing/2014/main" id="{ABB50F62-F0D6-091D-1FE9-D71276542373}"/>
              </a:ext>
            </a:extLst>
          </p:cNvPr>
          <p:cNvSpPr/>
          <p:nvPr/>
        </p:nvSpPr>
        <p:spPr>
          <a:xfrm>
            <a:off x="2752344" y="2699309"/>
            <a:ext cx="1355141" cy="784555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Shape 27">
            <a:extLst>
              <a:ext uri="{FF2B5EF4-FFF2-40B4-BE49-F238E27FC236}">
                <a16:creationId xmlns:a16="http://schemas.microsoft.com/office/drawing/2014/main" id="{86301711-34B9-9EF4-84FD-F2485D2020AD}"/>
              </a:ext>
            </a:extLst>
          </p:cNvPr>
          <p:cNvSpPr/>
          <p:nvPr/>
        </p:nvSpPr>
        <p:spPr>
          <a:xfrm>
            <a:off x="3320186" y="2981859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Text 28">
            <a:extLst>
              <a:ext uri="{FF2B5EF4-FFF2-40B4-BE49-F238E27FC236}">
                <a16:creationId xmlns:a16="http://schemas.microsoft.com/office/drawing/2014/main" id="{CCA120EA-AB83-89A0-3865-53C07ABB6A39}"/>
              </a:ext>
            </a:extLst>
          </p:cNvPr>
          <p:cNvSpPr/>
          <p:nvPr/>
        </p:nvSpPr>
        <p:spPr>
          <a:xfrm>
            <a:off x="3356762" y="3018435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200" name="Shape 29">
            <a:extLst>
              <a:ext uri="{FF2B5EF4-FFF2-40B4-BE49-F238E27FC236}">
                <a16:creationId xmlns:a16="http://schemas.microsoft.com/office/drawing/2014/main" id="{B7759955-37B5-9495-B57B-D5DAF941B13E}"/>
              </a:ext>
            </a:extLst>
          </p:cNvPr>
          <p:cNvSpPr/>
          <p:nvPr/>
        </p:nvSpPr>
        <p:spPr>
          <a:xfrm>
            <a:off x="2752344" y="3483864"/>
            <a:ext cx="1355141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30">
            <a:extLst>
              <a:ext uri="{FF2B5EF4-FFF2-40B4-BE49-F238E27FC236}">
                <a16:creationId xmlns:a16="http://schemas.microsoft.com/office/drawing/2014/main" id="{E4610164-662E-A214-2561-AF3C4F92A960}"/>
              </a:ext>
            </a:extLst>
          </p:cNvPr>
          <p:cNvSpPr/>
          <p:nvPr/>
        </p:nvSpPr>
        <p:spPr>
          <a:xfrm>
            <a:off x="3320186" y="337413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Text 31">
            <a:extLst>
              <a:ext uri="{FF2B5EF4-FFF2-40B4-BE49-F238E27FC236}">
                <a16:creationId xmlns:a16="http://schemas.microsoft.com/office/drawing/2014/main" id="{AC527E3A-F53F-C246-F14B-228EE53CB400}"/>
              </a:ext>
            </a:extLst>
          </p:cNvPr>
          <p:cNvSpPr/>
          <p:nvPr/>
        </p:nvSpPr>
        <p:spPr>
          <a:xfrm>
            <a:off x="3356762" y="341071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203" name="Shape 32">
            <a:extLst>
              <a:ext uri="{FF2B5EF4-FFF2-40B4-BE49-F238E27FC236}">
                <a16:creationId xmlns:a16="http://schemas.microsoft.com/office/drawing/2014/main" id="{74908D7B-5A53-AD4D-E641-6C6D1965AA03}"/>
              </a:ext>
            </a:extLst>
          </p:cNvPr>
          <p:cNvSpPr/>
          <p:nvPr/>
        </p:nvSpPr>
        <p:spPr>
          <a:xfrm>
            <a:off x="2752344" y="3483864"/>
            <a:ext cx="1319479" cy="855878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Shape 33">
            <a:extLst>
              <a:ext uri="{FF2B5EF4-FFF2-40B4-BE49-F238E27FC236}">
                <a16:creationId xmlns:a16="http://schemas.microsoft.com/office/drawing/2014/main" id="{1FD48147-930B-E100-8DC1-B1A7D596D2C5}"/>
              </a:ext>
            </a:extLst>
          </p:cNvPr>
          <p:cNvSpPr/>
          <p:nvPr/>
        </p:nvSpPr>
        <p:spPr>
          <a:xfrm>
            <a:off x="3302355" y="380207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Text 34">
            <a:extLst>
              <a:ext uri="{FF2B5EF4-FFF2-40B4-BE49-F238E27FC236}">
                <a16:creationId xmlns:a16="http://schemas.microsoft.com/office/drawing/2014/main" id="{843ACE8F-DB9A-AB27-A9D6-27AF1815B64E}"/>
              </a:ext>
            </a:extLst>
          </p:cNvPr>
          <p:cNvSpPr/>
          <p:nvPr/>
        </p:nvSpPr>
        <p:spPr>
          <a:xfrm>
            <a:off x="3338931" y="383865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06" name="Shape 35">
            <a:extLst>
              <a:ext uri="{FF2B5EF4-FFF2-40B4-BE49-F238E27FC236}">
                <a16:creationId xmlns:a16="http://schemas.microsoft.com/office/drawing/2014/main" id="{410EB163-944C-AC8B-90F5-2300AA2EE54D}"/>
              </a:ext>
            </a:extLst>
          </p:cNvPr>
          <p:cNvSpPr/>
          <p:nvPr/>
        </p:nvSpPr>
        <p:spPr>
          <a:xfrm>
            <a:off x="2752344" y="4268420"/>
            <a:ext cx="1319479" cy="71323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Shape 36">
            <a:extLst>
              <a:ext uri="{FF2B5EF4-FFF2-40B4-BE49-F238E27FC236}">
                <a16:creationId xmlns:a16="http://schemas.microsoft.com/office/drawing/2014/main" id="{A7D860CA-6903-E5D1-CB27-9875F7C13914}"/>
              </a:ext>
            </a:extLst>
          </p:cNvPr>
          <p:cNvSpPr/>
          <p:nvPr/>
        </p:nvSpPr>
        <p:spPr>
          <a:xfrm>
            <a:off x="3302355" y="4194353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8" name="Text 37">
            <a:extLst>
              <a:ext uri="{FF2B5EF4-FFF2-40B4-BE49-F238E27FC236}">
                <a16:creationId xmlns:a16="http://schemas.microsoft.com/office/drawing/2014/main" id="{5545AD6A-9213-10F9-EB42-D63698D55FED}"/>
              </a:ext>
            </a:extLst>
          </p:cNvPr>
          <p:cNvSpPr/>
          <p:nvPr/>
        </p:nvSpPr>
        <p:spPr>
          <a:xfrm>
            <a:off x="3338931" y="4230929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09" name="Shape 38">
            <a:extLst>
              <a:ext uri="{FF2B5EF4-FFF2-40B4-BE49-F238E27FC236}">
                <a16:creationId xmlns:a16="http://schemas.microsoft.com/office/drawing/2014/main" id="{95ADD20D-F312-D8EB-3F6A-528DDF09D8C9}"/>
              </a:ext>
            </a:extLst>
          </p:cNvPr>
          <p:cNvSpPr/>
          <p:nvPr/>
        </p:nvSpPr>
        <p:spPr>
          <a:xfrm>
            <a:off x="3964838" y="2592324"/>
            <a:ext cx="1283818" cy="89154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Shape 39">
            <a:extLst>
              <a:ext uri="{FF2B5EF4-FFF2-40B4-BE49-F238E27FC236}">
                <a16:creationId xmlns:a16="http://schemas.microsoft.com/office/drawing/2014/main" id="{D7A50B9B-AD99-E171-CAC9-64E46BBAE012}"/>
              </a:ext>
            </a:extLst>
          </p:cNvPr>
          <p:cNvSpPr/>
          <p:nvPr/>
        </p:nvSpPr>
        <p:spPr>
          <a:xfrm>
            <a:off x="4497019" y="292836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1" name="Text 40">
            <a:extLst>
              <a:ext uri="{FF2B5EF4-FFF2-40B4-BE49-F238E27FC236}">
                <a16:creationId xmlns:a16="http://schemas.microsoft.com/office/drawing/2014/main" id="{6F3361E2-2D4D-BAB2-A0E4-213CB3A60EFE}"/>
              </a:ext>
            </a:extLst>
          </p:cNvPr>
          <p:cNvSpPr/>
          <p:nvPr/>
        </p:nvSpPr>
        <p:spPr>
          <a:xfrm>
            <a:off x="4533595" y="296494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50" dirty="0"/>
          </a:p>
        </p:txBody>
      </p:sp>
      <p:sp>
        <p:nvSpPr>
          <p:cNvPr id="212" name="Shape 41">
            <a:extLst>
              <a:ext uri="{FF2B5EF4-FFF2-40B4-BE49-F238E27FC236}">
                <a16:creationId xmlns:a16="http://schemas.microsoft.com/office/drawing/2014/main" id="{CB0A7075-E677-AD40-C314-4F0C59D21467}"/>
              </a:ext>
            </a:extLst>
          </p:cNvPr>
          <p:cNvSpPr/>
          <p:nvPr/>
        </p:nvSpPr>
        <p:spPr>
          <a:xfrm>
            <a:off x="4107485" y="3483864"/>
            <a:ext cx="1141171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3" name="Shape 42">
            <a:extLst>
              <a:ext uri="{FF2B5EF4-FFF2-40B4-BE49-F238E27FC236}">
                <a16:creationId xmlns:a16="http://schemas.microsoft.com/office/drawing/2014/main" id="{435C5326-05BE-F9CC-DD66-4EFC61C5AFDB}"/>
              </a:ext>
            </a:extLst>
          </p:cNvPr>
          <p:cNvSpPr/>
          <p:nvPr/>
        </p:nvSpPr>
        <p:spPr>
          <a:xfrm>
            <a:off x="4568342" y="337413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4" name="Text 43">
            <a:extLst>
              <a:ext uri="{FF2B5EF4-FFF2-40B4-BE49-F238E27FC236}">
                <a16:creationId xmlns:a16="http://schemas.microsoft.com/office/drawing/2014/main" id="{715EAA5C-3F74-A3F9-6B7F-C5B0A4F0F5A7}"/>
              </a:ext>
            </a:extLst>
          </p:cNvPr>
          <p:cNvSpPr/>
          <p:nvPr/>
        </p:nvSpPr>
        <p:spPr>
          <a:xfrm>
            <a:off x="4604918" y="341071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15" name="Shape 44">
            <a:extLst>
              <a:ext uri="{FF2B5EF4-FFF2-40B4-BE49-F238E27FC236}">
                <a16:creationId xmlns:a16="http://schemas.microsoft.com/office/drawing/2014/main" id="{2A68F90A-917B-5BA8-A0B6-E031B13F019A}"/>
              </a:ext>
            </a:extLst>
          </p:cNvPr>
          <p:cNvSpPr/>
          <p:nvPr/>
        </p:nvSpPr>
        <p:spPr>
          <a:xfrm flipV="1">
            <a:off x="4071823" y="3483864"/>
            <a:ext cx="1176833" cy="855879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6" name="Shape 45">
            <a:extLst>
              <a:ext uri="{FF2B5EF4-FFF2-40B4-BE49-F238E27FC236}">
                <a16:creationId xmlns:a16="http://schemas.microsoft.com/office/drawing/2014/main" id="{2C313FD6-872D-FDF5-1016-C33C25945E24}"/>
              </a:ext>
            </a:extLst>
          </p:cNvPr>
          <p:cNvSpPr/>
          <p:nvPr/>
        </p:nvSpPr>
        <p:spPr>
          <a:xfrm>
            <a:off x="4550511" y="380207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7" name="Text 46">
            <a:extLst>
              <a:ext uri="{FF2B5EF4-FFF2-40B4-BE49-F238E27FC236}">
                <a16:creationId xmlns:a16="http://schemas.microsoft.com/office/drawing/2014/main" id="{895B88B1-9763-0468-9371-D27777DA0CEE}"/>
              </a:ext>
            </a:extLst>
          </p:cNvPr>
          <p:cNvSpPr/>
          <p:nvPr/>
        </p:nvSpPr>
        <p:spPr>
          <a:xfrm>
            <a:off x="4587087" y="383865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218" name="Shape 47">
            <a:extLst>
              <a:ext uri="{FF2B5EF4-FFF2-40B4-BE49-F238E27FC236}">
                <a16:creationId xmlns:a16="http://schemas.microsoft.com/office/drawing/2014/main" id="{9E1558F2-105B-6139-02FA-99FCA5BACFCD}"/>
              </a:ext>
            </a:extLst>
          </p:cNvPr>
          <p:cNvSpPr/>
          <p:nvPr/>
        </p:nvSpPr>
        <p:spPr>
          <a:xfrm>
            <a:off x="1450238" y="3287268"/>
            <a:ext cx="393192" cy="393192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9" name="Text 48">
            <a:extLst>
              <a:ext uri="{FF2B5EF4-FFF2-40B4-BE49-F238E27FC236}">
                <a16:creationId xmlns:a16="http://schemas.microsoft.com/office/drawing/2014/main" id="{958DA4BF-D764-3E41-DDC0-B24F9FD52EAB}"/>
              </a:ext>
            </a:extLst>
          </p:cNvPr>
          <p:cNvSpPr/>
          <p:nvPr/>
        </p:nvSpPr>
        <p:spPr>
          <a:xfrm>
            <a:off x="1450238" y="3342132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400" dirty="0"/>
          </a:p>
        </p:txBody>
      </p:sp>
      <p:sp>
        <p:nvSpPr>
          <p:cNvPr id="220" name="Shape 49">
            <a:extLst>
              <a:ext uri="{FF2B5EF4-FFF2-40B4-BE49-F238E27FC236}">
                <a16:creationId xmlns:a16="http://schemas.microsoft.com/office/drawing/2014/main" id="{1A85A636-408E-9051-A35A-8A453FF6EF01}"/>
              </a:ext>
            </a:extLst>
          </p:cNvPr>
          <p:cNvSpPr/>
          <p:nvPr/>
        </p:nvSpPr>
        <p:spPr>
          <a:xfrm>
            <a:off x="2555748" y="2502713"/>
            <a:ext cx="393192" cy="393192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1" name="Text 50">
            <a:extLst>
              <a:ext uri="{FF2B5EF4-FFF2-40B4-BE49-F238E27FC236}">
                <a16:creationId xmlns:a16="http://schemas.microsoft.com/office/drawing/2014/main" id="{B8CC06B4-8AE0-9BDA-F827-BFC009A24B4B}"/>
              </a:ext>
            </a:extLst>
          </p:cNvPr>
          <p:cNvSpPr/>
          <p:nvPr/>
        </p:nvSpPr>
        <p:spPr>
          <a:xfrm>
            <a:off x="2555748" y="2557577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400" dirty="0"/>
          </a:p>
        </p:txBody>
      </p:sp>
      <p:sp>
        <p:nvSpPr>
          <p:cNvPr id="222" name="Shape 51">
            <a:extLst>
              <a:ext uri="{FF2B5EF4-FFF2-40B4-BE49-F238E27FC236}">
                <a16:creationId xmlns:a16="http://schemas.microsoft.com/office/drawing/2014/main" id="{A79DB022-FE10-06C8-889D-43C0E36204DD}"/>
              </a:ext>
            </a:extLst>
          </p:cNvPr>
          <p:cNvSpPr/>
          <p:nvPr/>
        </p:nvSpPr>
        <p:spPr>
          <a:xfrm>
            <a:off x="2555748" y="3287268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3" name="Text 52">
            <a:extLst>
              <a:ext uri="{FF2B5EF4-FFF2-40B4-BE49-F238E27FC236}">
                <a16:creationId xmlns:a16="http://schemas.microsoft.com/office/drawing/2014/main" id="{E6FBD5FC-0418-1F9E-F896-16F3D9D137F0}"/>
              </a:ext>
            </a:extLst>
          </p:cNvPr>
          <p:cNvSpPr/>
          <p:nvPr/>
        </p:nvSpPr>
        <p:spPr>
          <a:xfrm>
            <a:off x="2555748" y="3342132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400" dirty="0"/>
          </a:p>
        </p:txBody>
      </p:sp>
      <p:sp>
        <p:nvSpPr>
          <p:cNvPr id="224" name="Shape 53">
            <a:extLst>
              <a:ext uri="{FF2B5EF4-FFF2-40B4-BE49-F238E27FC236}">
                <a16:creationId xmlns:a16="http://schemas.microsoft.com/office/drawing/2014/main" id="{8A95AB7B-BCEB-9096-7F23-A5B3B0C99982}"/>
              </a:ext>
            </a:extLst>
          </p:cNvPr>
          <p:cNvSpPr/>
          <p:nvPr/>
        </p:nvSpPr>
        <p:spPr>
          <a:xfrm>
            <a:off x="2555748" y="4071824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5" name="Text 54">
            <a:extLst>
              <a:ext uri="{FF2B5EF4-FFF2-40B4-BE49-F238E27FC236}">
                <a16:creationId xmlns:a16="http://schemas.microsoft.com/office/drawing/2014/main" id="{39A889C8-57DF-8982-4792-A7382912B41C}"/>
              </a:ext>
            </a:extLst>
          </p:cNvPr>
          <p:cNvSpPr/>
          <p:nvPr/>
        </p:nvSpPr>
        <p:spPr>
          <a:xfrm>
            <a:off x="2555748" y="4126688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400" dirty="0"/>
          </a:p>
        </p:txBody>
      </p:sp>
      <p:sp>
        <p:nvSpPr>
          <p:cNvPr id="226" name="Shape 55">
            <a:extLst>
              <a:ext uri="{FF2B5EF4-FFF2-40B4-BE49-F238E27FC236}">
                <a16:creationId xmlns:a16="http://schemas.microsoft.com/office/drawing/2014/main" id="{1E60F372-3321-F6BA-4A47-5FF9416F0AC4}"/>
              </a:ext>
            </a:extLst>
          </p:cNvPr>
          <p:cNvSpPr/>
          <p:nvPr/>
        </p:nvSpPr>
        <p:spPr>
          <a:xfrm>
            <a:off x="3768242" y="2456687"/>
            <a:ext cx="393192" cy="393192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7" name="Text 56">
            <a:extLst>
              <a:ext uri="{FF2B5EF4-FFF2-40B4-BE49-F238E27FC236}">
                <a16:creationId xmlns:a16="http://schemas.microsoft.com/office/drawing/2014/main" id="{1E4C79EE-4A15-FAEA-F1CE-30547797FEF8}"/>
              </a:ext>
            </a:extLst>
          </p:cNvPr>
          <p:cNvSpPr/>
          <p:nvPr/>
        </p:nvSpPr>
        <p:spPr>
          <a:xfrm>
            <a:off x="3773784" y="2500470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400" dirty="0"/>
          </a:p>
        </p:txBody>
      </p:sp>
      <p:sp>
        <p:nvSpPr>
          <p:cNvPr id="228" name="Shape 57">
            <a:extLst>
              <a:ext uri="{FF2B5EF4-FFF2-40B4-BE49-F238E27FC236}">
                <a16:creationId xmlns:a16="http://schemas.microsoft.com/office/drawing/2014/main" id="{A4F1FC33-E80F-7B35-566A-2AC5739FE1CC}"/>
              </a:ext>
            </a:extLst>
          </p:cNvPr>
          <p:cNvSpPr/>
          <p:nvPr/>
        </p:nvSpPr>
        <p:spPr>
          <a:xfrm>
            <a:off x="3910889" y="3287268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9" name="Text 58">
            <a:extLst>
              <a:ext uri="{FF2B5EF4-FFF2-40B4-BE49-F238E27FC236}">
                <a16:creationId xmlns:a16="http://schemas.microsoft.com/office/drawing/2014/main" id="{AEC44C86-7869-4FC3-4082-2FE629EC6F9F}"/>
              </a:ext>
            </a:extLst>
          </p:cNvPr>
          <p:cNvSpPr/>
          <p:nvPr/>
        </p:nvSpPr>
        <p:spPr>
          <a:xfrm>
            <a:off x="3910889" y="3342132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400" dirty="0"/>
          </a:p>
        </p:txBody>
      </p:sp>
      <p:sp>
        <p:nvSpPr>
          <p:cNvPr id="230" name="Shape 59">
            <a:extLst>
              <a:ext uri="{FF2B5EF4-FFF2-40B4-BE49-F238E27FC236}">
                <a16:creationId xmlns:a16="http://schemas.microsoft.com/office/drawing/2014/main" id="{56E7AC4B-75F2-9E78-4E7F-7795D19BB8FA}"/>
              </a:ext>
            </a:extLst>
          </p:cNvPr>
          <p:cNvSpPr/>
          <p:nvPr/>
        </p:nvSpPr>
        <p:spPr>
          <a:xfrm>
            <a:off x="3875227" y="4143147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1" name="Text 60">
            <a:extLst>
              <a:ext uri="{FF2B5EF4-FFF2-40B4-BE49-F238E27FC236}">
                <a16:creationId xmlns:a16="http://schemas.microsoft.com/office/drawing/2014/main" id="{7865D05E-9EB5-D804-0481-38239537864F}"/>
              </a:ext>
            </a:extLst>
          </p:cNvPr>
          <p:cNvSpPr/>
          <p:nvPr/>
        </p:nvSpPr>
        <p:spPr>
          <a:xfrm>
            <a:off x="3875227" y="4198011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400" dirty="0"/>
          </a:p>
        </p:txBody>
      </p:sp>
      <p:sp>
        <p:nvSpPr>
          <p:cNvPr id="232" name="Shape 61">
            <a:extLst>
              <a:ext uri="{FF2B5EF4-FFF2-40B4-BE49-F238E27FC236}">
                <a16:creationId xmlns:a16="http://schemas.microsoft.com/office/drawing/2014/main" id="{B23C5F2E-8249-067F-1018-EFE6572A07E3}"/>
              </a:ext>
            </a:extLst>
          </p:cNvPr>
          <p:cNvSpPr/>
          <p:nvPr/>
        </p:nvSpPr>
        <p:spPr>
          <a:xfrm>
            <a:off x="5052060" y="3287268"/>
            <a:ext cx="393192" cy="393192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3" name="Text 62">
            <a:extLst>
              <a:ext uri="{FF2B5EF4-FFF2-40B4-BE49-F238E27FC236}">
                <a16:creationId xmlns:a16="http://schemas.microsoft.com/office/drawing/2014/main" id="{EF528386-9122-16B1-5F72-C452294788BC}"/>
              </a:ext>
            </a:extLst>
          </p:cNvPr>
          <p:cNvSpPr/>
          <p:nvPr/>
        </p:nvSpPr>
        <p:spPr>
          <a:xfrm>
            <a:off x="5052060" y="3342132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BFS guarantees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BFS is strongest when every action has the same cost.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L05: Uninformed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4892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73152" cy="1005840"/>
          </a:xfrm>
          <a:prstGeom prst="rect">
            <a:avLst/>
          </a:prstGeom>
          <a:solidFill>
            <a:srgbClr val="39A875"/>
          </a:solidFill>
          <a:ln w="12700">
            <a:solidFill>
              <a:srgbClr val="39A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5840" y="18379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17627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Yes, with finite branching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0" y="1691640"/>
            <a:ext cx="4892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0" y="1691640"/>
            <a:ext cx="73152" cy="1005840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0" y="18379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Optimal?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0" y="217627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when step costs are equal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3200400"/>
            <a:ext cx="4892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" y="3200400"/>
            <a:ext cx="73152" cy="1005840"/>
          </a:xfrm>
          <a:prstGeom prst="rect">
            <a:avLst/>
          </a:prstGeom>
          <a:solidFill>
            <a:srgbClr val="D94E4E"/>
          </a:solidFill>
          <a:ln w="12700">
            <a:solidFill>
              <a:srgbClr val="D94E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5840" y="33467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368503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Often high: stores a full frontier layer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0" y="3200400"/>
            <a:ext cx="4892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00800" y="3200400"/>
            <a:ext cx="73152" cy="1005840"/>
          </a:xfrm>
          <a:prstGeom prst="rect">
            <a:avLst/>
          </a:prstGeom>
          <a:solidFill>
            <a:srgbClr val="1D5FA7"/>
          </a:solidFill>
          <a:ln w="1270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83680" y="33467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use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83680" y="368503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fewest actions, shallow goals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60120" y="507492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misconception: shallowest does not necessarily mean cheapest.</a:t>
            </a:r>
            <a:endParaRPr lang="en-US" sz="2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Depth-First Search: follow one branch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DFS expands the most recently added frontier node.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L05: Uninformed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9">
            <a:extLst>
              <a:ext uri="{FF2B5EF4-FFF2-40B4-BE49-F238E27FC236}">
                <a16:creationId xmlns:a16="http://schemas.microsoft.com/office/drawing/2014/main" id="{75D28C72-E68D-DB17-6AD4-69349ECB56E9}"/>
              </a:ext>
            </a:extLst>
          </p:cNvPr>
          <p:cNvSpPr/>
          <p:nvPr/>
        </p:nvSpPr>
        <p:spPr>
          <a:xfrm flipH="1">
            <a:off x="1369772" y="2869387"/>
            <a:ext cx="1122883" cy="813817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r>
              <a:rPr lang="en-US" dirty="0"/>
              <a:t>F</a:t>
            </a:r>
          </a:p>
        </p:txBody>
      </p:sp>
      <p:sp>
        <p:nvSpPr>
          <p:cNvPr id="7" name="Shape 5"/>
          <p:cNvSpPr/>
          <p:nvPr/>
        </p:nvSpPr>
        <p:spPr>
          <a:xfrm>
            <a:off x="1369771" y="3653942"/>
            <a:ext cx="1105510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69771" y="3653942"/>
            <a:ext cx="1105510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369771" y="3653942"/>
            <a:ext cx="1105510" cy="784555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75281" y="2869387"/>
            <a:ext cx="1212494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75281" y="2869387"/>
            <a:ext cx="1355141" cy="784555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75281" y="3653942"/>
            <a:ext cx="1355141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475281" y="3653942"/>
            <a:ext cx="1319479" cy="855878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475281" y="4438498"/>
            <a:ext cx="1319479" cy="71323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87775" y="2762402"/>
            <a:ext cx="1283818" cy="89154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830422" y="3653942"/>
            <a:ext cx="1141171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 flipV="1">
            <a:off x="3794760" y="3653942"/>
            <a:ext cx="1176833" cy="855879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73175" y="3457346"/>
            <a:ext cx="393192" cy="393192"/>
          </a:xfrm>
          <a:prstGeom prst="ellipse">
            <a:avLst/>
          </a:prstGeom>
          <a:solidFill>
            <a:srgbClr val="39A87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73175" y="3512210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278685" y="2672791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278685" y="2727655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278685" y="3457346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278685" y="3512210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278685" y="4241902"/>
            <a:ext cx="393192" cy="393192"/>
          </a:xfrm>
          <a:prstGeom prst="ellipse">
            <a:avLst/>
          </a:prstGeom>
          <a:solidFill>
            <a:srgbClr val="D94E4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278685" y="4296766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491179" y="2565806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91179" y="2620670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633826" y="3457346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33826" y="3512210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598164" y="4313225"/>
            <a:ext cx="393192" cy="393192"/>
          </a:xfrm>
          <a:prstGeom prst="ellipse">
            <a:avLst/>
          </a:prstGeom>
          <a:solidFill>
            <a:srgbClr val="D94E4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598164" y="4368089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774997" y="3457346"/>
            <a:ext cx="393192" cy="393192"/>
          </a:xfrm>
          <a:prstGeom prst="ellipse">
            <a:avLst/>
          </a:prstGeom>
          <a:solidFill>
            <a:srgbClr val="D94E4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74997" y="3512210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400800" y="1783080"/>
            <a:ext cx="4480560" cy="3246120"/>
          </a:xfrm>
          <a:prstGeom prst="roundRect">
            <a:avLst>
              <a:gd name="adj" fmla="val 2254"/>
            </a:avLst>
          </a:prstGeom>
          <a:solidFill>
            <a:srgbClr val="F4F8FC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675120" y="2057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Frontier behavior</a:t>
            </a:r>
            <a:endParaRPr lang="en-US" sz="2300" dirty="0"/>
          </a:p>
        </p:txBody>
      </p:sp>
      <p:sp>
        <p:nvSpPr>
          <p:cNvPr id="36" name="Text 34"/>
          <p:cNvSpPr/>
          <p:nvPr/>
        </p:nvSpPr>
        <p:spPr>
          <a:xfrm>
            <a:off x="6903720" y="27432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6E60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</a:t>
            </a:r>
            <a:endParaRPr lang="en-US" sz="2700" dirty="0"/>
          </a:p>
          <a:p>
            <a:pPr marL="0" indent="0" algn="ctr">
              <a:buNone/>
            </a:pPr>
            <a:r>
              <a:rPr lang="en-US" sz="2700" b="1" dirty="0">
                <a:solidFill>
                  <a:srgbClr val="6E60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last in, first out</a:t>
            </a:r>
            <a:endParaRPr lang="en-US" sz="2700" dirty="0"/>
          </a:p>
        </p:txBody>
      </p:sp>
      <p:sp>
        <p:nvSpPr>
          <p:cNvPr id="37" name="Text 35"/>
          <p:cNvSpPr/>
          <p:nvPr/>
        </p:nvSpPr>
        <p:spPr>
          <a:xfrm>
            <a:off x="6766560" y="3977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DFS can reach a solution quickly, but it may commit to a poor branch first.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DFS stack mechanics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newest frontier node is expanded next.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L05: Uninformed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920240" y="1691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E60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of stack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017520" y="2029968"/>
            <a:ext cx="0" cy="457200"/>
          </a:xfrm>
          <a:prstGeom prst="line">
            <a:avLst/>
          </a:prstGeom>
          <a:noFill/>
          <a:ln w="31750">
            <a:solidFill>
              <a:srgbClr val="6E60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14600" y="2606040"/>
            <a:ext cx="1005840" cy="530352"/>
          </a:xfrm>
          <a:prstGeom prst="roundRect">
            <a:avLst>
              <a:gd name="adj" fmla="val 13793"/>
            </a:avLst>
          </a:prstGeom>
          <a:solidFill>
            <a:srgbClr val="6E60B8"/>
          </a:solidFill>
          <a:ln w="12700">
            <a:solidFill>
              <a:srgbClr val="6E60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0" y="267919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514600" y="3264408"/>
            <a:ext cx="1005840" cy="530352"/>
          </a:xfrm>
          <a:prstGeom prst="roundRect">
            <a:avLst>
              <a:gd name="adj" fmla="val 13793"/>
            </a:avLst>
          </a:prstGeom>
          <a:solidFill>
            <a:srgbClr val="6E60B8"/>
          </a:solidFill>
          <a:ln w="12700">
            <a:solidFill>
              <a:srgbClr val="6E60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60320" y="333756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514600" y="3922776"/>
            <a:ext cx="1005840" cy="530352"/>
          </a:xfrm>
          <a:prstGeom prst="roundRect">
            <a:avLst>
              <a:gd name="adj" fmla="val 13793"/>
            </a:avLst>
          </a:prstGeom>
          <a:solidFill>
            <a:srgbClr val="6E60B8"/>
          </a:solidFill>
          <a:ln w="12700">
            <a:solidFill>
              <a:srgbClr val="6E60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60320" y="399592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29200" y="2011680"/>
            <a:ext cx="539496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49240" y="230428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Successor-order convention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5394960" y="292608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successors are placed on the frontier alphabetically, DFS removes the most recently added one.</a:t>
            </a:r>
            <a:endParaRPr lang="en-US" sz="1900" dirty="0"/>
          </a:p>
          <a:p>
            <a:pPr marL="0" indent="0" algn="ctr">
              <a:buNone/>
            </a:pPr>
            <a:endParaRPr lang="en-US" sz="1900" dirty="0"/>
          </a:p>
          <a:p>
            <a:pPr marL="0" indent="0" algn="ctr">
              <a:buNone/>
            </a:pPr>
            <a:r>
              <a:rPr lang="en-US" sz="19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 can make the last alphabetical successor expand first.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60120" y="530352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LIFO is simple; tracing it consistently is the hard part.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Guided DFS trace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same graph; only the frontier rule changes.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L05: Uninformed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263640" y="1463040"/>
            <a:ext cx="502920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263640" y="1463040"/>
            <a:ext cx="1257300" cy="60198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309360" y="1591056"/>
            <a:ext cx="116586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520940" y="1463040"/>
            <a:ext cx="1257300" cy="60198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566660" y="1591056"/>
            <a:ext cx="116586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Expanded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778240" y="1463040"/>
            <a:ext cx="1257300" cy="60198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823960" y="1591056"/>
            <a:ext cx="116586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Added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10035540" y="1463040"/>
            <a:ext cx="1257300" cy="60198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0081260" y="1591056"/>
            <a:ext cx="116586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Frontier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263640" y="2065020"/>
            <a:ext cx="1257300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309360" y="218389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180" dirty="0"/>
          </a:p>
        </p:txBody>
      </p:sp>
      <p:sp>
        <p:nvSpPr>
          <p:cNvPr id="45" name="Shape 43"/>
          <p:cNvSpPr/>
          <p:nvPr/>
        </p:nvSpPr>
        <p:spPr>
          <a:xfrm>
            <a:off x="7520940" y="2065020"/>
            <a:ext cx="1257300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566660" y="218389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180" dirty="0"/>
          </a:p>
        </p:txBody>
      </p:sp>
      <p:sp>
        <p:nvSpPr>
          <p:cNvPr id="47" name="Shape 45"/>
          <p:cNvSpPr/>
          <p:nvPr/>
        </p:nvSpPr>
        <p:spPr>
          <a:xfrm>
            <a:off x="8778240" y="2065020"/>
            <a:ext cx="1257300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823960" y="218389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180" dirty="0"/>
          </a:p>
        </p:txBody>
      </p:sp>
      <p:sp>
        <p:nvSpPr>
          <p:cNvPr id="49" name="Shape 47"/>
          <p:cNvSpPr/>
          <p:nvPr/>
        </p:nvSpPr>
        <p:spPr>
          <a:xfrm>
            <a:off x="10035540" y="2065020"/>
            <a:ext cx="1257300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0081260" y="218389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[S]</a:t>
            </a:r>
            <a:endParaRPr lang="en-US" sz="1180" dirty="0"/>
          </a:p>
        </p:txBody>
      </p:sp>
      <p:sp>
        <p:nvSpPr>
          <p:cNvPr id="51" name="Shape 49"/>
          <p:cNvSpPr/>
          <p:nvPr/>
        </p:nvSpPr>
        <p:spPr>
          <a:xfrm>
            <a:off x="6263640" y="2667000"/>
            <a:ext cx="1257300" cy="60198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309360" y="278587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80" dirty="0"/>
          </a:p>
        </p:txBody>
      </p:sp>
      <p:sp>
        <p:nvSpPr>
          <p:cNvPr id="53" name="Shape 51"/>
          <p:cNvSpPr/>
          <p:nvPr/>
        </p:nvSpPr>
        <p:spPr>
          <a:xfrm>
            <a:off x="7520940" y="2667000"/>
            <a:ext cx="1257300" cy="60198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566660" y="278587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180" dirty="0"/>
          </a:p>
        </p:txBody>
      </p:sp>
      <p:sp>
        <p:nvSpPr>
          <p:cNvPr id="55" name="Shape 53"/>
          <p:cNvSpPr/>
          <p:nvPr/>
        </p:nvSpPr>
        <p:spPr>
          <a:xfrm>
            <a:off x="8778240" y="2667000"/>
            <a:ext cx="1257300" cy="60198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8823960" y="278587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A, B, C</a:t>
            </a:r>
            <a:endParaRPr lang="en-US" sz="1180" dirty="0"/>
          </a:p>
        </p:txBody>
      </p:sp>
      <p:sp>
        <p:nvSpPr>
          <p:cNvPr id="57" name="Shape 55"/>
          <p:cNvSpPr/>
          <p:nvPr/>
        </p:nvSpPr>
        <p:spPr>
          <a:xfrm>
            <a:off x="10035540" y="2667000"/>
            <a:ext cx="1257300" cy="60198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0081260" y="278587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[A, B, C]</a:t>
            </a:r>
            <a:endParaRPr lang="en-US" sz="1180" dirty="0"/>
          </a:p>
        </p:txBody>
      </p:sp>
      <p:sp>
        <p:nvSpPr>
          <p:cNvPr id="59" name="Shape 57"/>
          <p:cNvSpPr/>
          <p:nvPr/>
        </p:nvSpPr>
        <p:spPr>
          <a:xfrm>
            <a:off x="6263640" y="3268980"/>
            <a:ext cx="1257300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309360" y="338785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80" dirty="0"/>
          </a:p>
        </p:txBody>
      </p:sp>
      <p:sp>
        <p:nvSpPr>
          <p:cNvPr id="61" name="Shape 59"/>
          <p:cNvSpPr/>
          <p:nvPr/>
        </p:nvSpPr>
        <p:spPr>
          <a:xfrm>
            <a:off x="7520940" y="3268980"/>
            <a:ext cx="1257300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7566660" y="338785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180" dirty="0"/>
          </a:p>
        </p:txBody>
      </p:sp>
      <p:sp>
        <p:nvSpPr>
          <p:cNvPr id="63" name="Shape 61"/>
          <p:cNvSpPr/>
          <p:nvPr/>
        </p:nvSpPr>
        <p:spPr>
          <a:xfrm>
            <a:off x="8778240" y="3268980"/>
            <a:ext cx="1257300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8823960" y="338785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180" dirty="0"/>
          </a:p>
        </p:txBody>
      </p:sp>
      <p:sp>
        <p:nvSpPr>
          <p:cNvPr id="65" name="Shape 63"/>
          <p:cNvSpPr/>
          <p:nvPr/>
        </p:nvSpPr>
        <p:spPr>
          <a:xfrm>
            <a:off x="10035540" y="3268980"/>
            <a:ext cx="1257300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10081260" y="338785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[A, B, F]</a:t>
            </a:r>
            <a:endParaRPr lang="en-US" sz="1180" dirty="0"/>
          </a:p>
        </p:txBody>
      </p:sp>
      <p:sp>
        <p:nvSpPr>
          <p:cNvPr id="67" name="Shape 65"/>
          <p:cNvSpPr/>
          <p:nvPr/>
        </p:nvSpPr>
        <p:spPr>
          <a:xfrm>
            <a:off x="6263640" y="3870960"/>
            <a:ext cx="1257300" cy="60198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309360" y="398983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80" dirty="0"/>
          </a:p>
        </p:txBody>
      </p:sp>
      <p:sp>
        <p:nvSpPr>
          <p:cNvPr id="69" name="Shape 67"/>
          <p:cNvSpPr/>
          <p:nvPr/>
        </p:nvSpPr>
        <p:spPr>
          <a:xfrm>
            <a:off x="7520940" y="3870960"/>
            <a:ext cx="1257300" cy="60198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7566660" y="398983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180" dirty="0"/>
          </a:p>
        </p:txBody>
      </p:sp>
      <p:sp>
        <p:nvSpPr>
          <p:cNvPr id="71" name="Shape 69"/>
          <p:cNvSpPr/>
          <p:nvPr/>
        </p:nvSpPr>
        <p:spPr>
          <a:xfrm>
            <a:off x="8778240" y="3870960"/>
            <a:ext cx="1257300" cy="60198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8823960" y="398983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1180" dirty="0"/>
          </a:p>
        </p:txBody>
      </p:sp>
      <p:sp>
        <p:nvSpPr>
          <p:cNvPr id="73" name="Shape 71"/>
          <p:cNvSpPr/>
          <p:nvPr/>
        </p:nvSpPr>
        <p:spPr>
          <a:xfrm>
            <a:off x="10035540" y="3870960"/>
            <a:ext cx="1257300" cy="60198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10081260" y="398983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[A, B, G]</a:t>
            </a:r>
            <a:endParaRPr lang="en-US" sz="1180" dirty="0"/>
          </a:p>
        </p:txBody>
      </p:sp>
      <p:sp>
        <p:nvSpPr>
          <p:cNvPr id="75" name="Shape 73"/>
          <p:cNvSpPr/>
          <p:nvPr/>
        </p:nvSpPr>
        <p:spPr>
          <a:xfrm>
            <a:off x="6263640" y="4472940"/>
            <a:ext cx="1257300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6309360" y="459181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80" dirty="0"/>
          </a:p>
        </p:txBody>
      </p:sp>
      <p:sp>
        <p:nvSpPr>
          <p:cNvPr id="77" name="Shape 75"/>
          <p:cNvSpPr/>
          <p:nvPr/>
        </p:nvSpPr>
        <p:spPr>
          <a:xfrm>
            <a:off x="7520940" y="4472940"/>
            <a:ext cx="1257300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7566660" y="459181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1180" dirty="0"/>
          </a:p>
        </p:txBody>
      </p:sp>
      <p:sp>
        <p:nvSpPr>
          <p:cNvPr id="79" name="Shape 77"/>
          <p:cNvSpPr/>
          <p:nvPr/>
        </p:nvSpPr>
        <p:spPr>
          <a:xfrm>
            <a:off x="8778240" y="4472940"/>
            <a:ext cx="1257300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8823960" y="459181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1180" dirty="0"/>
          </a:p>
        </p:txBody>
      </p:sp>
      <p:sp>
        <p:nvSpPr>
          <p:cNvPr id="81" name="Shape 79"/>
          <p:cNvSpPr/>
          <p:nvPr/>
        </p:nvSpPr>
        <p:spPr>
          <a:xfrm>
            <a:off x="10035540" y="4472940"/>
            <a:ext cx="1257300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10081260" y="459181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path</a:t>
            </a:r>
            <a:endParaRPr lang="en-US" sz="1180" dirty="0"/>
          </a:p>
        </p:txBody>
      </p:sp>
      <p:sp>
        <p:nvSpPr>
          <p:cNvPr id="83" name="Text 81"/>
          <p:cNvSpPr/>
          <p:nvPr/>
        </p:nvSpPr>
        <p:spPr>
          <a:xfrm>
            <a:off x="914400" y="571500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this ordering, DFS returns the first deep solution it finds.</a:t>
            </a:r>
            <a:endParaRPr lang="en-US" sz="2000" dirty="0"/>
          </a:p>
        </p:txBody>
      </p:sp>
      <p:sp>
        <p:nvSpPr>
          <p:cNvPr id="86" name="Shape 26">
            <a:extLst>
              <a:ext uri="{FF2B5EF4-FFF2-40B4-BE49-F238E27FC236}">
                <a16:creationId xmlns:a16="http://schemas.microsoft.com/office/drawing/2014/main" id="{149AAA46-AF71-5534-9BB3-C74653069D5E}"/>
              </a:ext>
            </a:extLst>
          </p:cNvPr>
          <p:cNvSpPr/>
          <p:nvPr/>
        </p:nvSpPr>
        <p:spPr>
          <a:xfrm flipH="1">
            <a:off x="1666952" y="2714854"/>
            <a:ext cx="1105509" cy="723292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14">
            <a:extLst>
              <a:ext uri="{FF2B5EF4-FFF2-40B4-BE49-F238E27FC236}">
                <a16:creationId xmlns:a16="http://schemas.microsoft.com/office/drawing/2014/main" id="{EAE405D6-47B8-B479-2084-EDE38EF1B4F8}"/>
              </a:ext>
            </a:extLst>
          </p:cNvPr>
          <p:cNvSpPr/>
          <p:nvPr/>
        </p:nvSpPr>
        <p:spPr>
          <a:xfrm>
            <a:off x="1642262" y="3483864"/>
            <a:ext cx="1105510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15">
            <a:extLst>
              <a:ext uri="{FF2B5EF4-FFF2-40B4-BE49-F238E27FC236}">
                <a16:creationId xmlns:a16="http://schemas.microsoft.com/office/drawing/2014/main" id="{1C048E25-83B2-BB97-D235-74D2B3296F9F}"/>
              </a:ext>
            </a:extLst>
          </p:cNvPr>
          <p:cNvSpPr/>
          <p:nvPr/>
        </p:nvSpPr>
        <p:spPr>
          <a:xfrm>
            <a:off x="2085289" y="2981859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16">
            <a:extLst>
              <a:ext uri="{FF2B5EF4-FFF2-40B4-BE49-F238E27FC236}">
                <a16:creationId xmlns:a16="http://schemas.microsoft.com/office/drawing/2014/main" id="{2106C0CC-F165-D195-8819-FE1E46F1EB4C}"/>
              </a:ext>
            </a:extLst>
          </p:cNvPr>
          <p:cNvSpPr/>
          <p:nvPr/>
        </p:nvSpPr>
        <p:spPr>
          <a:xfrm>
            <a:off x="2121865" y="3018435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94" name="Shape 17">
            <a:extLst>
              <a:ext uri="{FF2B5EF4-FFF2-40B4-BE49-F238E27FC236}">
                <a16:creationId xmlns:a16="http://schemas.microsoft.com/office/drawing/2014/main" id="{060C8AA4-1061-06FB-A263-2619F33E1F38}"/>
              </a:ext>
            </a:extLst>
          </p:cNvPr>
          <p:cNvSpPr/>
          <p:nvPr/>
        </p:nvSpPr>
        <p:spPr>
          <a:xfrm>
            <a:off x="1642262" y="3483864"/>
            <a:ext cx="1105510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18">
            <a:extLst>
              <a:ext uri="{FF2B5EF4-FFF2-40B4-BE49-F238E27FC236}">
                <a16:creationId xmlns:a16="http://schemas.microsoft.com/office/drawing/2014/main" id="{D699A219-D6B4-B5CC-7429-F196674E403D}"/>
              </a:ext>
            </a:extLst>
          </p:cNvPr>
          <p:cNvSpPr/>
          <p:nvPr/>
        </p:nvSpPr>
        <p:spPr>
          <a:xfrm>
            <a:off x="2085289" y="337413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19">
            <a:extLst>
              <a:ext uri="{FF2B5EF4-FFF2-40B4-BE49-F238E27FC236}">
                <a16:creationId xmlns:a16="http://schemas.microsoft.com/office/drawing/2014/main" id="{919412FF-5F8D-0464-1771-7FBC50E984AA}"/>
              </a:ext>
            </a:extLst>
          </p:cNvPr>
          <p:cNvSpPr/>
          <p:nvPr/>
        </p:nvSpPr>
        <p:spPr>
          <a:xfrm>
            <a:off x="2121865" y="341071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100" name="Shape 20">
            <a:extLst>
              <a:ext uri="{FF2B5EF4-FFF2-40B4-BE49-F238E27FC236}">
                <a16:creationId xmlns:a16="http://schemas.microsoft.com/office/drawing/2014/main" id="{EAE7D583-E428-5E10-0073-A05C11BA09CA}"/>
              </a:ext>
            </a:extLst>
          </p:cNvPr>
          <p:cNvSpPr/>
          <p:nvPr/>
        </p:nvSpPr>
        <p:spPr>
          <a:xfrm>
            <a:off x="1642262" y="3483864"/>
            <a:ext cx="1105510" cy="784555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21">
            <a:extLst>
              <a:ext uri="{FF2B5EF4-FFF2-40B4-BE49-F238E27FC236}">
                <a16:creationId xmlns:a16="http://schemas.microsoft.com/office/drawing/2014/main" id="{5DE7D55B-ABD8-C136-CFDA-5291CD3BAEC9}"/>
              </a:ext>
            </a:extLst>
          </p:cNvPr>
          <p:cNvSpPr/>
          <p:nvPr/>
        </p:nvSpPr>
        <p:spPr>
          <a:xfrm>
            <a:off x="2085289" y="3766414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22">
            <a:extLst>
              <a:ext uri="{FF2B5EF4-FFF2-40B4-BE49-F238E27FC236}">
                <a16:creationId xmlns:a16="http://schemas.microsoft.com/office/drawing/2014/main" id="{6511D70E-6678-11EA-8D53-35FA76735B7F}"/>
              </a:ext>
            </a:extLst>
          </p:cNvPr>
          <p:cNvSpPr/>
          <p:nvPr/>
        </p:nvSpPr>
        <p:spPr>
          <a:xfrm>
            <a:off x="2121865" y="3802990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06" name="Shape 23">
            <a:extLst>
              <a:ext uri="{FF2B5EF4-FFF2-40B4-BE49-F238E27FC236}">
                <a16:creationId xmlns:a16="http://schemas.microsoft.com/office/drawing/2014/main" id="{14BF2D35-BE49-6DBC-1783-2D5030F14BFF}"/>
              </a:ext>
            </a:extLst>
          </p:cNvPr>
          <p:cNvSpPr/>
          <p:nvPr/>
        </p:nvSpPr>
        <p:spPr>
          <a:xfrm>
            <a:off x="2747772" y="2699309"/>
            <a:ext cx="1212494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24">
            <a:extLst>
              <a:ext uri="{FF2B5EF4-FFF2-40B4-BE49-F238E27FC236}">
                <a16:creationId xmlns:a16="http://schemas.microsoft.com/office/drawing/2014/main" id="{7995010D-3B09-4F0D-75DA-A087F0EB1BDD}"/>
              </a:ext>
            </a:extLst>
          </p:cNvPr>
          <p:cNvSpPr/>
          <p:nvPr/>
        </p:nvSpPr>
        <p:spPr>
          <a:xfrm>
            <a:off x="3244291" y="2536089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25">
            <a:extLst>
              <a:ext uri="{FF2B5EF4-FFF2-40B4-BE49-F238E27FC236}">
                <a16:creationId xmlns:a16="http://schemas.microsoft.com/office/drawing/2014/main" id="{06E061CC-ADD5-1200-F15B-F318284908B4}"/>
              </a:ext>
            </a:extLst>
          </p:cNvPr>
          <p:cNvSpPr/>
          <p:nvPr/>
        </p:nvSpPr>
        <p:spPr>
          <a:xfrm>
            <a:off x="3280867" y="2572665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12" name="Shape 26">
            <a:extLst>
              <a:ext uri="{FF2B5EF4-FFF2-40B4-BE49-F238E27FC236}">
                <a16:creationId xmlns:a16="http://schemas.microsoft.com/office/drawing/2014/main" id="{04DB4621-0571-2AA2-79CF-F6258DF9C4A7}"/>
              </a:ext>
            </a:extLst>
          </p:cNvPr>
          <p:cNvSpPr/>
          <p:nvPr/>
        </p:nvSpPr>
        <p:spPr>
          <a:xfrm>
            <a:off x="2747772" y="2699309"/>
            <a:ext cx="1355141" cy="784555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27">
            <a:extLst>
              <a:ext uri="{FF2B5EF4-FFF2-40B4-BE49-F238E27FC236}">
                <a16:creationId xmlns:a16="http://schemas.microsoft.com/office/drawing/2014/main" id="{5284D09D-440E-2160-26BF-902FFD8169EA}"/>
              </a:ext>
            </a:extLst>
          </p:cNvPr>
          <p:cNvSpPr/>
          <p:nvPr/>
        </p:nvSpPr>
        <p:spPr>
          <a:xfrm>
            <a:off x="3315614" y="2981859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 28">
            <a:extLst>
              <a:ext uri="{FF2B5EF4-FFF2-40B4-BE49-F238E27FC236}">
                <a16:creationId xmlns:a16="http://schemas.microsoft.com/office/drawing/2014/main" id="{8EE68DEF-D52A-F018-DDD0-3D7BA3A42C1A}"/>
              </a:ext>
            </a:extLst>
          </p:cNvPr>
          <p:cNvSpPr/>
          <p:nvPr/>
        </p:nvSpPr>
        <p:spPr>
          <a:xfrm>
            <a:off x="3352190" y="3018435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118" name="Shape 29">
            <a:extLst>
              <a:ext uri="{FF2B5EF4-FFF2-40B4-BE49-F238E27FC236}">
                <a16:creationId xmlns:a16="http://schemas.microsoft.com/office/drawing/2014/main" id="{2DA60EDE-77B3-029C-0EC3-03F60034D266}"/>
              </a:ext>
            </a:extLst>
          </p:cNvPr>
          <p:cNvSpPr/>
          <p:nvPr/>
        </p:nvSpPr>
        <p:spPr>
          <a:xfrm>
            <a:off x="2747772" y="3483864"/>
            <a:ext cx="1355141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30">
            <a:extLst>
              <a:ext uri="{FF2B5EF4-FFF2-40B4-BE49-F238E27FC236}">
                <a16:creationId xmlns:a16="http://schemas.microsoft.com/office/drawing/2014/main" id="{B5509960-837D-527D-4C19-AB8BB88497D2}"/>
              </a:ext>
            </a:extLst>
          </p:cNvPr>
          <p:cNvSpPr/>
          <p:nvPr/>
        </p:nvSpPr>
        <p:spPr>
          <a:xfrm>
            <a:off x="3315614" y="337413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31">
            <a:extLst>
              <a:ext uri="{FF2B5EF4-FFF2-40B4-BE49-F238E27FC236}">
                <a16:creationId xmlns:a16="http://schemas.microsoft.com/office/drawing/2014/main" id="{42394EB9-EF73-9603-230B-832ED00EE4C5}"/>
              </a:ext>
            </a:extLst>
          </p:cNvPr>
          <p:cNvSpPr/>
          <p:nvPr/>
        </p:nvSpPr>
        <p:spPr>
          <a:xfrm>
            <a:off x="3352190" y="341071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24" name="Shape 32">
            <a:extLst>
              <a:ext uri="{FF2B5EF4-FFF2-40B4-BE49-F238E27FC236}">
                <a16:creationId xmlns:a16="http://schemas.microsoft.com/office/drawing/2014/main" id="{6738A055-DD90-69E7-8124-E7B749D2C42C}"/>
              </a:ext>
            </a:extLst>
          </p:cNvPr>
          <p:cNvSpPr/>
          <p:nvPr/>
        </p:nvSpPr>
        <p:spPr>
          <a:xfrm>
            <a:off x="2747772" y="3483864"/>
            <a:ext cx="1319479" cy="855878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33">
            <a:extLst>
              <a:ext uri="{FF2B5EF4-FFF2-40B4-BE49-F238E27FC236}">
                <a16:creationId xmlns:a16="http://schemas.microsoft.com/office/drawing/2014/main" id="{02D19297-07C6-D4A6-7734-C5D75CF547B5}"/>
              </a:ext>
            </a:extLst>
          </p:cNvPr>
          <p:cNvSpPr/>
          <p:nvPr/>
        </p:nvSpPr>
        <p:spPr>
          <a:xfrm>
            <a:off x="3297783" y="380207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 34">
            <a:extLst>
              <a:ext uri="{FF2B5EF4-FFF2-40B4-BE49-F238E27FC236}">
                <a16:creationId xmlns:a16="http://schemas.microsoft.com/office/drawing/2014/main" id="{C4B8A647-81DA-4282-E15E-510EACCF4DE7}"/>
              </a:ext>
            </a:extLst>
          </p:cNvPr>
          <p:cNvSpPr/>
          <p:nvPr/>
        </p:nvSpPr>
        <p:spPr>
          <a:xfrm>
            <a:off x="3334359" y="383865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130" name="Shape 35">
            <a:extLst>
              <a:ext uri="{FF2B5EF4-FFF2-40B4-BE49-F238E27FC236}">
                <a16:creationId xmlns:a16="http://schemas.microsoft.com/office/drawing/2014/main" id="{213A4BDA-3ECA-9612-6791-8AC29C6487CB}"/>
              </a:ext>
            </a:extLst>
          </p:cNvPr>
          <p:cNvSpPr/>
          <p:nvPr/>
        </p:nvSpPr>
        <p:spPr>
          <a:xfrm>
            <a:off x="2747772" y="4268420"/>
            <a:ext cx="1319479" cy="71323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36">
            <a:extLst>
              <a:ext uri="{FF2B5EF4-FFF2-40B4-BE49-F238E27FC236}">
                <a16:creationId xmlns:a16="http://schemas.microsoft.com/office/drawing/2014/main" id="{7CE9721A-6E05-CA64-4AEB-C3F5BFC2DC8C}"/>
              </a:ext>
            </a:extLst>
          </p:cNvPr>
          <p:cNvSpPr/>
          <p:nvPr/>
        </p:nvSpPr>
        <p:spPr>
          <a:xfrm>
            <a:off x="3297783" y="4194353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 37">
            <a:extLst>
              <a:ext uri="{FF2B5EF4-FFF2-40B4-BE49-F238E27FC236}">
                <a16:creationId xmlns:a16="http://schemas.microsoft.com/office/drawing/2014/main" id="{19817851-DF82-F1F1-0BC7-377880DBD917}"/>
              </a:ext>
            </a:extLst>
          </p:cNvPr>
          <p:cNvSpPr/>
          <p:nvPr/>
        </p:nvSpPr>
        <p:spPr>
          <a:xfrm>
            <a:off x="3334359" y="4230929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36" name="Shape 38">
            <a:extLst>
              <a:ext uri="{FF2B5EF4-FFF2-40B4-BE49-F238E27FC236}">
                <a16:creationId xmlns:a16="http://schemas.microsoft.com/office/drawing/2014/main" id="{BC912CB1-5EBE-2E2E-00CC-7C0FFFB16CAB}"/>
              </a:ext>
            </a:extLst>
          </p:cNvPr>
          <p:cNvSpPr/>
          <p:nvPr/>
        </p:nvSpPr>
        <p:spPr>
          <a:xfrm>
            <a:off x="3960266" y="2592324"/>
            <a:ext cx="1283818" cy="89154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39">
            <a:extLst>
              <a:ext uri="{FF2B5EF4-FFF2-40B4-BE49-F238E27FC236}">
                <a16:creationId xmlns:a16="http://schemas.microsoft.com/office/drawing/2014/main" id="{34CBD1A3-5C36-77FF-EC9B-91AFCB7D8E0F}"/>
              </a:ext>
            </a:extLst>
          </p:cNvPr>
          <p:cNvSpPr/>
          <p:nvPr/>
        </p:nvSpPr>
        <p:spPr>
          <a:xfrm>
            <a:off x="4492447" y="292836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Text 40">
            <a:extLst>
              <a:ext uri="{FF2B5EF4-FFF2-40B4-BE49-F238E27FC236}">
                <a16:creationId xmlns:a16="http://schemas.microsoft.com/office/drawing/2014/main" id="{25F2E0B4-DC82-61DA-35E2-70E22B483E1E}"/>
              </a:ext>
            </a:extLst>
          </p:cNvPr>
          <p:cNvSpPr/>
          <p:nvPr/>
        </p:nvSpPr>
        <p:spPr>
          <a:xfrm>
            <a:off x="4529023" y="296494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50" dirty="0"/>
          </a:p>
        </p:txBody>
      </p:sp>
      <p:sp>
        <p:nvSpPr>
          <p:cNvPr id="142" name="Shape 41">
            <a:extLst>
              <a:ext uri="{FF2B5EF4-FFF2-40B4-BE49-F238E27FC236}">
                <a16:creationId xmlns:a16="http://schemas.microsoft.com/office/drawing/2014/main" id="{84295908-2481-797F-2453-D6E199CF94C9}"/>
              </a:ext>
            </a:extLst>
          </p:cNvPr>
          <p:cNvSpPr/>
          <p:nvPr/>
        </p:nvSpPr>
        <p:spPr>
          <a:xfrm>
            <a:off x="4102913" y="3483864"/>
            <a:ext cx="1141171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42">
            <a:extLst>
              <a:ext uri="{FF2B5EF4-FFF2-40B4-BE49-F238E27FC236}">
                <a16:creationId xmlns:a16="http://schemas.microsoft.com/office/drawing/2014/main" id="{4C2439D2-555E-54F0-00A1-0E0938E320C8}"/>
              </a:ext>
            </a:extLst>
          </p:cNvPr>
          <p:cNvSpPr/>
          <p:nvPr/>
        </p:nvSpPr>
        <p:spPr>
          <a:xfrm>
            <a:off x="4563770" y="337413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Text 43">
            <a:extLst>
              <a:ext uri="{FF2B5EF4-FFF2-40B4-BE49-F238E27FC236}">
                <a16:creationId xmlns:a16="http://schemas.microsoft.com/office/drawing/2014/main" id="{6DEF4CC2-F62D-8253-18D1-480241FC7CA7}"/>
              </a:ext>
            </a:extLst>
          </p:cNvPr>
          <p:cNvSpPr/>
          <p:nvPr/>
        </p:nvSpPr>
        <p:spPr>
          <a:xfrm>
            <a:off x="4600346" y="341071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48" name="Shape 44">
            <a:extLst>
              <a:ext uri="{FF2B5EF4-FFF2-40B4-BE49-F238E27FC236}">
                <a16:creationId xmlns:a16="http://schemas.microsoft.com/office/drawing/2014/main" id="{6E6EE61E-D3CA-BB48-8642-233AB2D5F1AE}"/>
              </a:ext>
            </a:extLst>
          </p:cNvPr>
          <p:cNvSpPr/>
          <p:nvPr/>
        </p:nvSpPr>
        <p:spPr>
          <a:xfrm flipV="1">
            <a:off x="4067251" y="3483864"/>
            <a:ext cx="1176833" cy="855879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45">
            <a:extLst>
              <a:ext uri="{FF2B5EF4-FFF2-40B4-BE49-F238E27FC236}">
                <a16:creationId xmlns:a16="http://schemas.microsoft.com/office/drawing/2014/main" id="{289BD238-0C0E-F596-BEC1-C1BA3E12551B}"/>
              </a:ext>
            </a:extLst>
          </p:cNvPr>
          <p:cNvSpPr/>
          <p:nvPr/>
        </p:nvSpPr>
        <p:spPr>
          <a:xfrm>
            <a:off x="4545939" y="380207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Text 46">
            <a:extLst>
              <a:ext uri="{FF2B5EF4-FFF2-40B4-BE49-F238E27FC236}">
                <a16:creationId xmlns:a16="http://schemas.microsoft.com/office/drawing/2014/main" id="{2FE798E1-5302-9B86-F45A-968E150BCAAC}"/>
              </a:ext>
            </a:extLst>
          </p:cNvPr>
          <p:cNvSpPr/>
          <p:nvPr/>
        </p:nvSpPr>
        <p:spPr>
          <a:xfrm>
            <a:off x="4582515" y="383865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154" name="Shape 47">
            <a:extLst>
              <a:ext uri="{FF2B5EF4-FFF2-40B4-BE49-F238E27FC236}">
                <a16:creationId xmlns:a16="http://schemas.microsoft.com/office/drawing/2014/main" id="{59AAB2B9-DC0D-0D47-0771-D7E8F4161BC4}"/>
              </a:ext>
            </a:extLst>
          </p:cNvPr>
          <p:cNvSpPr/>
          <p:nvPr/>
        </p:nvSpPr>
        <p:spPr>
          <a:xfrm>
            <a:off x="1445666" y="3287268"/>
            <a:ext cx="393192" cy="393192"/>
          </a:xfrm>
          <a:prstGeom prst="ellipse">
            <a:avLst/>
          </a:prstGeom>
          <a:solidFill>
            <a:srgbClr val="39A87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Text 48">
            <a:extLst>
              <a:ext uri="{FF2B5EF4-FFF2-40B4-BE49-F238E27FC236}">
                <a16:creationId xmlns:a16="http://schemas.microsoft.com/office/drawing/2014/main" id="{060D9633-8E28-D0FC-5E0E-3DBA783F4A4B}"/>
              </a:ext>
            </a:extLst>
          </p:cNvPr>
          <p:cNvSpPr/>
          <p:nvPr/>
        </p:nvSpPr>
        <p:spPr>
          <a:xfrm>
            <a:off x="1445666" y="3342132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400" dirty="0"/>
          </a:p>
        </p:txBody>
      </p:sp>
      <p:sp>
        <p:nvSpPr>
          <p:cNvPr id="158" name="Shape 49">
            <a:extLst>
              <a:ext uri="{FF2B5EF4-FFF2-40B4-BE49-F238E27FC236}">
                <a16:creationId xmlns:a16="http://schemas.microsoft.com/office/drawing/2014/main" id="{1AF66E67-22A0-6289-E1CF-294F0BBD5FE1}"/>
              </a:ext>
            </a:extLst>
          </p:cNvPr>
          <p:cNvSpPr/>
          <p:nvPr/>
        </p:nvSpPr>
        <p:spPr>
          <a:xfrm>
            <a:off x="2551176" y="2502713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Text 50">
            <a:extLst>
              <a:ext uri="{FF2B5EF4-FFF2-40B4-BE49-F238E27FC236}">
                <a16:creationId xmlns:a16="http://schemas.microsoft.com/office/drawing/2014/main" id="{0372D6E0-A97E-C2FB-4A6B-8E67454F5F87}"/>
              </a:ext>
            </a:extLst>
          </p:cNvPr>
          <p:cNvSpPr/>
          <p:nvPr/>
        </p:nvSpPr>
        <p:spPr>
          <a:xfrm>
            <a:off x="2551176" y="2557577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400" dirty="0"/>
          </a:p>
        </p:txBody>
      </p:sp>
      <p:sp>
        <p:nvSpPr>
          <p:cNvPr id="162" name="Shape 51">
            <a:extLst>
              <a:ext uri="{FF2B5EF4-FFF2-40B4-BE49-F238E27FC236}">
                <a16:creationId xmlns:a16="http://schemas.microsoft.com/office/drawing/2014/main" id="{D3873990-ADD7-D6CB-796B-D67794780F6C}"/>
              </a:ext>
            </a:extLst>
          </p:cNvPr>
          <p:cNvSpPr/>
          <p:nvPr/>
        </p:nvSpPr>
        <p:spPr>
          <a:xfrm>
            <a:off x="2551176" y="3287268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Text 52">
            <a:extLst>
              <a:ext uri="{FF2B5EF4-FFF2-40B4-BE49-F238E27FC236}">
                <a16:creationId xmlns:a16="http://schemas.microsoft.com/office/drawing/2014/main" id="{D3129F47-E448-3B9D-30C9-C18024604819}"/>
              </a:ext>
            </a:extLst>
          </p:cNvPr>
          <p:cNvSpPr/>
          <p:nvPr/>
        </p:nvSpPr>
        <p:spPr>
          <a:xfrm>
            <a:off x="2551176" y="3342132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400" dirty="0"/>
          </a:p>
        </p:txBody>
      </p:sp>
      <p:sp>
        <p:nvSpPr>
          <p:cNvPr id="166" name="Shape 53">
            <a:extLst>
              <a:ext uri="{FF2B5EF4-FFF2-40B4-BE49-F238E27FC236}">
                <a16:creationId xmlns:a16="http://schemas.microsoft.com/office/drawing/2014/main" id="{16DEE53E-7AE3-F912-F382-2D120F1B5ED8}"/>
              </a:ext>
            </a:extLst>
          </p:cNvPr>
          <p:cNvSpPr/>
          <p:nvPr/>
        </p:nvSpPr>
        <p:spPr>
          <a:xfrm>
            <a:off x="2551176" y="4071824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Text 54">
            <a:extLst>
              <a:ext uri="{FF2B5EF4-FFF2-40B4-BE49-F238E27FC236}">
                <a16:creationId xmlns:a16="http://schemas.microsoft.com/office/drawing/2014/main" id="{AF03947A-14D4-D69B-2F13-2F44AF100605}"/>
              </a:ext>
            </a:extLst>
          </p:cNvPr>
          <p:cNvSpPr/>
          <p:nvPr/>
        </p:nvSpPr>
        <p:spPr>
          <a:xfrm>
            <a:off x="2551176" y="4126688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400" dirty="0"/>
          </a:p>
        </p:txBody>
      </p:sp>
      <p:sp>
        <p:nvSpPr>
          <p:cNvPr id="170" name="Shape 55">
            <a:extLst>
              <a:ext uri="{FF2B5EF4-FFF2-40B4-BE49-F238E27FC236}">
                <a16:creationId xmlns:a16="http://schemas.microsoft.com/office/drawing/2014/main" id="{BAD968F7-CE01-858D-7C6A-B3EECAB03A02}"/>
              </a:ext>
            </a:extLst>
          </p:cNvPr>
          <p:cNvSpPr/>
          <p:nvPr/>
        </p:nvSpPr>
        <p:spPr>
          <a:xfrm>
            <a:off x="3763670" y="2456687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Text 56">
            <a:extLst>
              <a:ext uri="{FF2B5EF4-FFF2-40B4-BE49-F238E27FC236}">
                <a16:creationId xmlns:a16="http://schemas.microsoft.com/office/drawing/2014/main" id="{06F56BA5-C574-FFDE-82CA-7C455BA25632}"/>
              </a:ext>
            </a:extLst>
          </p:cNvPr>
          <p:cNvSpPr/>
          <p:nvPr/>
        </p:nvSpPr>
        <p:spPr>
          <a:xfrm>
            <a:off x="3769212" y="2500470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400" dirty="0"/>
          </a:p>
        </p:txBody>
      </p:sp>
      <p:sp>
        <p:nvSpPr>
          <p:cNvPr id="174" name="Shape 57">
            <a:extLst>
              <a:ext uri="{FF2B5EF4-FFF2-40B4-BE49-F238E27FC236}">
                <a16:creationId xmlns:a16="http://schemas.microsoft.com/office/drawing/2014/main" id="{FA999E84-A403-E06A-6371-F19918FA02A1}"/>
              </a:ext>
            </a:extLst>
          </p:cNvPr>
          <p:cNvSpPr/>
          <p:nvPr/>
        </p:nvSpPr>
        <p:spPr>
          <a:xfrm>
            <a:off x="3906317" y="3287268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Text 58">
            <a:extLst>
              <a:ext uri="{FF2B5EF4-FFF2-40B4-BE49-F238E27FC236}">
                <a16:creationId xmlns:a16="http://schemas.microsoft.com/office/drawing/2014/main" id="{9BA4AAB0-D6A5-1AD9-BA2B-90ABA3CCDAA7}"/>
              </a:ext>
            </a:extLst>
          </p:cNvPr>
          <p:cNvSpPr/>
          <p:nvPr/>
        </p:nvSpPr>
        <p:spPr>
          <a:xfrm>
            <a:off x="3906317" y="3342132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400" dirty="0"/>
          </a:p>
        </p:txBody>
      </p:sp>
      <p:sp>
        <p:nvSpPr>
          <p:cNvPr id="178" name="Shape 59">
            <a:extLst>
              <a:ext uri="{FF2B5EF4-FFF2-40B4-BE49-F238E27FC236}">
                <a16:creationId xmlns:a16="http://schemas.microsoft.com/office/drawing/2014/main" id="{9707421A-7225-2239-07A1-9C8079FAFC75}"/>
              </a:ext>
            </a:extLst>
          </p:cNvPr>
          <p:cNvSpPr/>
          <p:nvPr/>
        </p:nvSpPr>
        <p:spPr>
          <a:xfrm>
            <a:off x="3870655" y="4143147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Text 60">
            <a:extLst>
              <a:ext uri="{FF2B5EF4-FFF2-40B4-BE49-F238E27FC236}">
                <a16:creationId xmlns:a16="http://schemas.microsoft.com/office/drawing/2014/main" id="{2C39E4AA-AE40-A4FB-7051-B8AC09592D0A}"/>
              </a:ext>
            </a:extLst>
          </p:cNvPr>
          <p:cNvSpPr/>
          <p:nvPr/>
        </p:nvSpPr>
        <p:spPr>
          <a:xfrm>
            <a:off x="3870655" y="4198011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400" dirty="0"/>
          </a:p>
        </p:txBody>
      </p:sp>
      <p:sp>
        <p:nvSpPr>
          <p:cNvPr id="182" name="Shape 61">
            <a:extLst>
              <a:ext uri="{FF2B5EF4-FFF2-40B4-BE49-F238E27FC236}">
                <a16:creationId xmlns:a16="http://schemas.microsoft.com/office/drawing/2014/main" id="{7D3DB5C1-C55D-DE09-9C96-9D61EE5EAA75}"/>
              </a:ext>
            </a:extLst>
          </p:cNvPr>
          <p:cNvSpPr/>
          <p:nvPr/>
        </p:nvSpPr>
        <p:spPr>
          <a:xfrm>
            <a:off x="5047488" y="3287268"/>
            <a:ext cx="393192" cy="393192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Text 62">
            <a:extLst>
              <a:ext uri="{FF2B5EF4-FFF2-40B4-BE49-F238E27FC236}">
                <a16:creationId xmlns:a16="http://schemas.microsoft.com/office/drawing/2014/main" id="{C2FE560F-2C9B-6E39-160D-65ACF6A8E7B7}"/>
              </a:ext>
            </a:extLst>
          </p:cNvPr>
          <p:cNvSpPr/>
          <p:nvPr/>
        </p:nvSpPr>
        <p:spPr>
          <a:xfrm>
            <a:off x="5047488" y="3342132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1400" dirty="0"/>
          </a:p>
        </p:txBody>
      </p:sp>
      <p:sp>
        <p:nvSpPr>
          <p:cNvPr id="185" name="Shape 26">
            <a:extLst>
              <a:ext uri="{FF2B5EF4-FFF2-40B4-BE49-F238E27FC236}">
                <a16:creationId xmlns:a16="http://schemas.microsoft.com/office/drawing/2014/main" id="{FECD5963-823A-3EF2-DA43-AC7197AF0C33}"/>
              </a:ext>
            </a:extLst>
          </p:cNvPr>
          <p:cNvSpPr/>
          <p:nvPr/>
        </p:nvSpPr>
        <p:spPr>
          <a:xfrm flipH="1">
            <a:off x="1666952" y="2715685"/>
            <a:ext cx="1105509" cy="723292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Shape 14">
            <a:extLst>
              <a:ext uri="{FF2B5EF4-FFF2-40B4-BE49-F238E27FC236}">
                <a16:creationId xmlns:a16="http://schemas.microsoft.com/office/drawing/2014/main" id="{174419FB-5F80-CDE5-55BA-5EDFAD7A5C11}"/>
              </a:ext>
            </a:extLst>
          </p:cNvPr>
          <p:cNvSpPr/>
          <p:nvPr/>
        </p:nvSpPr>
        <p:spPr>
          <a:xfrm>
            <a:off x="1642262" y="3484695"/>
            <a:ext cx="1105510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Shape 15">
            <a:extLst>
              <a:ext uri="{FF2B5EF4-FFF2-40B4-BE49-F238E27FC236}">
                <a16:creationId xmlns:a16="http://schemas.microsoft.com/office/drawing/2014/main" id="{9AE8927C-B054-5567-ACB0-58084B27AE74}"/>
              </a:ext>
            </a:extLst>
          </p:cNvPr>
          <p:cNvSpPr/>
          <p:nvPr/>
        </p:nvSpPr>
        <p:spPr>
          <a:xfrm>
            <a:off x="2085289" y="2982690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Text 16">
            <a:extLst>
              <a:ext uri="{FF2B5EF4-FFF2-40B4-BE49-F238E27FC236}">
                <a16:creationId xmlns:a16="http://schemas.microsoft.com/office/drawing/2014/main" id="{FCE4BBE3-D819-0B1D-31EB-B14CA172A98E}"/>
              </a:ext>
            </a:extLst>
          </p:cNvPr>
          <p:cNvSpPr/>
          <p:nvPr/>
        </p:nvSpPr>
        <p:spPr>
          <a:xfrm>
            <a:off x="2121865" y="3019266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89" name="Shape 17">
            <a:extLst>
              <a:ext uri="{FF2B5EF4-FFF2-40B4-BE49-F238E27FC236}">
                <a16:creationId xmlns:a16="http://schemas.microsoft.com/office/drawing/2014/main" id="{D481D32D-06D4-08FA-7E68-2841B04E9EF4}"/>
              </a:ext>
            </a:extLst>
          </p:cNvPr>
          <p:cNvSpPr/>
          <p:nvPr/>
        </p:nvSpPr>
        <p:spPr>
          <a:xfrm>
            <a:off x="1642262" y="3484695"/>
            <a:ext cx="1105510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Shape 18">
            <a:extLst>
              <a:ext uri="{FF2B5EF4-FFF2-40B4-BE49-F238E27FC236}">
                <a16:creationId xmlns:a16="http://schemas.microsoft.com/office/drawing/2014/main" id="{79D86FB1-B303-A11D-AC44-FD57A2750788}"/>
              </a:ext>
            </a:extLst>
          </p:cNvPr>
          <p:cNvSpPr/>
          <p:nvPr/>
        </p:nvSpPr>
        <p:spPr>
          <a:xfrm>
            <a:off x="2085289" y="3374967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Text 19">
            <a:extLst>
              <a:ext uri="{FF2B5EF4-FFF2-40B4-BE49-F238E27FC236}">
                <a16:creationId xmlns:a16="http://schemas.microsoft.com/office/drawing/2014/main" id="{F56E3B25-5837-B292-74B3-7EE4EDCEE6C9}"/>
              </a:ext>
            </a:extLst>
          </p:cNvPr>
          <p:cNvSpPr/>
          <p:nvPr/>
        </p:nvSpPr>
        <p:spPr>
          <a:xfrm>
            <a:off x="2121865" y="3411543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192" name="Shape 20">
            <a:extLst>
              <a:ext uri="{FF2B5EF4-FFF2-40B4-BE49-F238E27FC236}">
                <a16:creationId xmlns:a16="http://schemas.microsoft.com/office/drawing/2014/main" id="{169D4FA7-7818-B72E-07A5-2423D590BA5A}"/>
              </a:ext>
            </a:extLst>
          </p:cNvPr>
          <p:cNvSpPr/>
          <p:nvPr/>
        </p:nvSpPr>
        <p:spPr>
          <a:xfrm>
            <a:off x="1642262" y="3484695"/>
            <a:ext cx="1105510" cy="784555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Shape 21">
            <a:extLst>
              <a:ext uri="{FF2B5EF4-FFF2-40B4-BE49-F238E27FC236}">
                <a16:creationId xmlns:a16="http://schemas.microsoft.com/office/drawing/2014/main" id="{213C74DE-B0C0-9DF7-CB1C-5143EFD009DF}"/>
              </a:ext>
            </a:extLst>
          </p:cNvPr>
          <p:cNvSpPr/>
          <p:nvPr/>
        </p:nvSpPr>
        <p:spPr>
          <a:xfrm>
            <a:off x="2085289" y="3767245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Text 22">
            <a:extLst>
              <a:ext uri="{FF2B5EF4-FFF2-40B4-BE49-F238E27FC236}">
                <a16:creationId xmlns:a16="http://schemas.microsoft.com/office/drawing/2014/main" id="{79649F14-40E9-281D-F543-40FEA8C4D76D}"/>
              </a:ext>
            </a:extLst>
          </p:cNvPr>
          <p:cNvSpPr/>
          <p:nvPr/>
        </p:nvSpPr>
        <p:spPr>
          <a:xfrm>
            <a:off x="2121865" y="3803821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95" name="Shape 23">
            <a:extLst>
              <a:ext uri="{FF2B5EF4-FFF2-40B4-BE49-F238E27FC236}">
                <a16:creationId xmlns:a16="http://schemas.microsoft.com/office/drawing/2014/main" id="{D60E5C7B-4005-7D04-22DF-6CA440FC839A}"/>
              </a:ext>
            </a:extLst>
          </p:cNvPr>
          <p:cNvSpPr/>
          <p:nvPr/>
        </p:nvSpPr>
        <p:spPr>
          <a:xfrm>
            <a:off x="2747772" y="2700140"/>
            <a:ext cx="1212494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Shape 24">
            <a:extLst>
              <a:ext uri="{FF2B5EF4-FFF2-40B4-BE49-F238E27FC236}">
                <a16:creationId xmlns:a16="http://schemas.microsoft.com/office/drawing/2014/main" id="{A08B527C-4610-E699-DFFE-6C28AC682D81}"/>
              </a:ext>
            </a:extLst>
          </p:cNvPr>
          <p:cNvSpPr/>
          <p:nvPr/>
        </p:nvSpPr>
        <p:spPr>
          <a:xfrm>
            <a:off x="3244291" y="2536920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Text 25">
            <a:extLst>
              <a:ext uri="{FF2B5EF4-FFF2-40B4-BE49-F238E27FC236}">
                <a16:creationId xmlns:a16="http://schemas.microsoft.com/office/drawing/2014/main" id="{A26F01D3-48FE-0871-3FB7-160882C72198}"/>
              </a:ext>
            </a:extLst>
          </p:cNvPr>
          <p:cNvSpPr/>
          <p:nvPr/>
        </p:nvSpPr>
        <p:spPr>
          <a:xfrm>
            <a:off x="3280867" y="2573496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98" name="Shape 26">
            <a:extLst>
              <a:ext uri="{FF2B5EF4-FFF2-40B4-BE49-F238E27FC236}">
                <a16:creationId xmlns:a16="http://schemas.microsoft.com/office/drawing/2014/main" id="{D354B355-6095-B222-9BED-469E597ABB57}"/>
              </a:ext>
            </a:extLst>
          </p:cNvPr>
          <p:cNvSpPr/>
          <p:nvPr/>
        </p:nvSpPr>
        <p:spPr>
          <a:xfrm>
            <a:off x="2747772" y="2700140"/>
            <a:ext cx="1355141" cy="784555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Shape 27">
            <a:extLst>
              <a:ext uri="{FF2B5EF4-FFF2-40B4-BE49-F238E27FC236}">
                <a16:creationId xmlns:a16="http://schemas.microsoft.com/office/drawing/2014/main" id="{FF52F692-A72A-917F-7B6C-BA837F45F2BE}"/>
              </a:ext>
            </a:extLst>
          </p:cNvPr>
          <p:cNvSpPr/>
          <p:nvPr/>
        </p:nvSpPr>
        <p:spPr>
          <a:xfrm>
            <a:off x="3315614" y="2982690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Text 28">
            <a:extLst>
              <a:ext uri="{FF2B5EF4-FFF2-40B4-BE49-F238E27FC236}">
                <a16:creationId xmlns:a16="http://schemas.microsoft.com/office/drawing/2014/main" id="{D368C586-2085-748F-1BC2-B772097FC523}"/>
              </a:ext>
            </a:extLst>
          </p:cNvPr>
          <p:cNvSpPr/>
          <p:nvPr/>
        </p:nvSpPr>
        <p:spPr>
          <a:xfrm>
            <a:off x="3352190" y="3019266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201" name="Shape 29">
            <a:extLst>
              <a:ext uri="{FF2B5EF4-FFF2-40B4-BE49-F238E27FC236}">
                <a16:creationId xmlns:a16="http://schemas.microsoft.com/office/drawing/2014/main" id="{6D36556C-F75B-3BFA-AB11-EFAD99557395}"/>
              </a:ext>
            </a:extLst>
          </p:cNvPr>
          <p:cNvSpPr/>
          <p:nvPr/>
        </p:nvSpPr>
        <p:spPr>
          <a:xfrm>
            <a:off x="2747772" y="3484695"/>
            <a:ext cx="1355141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Shape 30">
            <a:extLst>
              <a:ext uri="{FF2B5EF4-FFF2-40B4-BE49-F238E27FC236}">
                <a16:creationId xmlns:a16="http://schemas.microsoft.com/office/drawing/2014/main" id="{02F655C8-58BD-1B69-3160-BB1F9DE9A12F}"/>
              </a:ext>
            </a:extLst>
          </p:cNvPr>
          <p:cNvSpPr/>
          <p:nvPr/>
        </p:nvSpPr>
        <p:spPr>
          <a:xfrm>
            <a:off x="3315614" y="3374967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Text 31">
            <a:extLst>
              <a:ext uri="{FF2B5EF4-FFF2-40B4-BE49-F238E27FC236}">
                <a16:creationId xmlns:a16="http://schemas.microsoft.com/office/drawing/2014/main" id="{82B3DF2F-2DFA-A8F3-95C1-AADE7C865367}"/>
              </a:ext>
            </a:extLst>
          </p:cNvPr>
          <p:cNvSpPr/>
          <p:nvPr/>
        </p:nvSpPr>
        <p:spPr>
          <a:xfrm>
            <a:off x="3352190" y="3411543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204" name="Shape 32">
            <a:extLst>
              <a:ext uri="{FF2B5EF4-FFF2-40B4-BE49-F238E27FC236}">
                <a16:creationId xmlns:a16="http://schemas.microsoft.com/office/drawing/2014/main" id="{139326E3-531A-4313-D200-C5597F135C07}"/>
              </a:ext>
            </a:extLst>
          </p:cNvPr>
          <p:cNvSpPr/>
          <p:nvPr/>
        </p:nvSpPr>
        <p:spPr>
          <a:xfrm>
            <a:off x="2747772" y="3484695"/>
            <a:ext cx="1319479" cy="855878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pe 33">
            <a:extLst>
              <a:ext uri="{FF2B5EF4-FFF2-40B4-BE49-F238E27FC236}">
                <a16:creationId xmlns:a16="http://schemas.microsoft.com/office/drawing/2014/main" id="{628F1178-D89B-2CBF-D45B-C50793866772}"/>
              </a:ext>
            </a:extLst>
          </p:cNvPr>
          <p:cNvSpPr/>
          <p:nvPr/>
        </p:nvSpPr>
        <p:spPr>
          <a:xfrm>
            <a:off x="3297783" y="3802907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Text 34">
            <a:extLst>
              <a:ext uri="{FF2B5EF4-FFF2-40B4-BE49-F238E27FC236}">
                <a16:creationId xmlns:a16="http://schemas.microsoft.com/office/drawing/2014/main" id="{F502DD4C-F98B-1959-B96A-B34920177B4F}"/>
              </a:ext>
            </a:extLst>
          </p:cNvPr>
          <p:cNvSpPr/>
          <p:nvPr/>
        </p:nvSpPr>
        <p:spPr>
          <a:xfrm>
            <a:off x="3334359" y="3839483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07" name="Shape 35">
            <a:extLst>
              <a:ext uri="{FF2B5EF4-FFF2-40B4-BE49-F238E27FC236}">
                <a16:creationId xmlns:a16="http://schemas.microsoft.com/office/drawing/2014/main" id="{A8B54E45-F353-1462-11A6-87A11A50C83D}"/>
              </a:ext>
            </a:extLst>
          </p:cNvPr>
          <p:cNvSpPr/>
          <p:nvPr/>
        </p:nvSpPr>
        <p:spPr>
          <a:xfrm>
            <a:off x="2747772" y="4269251"/>
            <a:ext cx="1319479" cy="71323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8" name="Shape 36">
            <a:extLst>
              <a:ext uri="{FF2B5EF4-FFF2-40B4-BE49-F238E27FC236}">
                <a16:creationId xmlns:a16="http://schemas.microsoft.com/office/drawing/2014/main" id="{F64266BE-656C-51BF-AAB6-20AC5BBF4101}"/>
              </a:ext>
            </a:extLst>
          </p:cNvPr>
          <p:cNvSpPr/>
          <p:nvPr/>
        </p:nvSpPr>
        <p:spPr>
          <a:xfrm>
            <a:off x="3297783" y="4195184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" name="Text 37">
            <a:extLst>
              <a:ext uri="{FF2B5EF4-FFF2-40B4-BE49-F238E27FC236}">
                <a16:creationId xmlns:a16="http://schemas.microsoft.com/office/drawing/2014/main" id="{CB5D301C-FAB7-33C8-3E5E-3E1F96617236}"/>
              </a:ext>
            </a:extLst>
          </p:cNvPr>
          <p:cNvSpPr/>
          <p:nvPr/>
        </p:nvSpPr>
        <p:spPr>
          <a:xfrm>
            <a:off x="3334359" y="4231760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10" name="Shape 38">
            <a:extLst>
              <a:ext uri="{FF2B5EF4-FFF2-40B4-BE49-F238E27FC236}">
                <a16:creationId xmlns:a16="http://schemas.microsoft.com/office/drawing/2014/main" id="{B88797E6-37E8-5F37-8740-830A334FA2BF}"/>
              </a:ext>
            </a:extLst>
          </p:cNvPr>
          <p:cNvSpPr/>
          <p:nvPr/>
        </p:nvSpPr>
        <p:spPr>
          <a:xfrm>
            <a:off x="3960266" y="2593155"/>
            <a:ext cx="1283818" cy="89154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1" name="Shape 39">
            <a:extLst>
              <a:ext uri="{FF2B5EF4-FFF2-40B4-BE49-F238E27FC236}">
                <a16:creationId xmlns:a16="http://schemas.microsoft.com/office/drawing/2014/main" id="{1D572DE1-C3A9-CCD7-C7AD-FB008FD1B5ED}"/>
              </a:ext>
            </a:extLst>
          </p:cNvPr>
          <p:cNvSpPr/>
          <p:nvPr/>
        </p:nvSpPr>
        <p:spPr>
          <a:xfrm>
            <a:off x="4492447" y="2929197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Text 40">
            <a:extLst>
              <a:ext uri="{FF2B5EF4-FFF2-40B4-BE49-F238E27FC236}">
                <a16:creationId xmlns:a16="http://schemas.microsoft.com/office/drawing/2014/main" id="{95618135-16F6-9460-785F-98D42D90B384}"/>
              </a:ext>
            </a:extLst>
          </p:cNvPr>
          <p:cNvSpPr/>
          <p:nvPr/>
        </p:nvSpPr>
        <p:spPr>
          <a:xfrm>
            <a:off x="4529023" y="2965773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50" dirty="0"/>
          </a:p>
        </p:txBody>
      </p:sp>
      <p:sp>
        <p:nvSpPr>
          <p:cNvPr id="213" name="Shape 41">
            <a:extLst>
              <a:ext uri="{FF2B5EF4-FFF2-40B4-BE49-F238E27FC236}">
                <a16:creationId xmlns:a16="http://schemas.microsoft.com/office/drawing/2014/main" id="{DD61434C-3E27-3972-237E-EE10AFFB3543}"/>
              </a:ext>
            </a:extLst>
          </p:cNvPr>
          <p:cNvSpPr/>
          <p:nvPr/>
        </p:nvSpPr>
        <p:spPr>
          <a:xfrm>
            <a:off x="4102913" y="3484695"/>
            <a:ext cx="1141171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4" name="Shape 42">
            <a:extLst>
              <a:ext uri="{FF2B5EF4-FFF2-40B4-BE49-F238E27FC236}">
                <a16:creationId xmlns:a16="http://schemas.microsoft.com/office/drawing/2014/main" id="{24CEB348-DF2E-AF05-461A-05EFF51919B9}"/>
              </a:ext>
            </a:extLst>
          </p:cNvPr>
          <p:cNvSpPr/>
          <p:nvPr/>
        </p:nvSpPr>
        <p:spPr>
          <a:xfrm>
            <a:off x="4563770" y="3374967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5" name="Text 43">
            <a:extLst>
              <a:ext uri="{FF2B5EF4-FFF2-40B4-BE49-F238E27FC236}">
                <a16:creationId xmlns:a16="http://schemas.microsoft.com/office/drawing/2014/main" id="{87FB5BEC-EE45-B734-E9F7-24D0E13CB520}"/>
              </a:ext>
            </a:extLst>
          </p:cNvPr>
          <p:cNvSpPr/>
          <p:nvPr/>
        </p:nvSpPr>
        <p:spPr>
          <a:xfrm>
            <a:off x="4600346" y="3411543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16" name="Shape 44">
            <a:extLst>
              <a:ext uri="{FF2B5EF4-FFF2-40B4-BE49-F238E27FC236}">
                <a16:creationId xmlns:a16="http://schemas.microsoft.com/office/drawing/2014/main" id="{6704487B-8ECD-7526-490C-BFD2272E3DEF}"/>
              </a:ext>
            </a:extLst>
          </p:cNvPr>
          <p:cNvSpPr/>
          <p:nvPr/>
        </p:nvSpPr>
        <p:spPr>
          <a:xfrm flipV="1">
            <a:off x="4067251" y="3484695"/>
            <a:ext cx="1176833" cy="855879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7" name="Shape 45">
            <a:extLst>
              <a:ext uri="{FF2B5EF4-FFF2-40B4-BE49-F238E27FC236}">
                <a16:creationId xmlns:a16="http://schemas.microsoft.com/office/drawing/2014/main" id="{74C061C6-AFAA-825D-8F6F-45703DBA2AB6}"/>
              </a:ext>
            </a:extLst>
          </p:cNvPr>
          <p:cNvSpPr/>
          <p:nvPr/>
        </p:nvSpPr>
        <p:spPr>
          <a:xfrm>
            <a:off x="4545939" y="3802907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8" name="Text 46">
            <a:extLst>
              <a:ext uri="{FF2B5EF4-FFF2-40B4-BE49-F238E27FC236}">
                <a16:creationId xmlns:a16="http://schemas.microsoft.com/office/drawing/2014/main" id="{1A8978C3-2562-1955-5362-6F8EF727384B}"/>
              </a:ext>
            </a:extLst>
          </p:cNvPr>
          <p:cNvSpPr/>
          <p:nvPr/>
        </p:nvSpPr>
        <p:spPr>
          <a:xfrm>
            <a:off x="4582515" y="3839483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219" name="Shape 47">
            <a:extLst>
              <a:ext uri="{FF2B5EF4-FFF2-40B4-BE49-F238E27FC236}">
                <a16:creationId xmlns:a16="http://schemas.microsoft.com/office/drawing/2014/main" id="{2732D733-1E54-2D66-DF33-A80D97C200E0}"/>
              </a:ext>
            </a:extLst>
          </p:cNvPr>
          <p:cNvSpPr/>
          <p:nvPr/>
        </p:nvSpPr>
        <p:spPr>
          <a:xfrm>
            <a:off x="1445666" y="3288099"/>
            <a:ext cx="393192" cy="393192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0" name="Text 48">
            <a:extLst>
              <a:ext uri="{FF2B5EF4-FFF2-40B4-BE49-F238E27FC236}">
                <a16:creationId xmlns:a16="http://schemas.microsoft.com/office/drawing/2014/main" id="{0E55603E-7174-A885-4C90-8103F018B06F}"/>
              </a:ext>
            </a:extLst>
          </p:cNvPr>
          <p:cNvSpPr/>
          <p:nvPr/>
        </p:nvSpPr>
        <p:spPr>
          <a:xfrm>
            <a:off x="1445666" y="3342963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400" dirty="0"/>
          </a:p>
        </p:txBody>
      </p:sp>
      <p:sp>
        <p:nvSpPr>
          <p:cNvPr id="221" name="Shape 49">
            <a:extLst>
              <a:ext uri="{FF2B5EF4-FFF2-40B4-BE49-F238E27FC236}">
                <a16:creationId xmlns:a16="http://schemas.microsoft.com/office/drawing/2014/main" id="{928955C2-949F-5DA3-7EDF-DFBC85398F76}"/>
              </a:ext>
            </a:extLst>
          </p:cNvPr>
          <p:cNvSpPr/>
          <p:nvPr/>
        </p:nvSpPr>
        <p:spPr>
          <a:xfrm>
            <a:off x="2551176" y="2503544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2" name="Text 50">
            <a:extLst>
              <a:ext uri="{FF2B5EF4-FFF2-40B4-BE49-F238E27FC236}">
                <a16:creationId xmlns:a16="http://schemas.microsoft.com/office/drawing/2014/main" id="{4572C6D7-8626-1A75-C5F1-8765334B4110}"/>
              </a:ext>
            </a:extLst>
          </p:cNvPr>
          <p:cNvSpPr/>
          <p:nvPr/>
        </p:nvSpPr>
        <p:spPr>
          <a:xfrm>
            <a:off x="2551176" y="2558408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400" dirty="0"/>
          </a:p>
        </p:txBody>
      </p:sp>
      <p:sp>
        <p:nvSpPr>
          <p:cNvPr id="223" name="Shape 51">
            <a:extLst>
              <a:ext uri="{FF2B5EF4-FFF2-40B4-BE49-F238E27FC236}">
                <a16:creationId xmlns:a16="http://schemas.microsoft.com/office/drawing/2014/main" id="{87D948DC-D025-E5B4-228D-78AC1FEC1228}"/>
              </a:ext>
            </a:extLst>
          </p:cNvPr>
          <p:cNvSpPr/>
          <p:nvPr/>
        </p:nvSpPr>
        <p:spPr>
          <a:xfrm>
            <a:off x="2551176" y="3288099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4" name="Text 52">
            <a:extLst>
              <a:ext uri="{FF2B5EF4-FFF2-40B4-BE49-F238E27FC236}">
                <a16:creationId xmlns:a16="http://schemas.microsoft.com/office/drawing/2014/main" id="{0DCE0B79-7A92-1679-708B-6884939B2B8E}"/>
              </a:ext>
            </a:extLst>
          </p:cNvPr>
          <p:cNvSpPr/>
          <p:nvPr/>
        </p:nvSpPr>
        <p:spPr>
          <a:xfrm>
            <a:off x="2551176" y="3342963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400" dirty="0"/>
          </a:p>
        </p:txBody>
      </p:sp>
      <p:sp>
        <p:nvSpPr>
          <p:cNvPr id="225" name="Shape 53">
            <a:extLst>
              <a:ext uri="{FF2B5EF4-FFF2-40B4-BE49-F238E27FC236}">
                <a16:creationId xmlns:a16="http://schemas.microsoft.com/office/drawing/2014/main" id="{F36C1656-BE6E-106E-53D8-9F67388AC1FF}"/>
              </a:ext>
            </a:extLst>
          </p:cNvPr>
          <p:cNvSpPr/>
          <p:nvPr/>
        </p:nvSpPr>
        <p:spPr>
          <a:xfrm>
            <a:off x="2551176" y="4072655"/>
            <a:ext cx="393192" cy="393192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6" name="Text 54">
            <a:extLst>
              <a:ext uri="{FF2B5EF4-FFF2-40B4-BE49-F238E27FC236}">
                <a16:creationId xmlns:a16="http://schemas.microsoft.com/office/drawing/2014/main" id="{B8032946-F99F-F218-5C61-20CC2CA3793B}"/>
              </a:ext>
            </a:extLst>
          </p:cNvPr>
          <p:cNvSpPr/>
          <p:nvPr/>
        </p:nvSpPr>
        <p:spPr>
          <a:xfrm>
            <a:off x="2551176" y="4127519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400" dirty="0"/>
          </a:p>
        </p:txBody>
      </p:sp>
      <p:sp>
        <p:nvSpPr>
          <p:cNvPr id="227" name="Shape 55">
            <a:extLst>
              <a:ext uri="{FF2B5EF4-FFF2-40B4-BE49-F238E27FC236}">
                <a16:creationId xmlns:a16="http://schemas.microsoft.com/office/drawing/2014/main" id="{2EB351C5-2C76-C6E1-A13D-353AC7789120}"/>
              </a:ext>
            </a:extLst>
          </p:cNvPr>
          <p:cNvSpPr/>
          <p:nvPr/>
        </p:nvSpPr>
        <p:spPr>
          <a:xfrm>
            <a:off x="3763670" y="2457518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8" name="Text 56">
            <a:extLst>
              <a:ext uri="{FF2B5EF4-FFF2-40B4-BE49-F238E27FC236}">
                <a16:creationId xmlns:a16="http://schemas.microsoft.com/office/drawing/2014/main" id="{9275EFA8-D5F3-FB7D-8FD2-9667CCE1ED29}"/>
              </a:ext>
            </a:extLst>
          </p:cNvPr>
          <p:cNvSpPr/>
          <p:nvPr/>
        </p:nvSpPr>
        <p:spPr>
          <a:xfrm>
            <a:off x="3769212" y="2501301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400" dirty="0"/>
          </a:p>
        </p:txBody>
      </p:sp>
      <p:sp>
        <p:nvSpPr>
          <p:cNvPr id="229" name="Shape 57">
            <a:extLst>
              <a:ext uri="{FF2B5EF4-FFF2-40B4-BE49-F238E27FC236}">
                <a16:creationId xmlns:a16="http://schemas.microsoft.com/office/drawing/2014/main" id="{6EA9F4D5-1DD4-0CA2-64BC-8E6BB5EA8E3C}"/>
              </a:ext>
            </a:extLst>
          </p:cNvPr>
          <p:cNvSpPr/>
          <p:nvPr/>
        </p:nvSpPr>
        <p:spPr>
          <a:xfrm>
            <a:off x="3906317" y="3288099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0" name="Text 58">
            <a:extLst>
              <a:ext uri="{FF2B5EF4-FFF2-40B4-BE49-F238E27FC236}">
                <a16:creationId xmlns:a16="http://schemas.microsoft.com/office/drawing/2014/main" id="{ABB58C81-BD54-90AD-F850-F6629966A7A5}"/>
              </a:ext>
            </a:extLst>
          </p:cNvPr>
          <p:cNvSpPr/>
          <p:nvPr/>
        </p:nvSpPr>
        <p:spPr>
          <a:xfrm>
            <a:off x="3906317" y="3342963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400" dirty="0"/>
          </a:p>
        </p:txBody>
      </p:sp>
      <p:sp>
        <p:nvSpPr>
          <p:cNvPr id="231" name="Shape 59">
            <a:extLst>
              <a:ext uri="{FF2B5EF4-FFF2-40B4-BE49-F238E27FC236}">
                <a16:creationId xmlns:a16="http://schemas.microsoft.com/office/drawing/2014/main" id="{A98CAFB4-6E12-5C5E-32CA-9EDC80424F9E}"/>
              </a:ext>
            </a:extLst>
          </p:cNvPr>
          <p:cNvSpPr/>
          <p:nvPr/>
        </p:nvSpPr>
        <p:spPr>
          <a:xfrm>
            <a:off x="3870655" y="4143978"/>
            <a:ext cx="393192" cy="393192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2" name="Text 60">
            <a:extLst>
              <a:ext uri="{FF2B5EF4-FFF2-40B4-BE49-F238E27FC236}">
                <a16:creationId xmlns:a16="http://schemas.microsoft.com/office/drawing/2014/main" id="{2B259C64-CFBE-5A59-6682-90080867AF8E}"/>
              </a:ext>
            </a:extLst>
          </p:cNvPr>
          <p:cNvSpPr/>
          <p:nvPr/>
        </p:nvSpPr>
        <p:spPr>
          <a:xfrm>
            <a:off x="3870655" y="4198842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400" dirty="0"/>
          </a:p>
        </p:txBody>
      </p:sp>
      <p:sp>
        <p:nvSpPr>
          <p:cNvPr id="233" name="Shape 61">
            <a:extLst>
              <a:ext uri="{FF2B5EF4-FFF2-40B4-BE49-F238E27FC236}">
                <a16:creationId xmlns:a16="http://schemas.microsoft.com/office/drawing/2014/main" id="{FCEBC6D6-C2EF-512F-C2F5-49E167E1F035}"/>
              </a:ext>
            </a:extLst>
          </p:cNvPr>
          <p:cNvSpPr/>
          <p:nvPr/>
        </p:nvSpPr>
        <p:spPr>
          <a:xfrm>
            <a:off x="5047488" y="3288099"/>
            <a:ext cx="393192" cy="393192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4" name="Text 62">
            <a:extLst>
              <a:ext uri="{FF2B5EF4-FFF2-40B4-BE49-F238E27FC236}">
                <a16:creationId xmlns:a16="http://schemas.microsoft.com/office/drawing/2014/main" id="{9F2A94A8-8457-18E4-6DC5-AC48D852B11D}"/>
              </a:ext>
            </a:extLst>
          </p:cNvPr>
          <p:cNvSpPr/>
          <p:nvPr/>
        </p:nvSpPr>
        <p:spPr>
          <a:xfrm>
            <a:off x="5047488" y="3342963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DFS guarantees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DFS trades weaker guarantees for lower memory.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L05: Uninformed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4892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73152" cy="1005840"/>
          </a:xfrm>
          <a:prstGeom prst="rect">
            <a:avLst/>
          </a:prstGeom>
          <a:solidFill>
            <a:srgbClr val="D94E4E"/>
          </a:solidFill>
          <a:ln w="12700">
            <a:solidFill>
              <a:srgbClr val="D94E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5840" y="18379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17627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guaranteed with cycles or infinite depth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0" y="1691640"/>
            <a:ext cx="4892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0" y="1691640"/>
            <a:ext cx="73152" cy="1005840"/>
          </a:xfrm>
          <a:prstGeom prst="rect">
            <a:avLst/>
          </a:prstGeom>
          <a:solidFill>
            <a:srgbClr val="D94E4E"/>
          </a:solidFill>
          <a:ln w="12700">
            <a:solidFill>
              <a:srgbClr val="D94E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0" y="18379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Optimal?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0" y="217627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3200400"/>
            <a:ext cx="4892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" y="3200400"/>
            <a:ext cx="73152" cy="1005840"/>
          </a:xfrm>
          <a:prstGeom prst="rect">
            <a:avLst/>
          </a:prstGeom>
          <a:solidFill>
            <a:srgbClr val="39A875"/>
          </a:solidFill>
          <a:ln w="12700">
            <a:solidFill>
              <a:srgbClr val="39A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5840" y="33467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368503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Often low: stores a branch and alternatives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0" y="3200400"/>
            <a:ext cx="4892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00800" y="3200400"/>
            <a:ext cx="73152" cy="1005840"/>
          </a:xfrm>
          <a:prstGeom prst="rect">
            <a:avLst/>
          </a:prstGeom>
          <a:solidFill>
            <a:srgbClr val="1D5FA7"/>
          </a:solidFill>
          <a:ln w="1270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83680" y="33467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use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83680" y="368503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search when any solution is acceptable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60120" y="507492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DFS is not “bad BFS.” It is a different tradeoff.</a:t>
            </a:r>
            <a:endParaRPr lang="en-US" sz="2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Uniform-Cost Search: follow accumulated cost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UCS expands the frontier node with the smallest path cost g(n).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L05: Uninformed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309360" y="1645920"/>
            <a:ext cx="4800600" cy="3657600"/>
          </a:xfrm>
          <a:prstGeom prst="roundRect">
            <a:avLst>
              <a:gd name="adj" fmla="val 2000"/>
            </a:avLst>
          </a:prstGeom>
          <a:solidFill>
            <a:srgbClr val="F4F8FC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629400" y="1920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UCS knows</a:t>
            </a:r>
            <a:endParaRPr lang="en-US" sz="2400" dirty="0"/>
          </a:p>
        </p:txBody>
      </p:sp>
      <p:sp>
        <p:nvSpPr>
          <p:cNvPr id="58" name="Text 56"/>
          <p:cNvSpPr/>
          <p:nvPr/>
        </p:nvSpPr>
        <p:spPr>
          <a:xfrm>
            <a:off x="6812280" y="26060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D5F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g(n) = cost already accumulated</a:t>
            </a: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1D5F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the start to node n</a:t>
            </a:r>
            <a:endParaRPr lang="en-US" sz="2300" dirty="0"/>
          </a:p>
        </p:txBody>
      </p:sp>
      <p:sp>
        <p:nvSpPr>
          <p:cNvPr id="59" name="Text 57"/>
          <p:cNvSpPr/>
          <p:nvPr/>
        </p:nvSpPr>
        <p:spPr>
          <a:xfrm>
            <a:off x="6629400" y="388620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UCS is still uninformed: it does not estimate the remaining cost to the goal.</a:t>
            </a:r>
            <a:endParaRPr lang="en-US" sz="1900" dirty="0"/>
          </a:p>
        </p:txBody>
      </p:sp>
      <p:sp>
        <p:nvSpPr>
          <p:cNvPr id="61" name="Shape 26">
            <a:extLst>
              <a:ext uri="{FF2B5EF4-FFF2-40B4-BE49-F238E27FC236}">
                <a16:creationId xmlns:a16="http://schemas.microsoft.com/office/drawing/2014/main" id="{8FAC8BF4-A106-47BB-7824-6284F0F6DEBC}"/>
              </a:ext>
            </a:extLst>
          </p:cNvPr>
          <p:cNvSpPr/>
          <p:nvPr/>
        </p:nvSpPr>
        <p:spPr>
          <a:xfrm flipH="1">
            <a:off x="1666952" y="2714854"/>
            <a:ext cx="1105509" cy="723292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14">
            <a:extLst>
              <a:ext uri="{FF2B5EF4-FFF2-40B4-BE49-F238E27FC236}">
                <a16:creationId xmlns:a16="http://schemas.microsoft.com/office/drawing/2014/main" id="{E6251FF2-F60C-0DAC-F320-95B3FDE7C417}"/>
              </a:ext>
            </a:extLst>
          </p:cNvPr>
          <p:cNvSpPr/>
          <p:nvPr/>
        </p:nvSpPr>
        <p:spPr>
          <a:xfrm>
            <a:off x="1642262" y="3483864"/>
            <a:ext cx="1105510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15">
            <a:extLst>
              <a:ext uri="{FF2B5EF4-FFF2-40B4-BE49-F238E27FC236}">
                <a16:creationId xmlns:a16="http://schemas.microsoft.com/office/drawing/2014/main" id="{88EA77C9-C160-11E2-9BBF-98636C59C211}"/>
              </a:ext>
            </a:extLst>
          </p:cNvPr>
          <p:cNvSpPr/>
          <p:nvPr/>
        </p:nvSpPr>
        <p:spPr>
          <a:xfrm>
            <a:off x="2085289" y="2981859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16">
            <a:extLst>
              <a:ext uri="{FF2B5EF4-FFF2-40B4-BE49-F238E27FC236}">
                <a16:creationId xmlns:a16="http://schemas.microsoft.com/office/drawing/2014/main" id="{75C26755-BB6B-708D-7A89-504C42836ED2}"/>
              </a:ext>
            </a:extLst>
          </p:cNvPr>
          <p:cNvSpPr/>
          <p:nvPr/>
        </p:nvSpPr>
        <p:spPr>
          <a:xfrm>
            <a:off x="2121865" y="3018435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69" name="Shape 17">
            <a:extLst>
              <a:ext uri="{FF2B5EF4-FFF2-40B4-BE49-F238E27FC236}">
                <a16:creationId xmlns:a16="http://schemas.microsoft.com/office/drawing/2014/main" id="{D7186064-DB36-E9E2-0264-F2E1177C191A}"/>
              </a:ext>
            </a:extLst>
          </p:cNvPr>
          <p:cNvSpPr/>
          <p:nvPr/>
        </p:nvSpPr>
        <p:spPr>
          <a:xfrm>
            <a:off x="1642262" y="3483864"/>
            <a:ext cx="1105510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18">
            <a:extLst>
              <a:ext uri="{FF2B5EF4-FFF2-40B4-BE49-F238E27FC236}">
                <a16:creationId xmlns:a16="http://schemas.microsoft.com/office/drawing/2014/main" id="{52D5DD2F-3A3B-13AC-96DE-A87E5E7CF948}"/>
              </a:ext>
            </a:extLst>
          </p:cNvPr>
          <p:cNvSpPr/>
          <p:nvPr/>
        </p:nvSpPr>
        <p:spPr>
          <a:xfrm>
            <a:off x="2085289" y="337413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19">
            <a:extLst>
              <a:ext uri="{FF2B5EF4-FFF2-40B4-BE49-F238E27FC236}">
                <a16:creationId xmlns:a16="http://schemas.microsoft.com/office/drawing/2014/main" id="{0303401E-5338-FA9F-046B-70A6F00CB23F}"/>
              </a:ext>
            </a:extLst>
          </p:cNvPr>
          <p:cNvSpPr/>
          <p:nvPr/>
        </p:nvSpPr>
        <p:spPr>
          <a:xfrm>
            <a:off x="2121865" y="341071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75" name="Shape 20">
            <a:extLst>
              <a:ext uri="{FF2B5EF4-FFF2-40B4-BE49-F238E27FC236}">
                <a16:creationId xmlns:a16="http://schemas.microsoft.com/office/drawing/2014/main" id="{DB13F46B-9275-B7E7-2D39-1038AA4F551B}"/>
              </a:ext>
            </a:extLst>
          </p:cNvPr>
          <p:cNvSpPr/>
          <p:nvPr/>
        </p:nvSpPr>
        <p:spPr>
          <a:xfrm>
            <a:off x="1642262" y="3483864"/>
            <a:ext cx="1105510" cy="784555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21">
            <a:extLst>
              <a:ext uri="{FF2B5EF4-FFF2-40B4-BE49-F238E27FC236}">
                <a16:creationId xmlns:a16="http://schemas.microsoft.com/office/drawing/2014/main" id="{1EBBAB1C-D8B0-1FF1-051A-73B059F578C8}"/>
              </a:ext>
            </a:extLst>
          </p:cNvPr>
          <p:cNvSpPr/>
          <p:nvPr/>
        </p:nvSpPr>
        <p:spPr>
          <a:xfrm>
            <a:off x="2085289" y="3766414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22">
            <a:extLst>
              <a:ext uri="{FF2B5EF4-FFF2-40B4-BE49-F238E27FC236}">
                <a16:creationId xmlns:a16="http://schemas.microsoft.com/office/drawing/2014/main" id="{DC322BB9-EACC-1EA1-C0F3-7F6E07648FDE}"/>
              </a:ext>
            </a:extLst>
          </p:cNvPr>
          <p:cNvSpPr/>
          <p:nvPr/>
        </p:nvSpPr>
        <p:spPr>
          <a:xfrm>
            <a:off x="2121865" y="3802990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81" name="Shape 23">
            <a:extLst>
              <a:ext uri="{FF2B5EF4-FFF2-40B4-BE49-F238E27FC236}">
                <a16:creationId xmlns:a16="http://schemas.microsoft.com/office/drawing/2014/main" id="{6F5E9346-299A-AD7E-1E36-BAB38A108CD3}"/>
              </a:ext>
            </a:extLst>
          </p:cNvPr>
          <p:cNvSpPr/>
          <p:nvPr/>
        </p:nvSpPr>
        <p:spPr>
          <a:xfrm>
            <a:off x="2747772" y="2699309"/>
            <a:ext cx="1212494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24">
            <a:extLst>
              <a:ext uri="{FF2B5EF4-FFF2-40B4-BE49-F238E27FC236}">
                <a16:creationId xmlns:a16="http://schemas.microsoft.com/office/drawing/2014/main" id="{7975E54B-B938-45AA-203A-43E78026760F}"/>
              </a:ext>
            </a:extLst>
          </p:cNvPr>
          <p:cNvSpPr/>
          <p:nvPr/>
        </p:nvSpPr>
        <p:spPr>
          <a:xfrm>
            <a:off x="3244291" y="2536089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25">
            <a:extLst>
              <a:ext uri="{FF2B5EF4-FFF2-40B4-BE49-F238E27FC236}">
                <a16:creationId xmlns:a16="http://schemas.microsoft.com/office/drawing/2014/main" id="{9F77A32A-C3E9-27B8-B65A-4BC49D4AD6AD}"/>
              </a:ext>
            </a:extLst>
          </p:cNvPr>
          <p:cNvSpPr/>
          <p:nvPr/>
        </p:nvSpPr>
        <p:spPr>
          <a:xfrm>
            <a:off x="3280867" y="2572665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87" name="Shape 26">
            <a:extLst>
              <a:ext uri="{FF2B5EF4-FFF2-40B4-BE49-F238E27FC236}">
                <a16:creationId xmlns:a16="http://schemas.microsoft.com/office/drawing/2014/main" id="{15FA472D-B906-02C9-A0B0-4D97098759D7}"/>
              </a:ext>
            </a:extLst>
          </p:cNvPr>
          <p:cNvSpPr/>
          <p:nvPr/>
        </p:nvSpPr>
        <p:spPr>
          <a:xfrm>
            <a:off x="2747772" y="2699309"/>
            <a:ext cx="1355141" cy="784555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27">
            <a:extLst>
              <a:ext uri="{FF2B5EF4-FFF2-40B4-BE49-F238E27FC236}">
                <a16:creationId xmlns:a16="http://schemas.microsoft.com/office/drawing/2014/main" id="{42F31945-D57A-A582-B6A2-89AF29C2D334}"/>
              </a:ext>
            </a:extLst>
          </p:cNvPr>
          <p:cNvSpPr/>
          <p:nvPr/>
        </p:nvSpPr>
        <p:spPr>
          <a:xfrm>
            <a:off x="3315614" y="2981859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28">
            <a:extLst>
              <a:ext uri="{FF2B5EF4-FFF2-40B4-BE49-F238E27FC236}">
                <a16:creationId xmlns:a16="http://schemas.microsoft.com/office/drawing/2014/main" id="{C752E2D8-0BB7-5BC1-3A76-0BD01EFCDCD7}"/>
              </a:ext>
            </a:extLst>
          </p:cNvPr>
          <p:cNvSpPr/>
          <p:nvPr/>
        </p:nvSpPr>
        <p:spPr>
          <a:xfrm>
            <a:off x="3352190" y="3018435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93" name="Shape 29">
            <a:extLst>
              <a:ext uri="{FF2B5EF4-FFF2-40B4-BE49-F238E27FC236}">
                <a16:creationId xmlns:a16="http://schemas.microsoft.com/office/drawing/2014/main" id="{7EE571E6-CE89-255B-2964-53BC9EC9DF4C}"/>
              </a:ext>
            </a:extLst>
          </p:cNvPr>
          <p:cNvSpPr/>
          <p:nvPr/>
        </p:nvSpPr>
        <p:spPr>
          <a:xfrm>
            <a:off x="2747772" y="3483864"/>
            <a:ext cx="1355141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30">
            <a:extLst>
              <a:ext uri="{FF2B5EF4-FFF2-40B4-BE49-F238E27FC236}">
                <a16:creationId xmlns:a16="http://schemas.microsoft.com/office/drawing/2014/main" id="{A3121522-3263-F05E-AB39-310D577366C5}"/>
              </a:ext>
            </a:extLst>
          </p:cNvPr>
          <p:cNvSpPr/>
          <p:nvPr/>
        </p:nvSpPr>
        <p:spPr>
          <a:xfrm>
            <a:off x="3315614" y="337413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31">
            <a:extLst>
              <a:ext uri="{FF2B5EF4-FFF2-40B4-BE49-F238E27FC236}">
                <a16:creationId xmlns:a16="http://schemas.microsoft.com/office/drawing/2014/main" id="{F5D013FB-84FB-B5A4-7166-6371AD47E1A4}"/>
              </a:ext>
            </a:extLst>
          </p:cNvPr>
          <p:cNvSpPr/>
          <p:nvPr/>
        </p:nvSpPr>
        <p:spPr>
          <a:xfrm>
            <a:off x="3352190" y="341071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99" name="Shape 32">
            <a:extLst>
              <a:ext uri="{FF2B5EF4-FFF2-40B4-BE49-F238E27FC236}">
                <a16:creationId xmlns:a16="http://schemas.microsoft.com/office/drawing/2014/main" id="{BEECECED-1E90-C962-0ED4-15B0D54265AD}"/>
              </a:ext>
            </a:extLst>
          </p:cNvPr>
          <p:cNvSpPr/>
          <p:nvPr/>
        </p:nvSpPr>
        <p:spPr>
          <a:xfrm>
            <a:off x="2747772" y="3483864"/>
            <a:ext cx="1319479" cy="855878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33">
            <a:extLst>
              <a:ext uri="{FF2B5EF4-FFF2-40B4-BE49-F238E27FC236}">
                <a16:creationId xmlns:a16="http://schemas.microsoft.com/office/drawing/2014/main" id="{29C23BDA-63A7-0DE7-F5C1-12DC12F18DE7}"/>
              </a:ext>
            </a:extLst>
          </p:cNvPr>
          <p:cNvSpPr/>
          <p:nvPr/>
        </p:nvSpPr>
        <p:spPr>
          <a:xfrm>
            <a:off x="3297783" y="380207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34">
            <a:extLst>
              <a:ext uri="{FF2B5EF4-FFF2-40B4-BE49-F238E27FC236}">
                <a16:creationId xmlns:a16="http://schemas.microsoft.com/office/drawing/2014/main" id="{AC282998-B99A-E7A2-ADA1-D8240977F775}"/>
              </a:ext>
            </a:extLst>
          </p:cNvPr>
          <p:cNvSpPr/>
          <p:nvPr/>
        </p:nvSpPr>
        <p:spPr>
          <a:xfrm>
            <a:off x="3334359" y="383865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105" name="Shape 35">
            <a:extLst>
              <a:ext uri="{FF2B5EF4-FFF2-40B4-BE49-F238E27FC236}">
                <a16:creationId xmlns:a16="http://schemas.microsoft.com/office/drawing/2014/main" id="{E8DD5DDB-2E46-81B4-7B78-7337511D94EB}"/>
              </a:ext>
            </a:extLst>
          </p:cNvPr>
          <p:cNvSpPr/>
          <p:nvPr/>
        </p:nvSpPr>
        <p:spPr>
          <a:xfrm>
            <a:off x="2747772" y="4268420"/>
            <a:ext cx="1319479" cy="71323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36">
            <a:extLst>
              <a:ext uri="{FF2B5EF4-FFF2-40B4-BE49-F238E27FC236}">
                <a16:creationId xmlns:a16="http://schemas.microsoft.com/office/drawing/2014/main" id="{FF4AF7C2-3696-587F-064C-861914836098}"/>
              </a:ext>
            </a:extLst>
          </p:cNvPr>
          <p:cNvSpPr/>
          <p:nvPr/>
        </p:nvSpPr>
        <p:spPr>
          <a:xfrm>
            <a:off x="3297783" y="4194353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37">
            <a:extLst>
              <a:ext uri="{FF2B5EF4-FFF2-40B4-BE49-F238E27FC236}">
                <a16:creationId xmlns:a16="http://schemas.microsoft.com/office/drawing/2014/main" id="{C39C9C41-563C-20D8-CA54-CCE578F4368F}"/>
              </a:ext>
            </a:extLst>
          </p:cNvPr>
          <p:cNvSpPr/>
          <p:nvPr/>
        </p:nvSpPr>
        <p:spPr>
          <a:xfrm>
            <a:off x="3334359" y="4230929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11" name="Shape 38">
            <a:extLst>
              <a:ext uri="{FF2B5EF4-FFF2-40B4-BE49-F238E27FC236}">
                <a16:creationId xmlns:a16="http://schemas.microsoft.com/office/drawing/2014/main" id="{A0348EE0-AEF1-7961-1CA6-0B5031DBD3BB}"/>
              </a:ext>
            </a:extLst>
          </p:cNvPr>
          <p:cNvSpPr/>
          <p:nvPr/>
        </p:nvSpPr>
        <p:spPr>
          <a:xfrm>
            <a:off x="3960266" y="2592324"/>
            <a:ext cx="1283818" cy="89154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39">
            <a:extLst>
              <a:ext uri="{FF2B5EF4-FFF2-40B4-BE49-F238E27FC236}">
                <a16:creationId xmlns:a16="http://schemas.microsoft.com/office/drawing/2014/main" id="{06A42A16-DFF0-9938-4926-3072CA0B3B4B}"/>
              </a:ext>
            </a:extLst>
          </p:cNvPr>
          <p:cNvSpPr/>
          <p:nvPr/>
        </p:nvSpPr>
        <p:spPr>
          <a:xfrm>
            <a:off x="4492447" y="292836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40">
            <a:extLst>
              <a:ext uri="{FF2B5EF4-FFF2-40B4-BE49-F238E27FC236}">
                <a16:creationId xmlns:a16="http://schemas.microsoft.com/office/drawing/2014/main" id="{FA9C0DF0-2C82-9F2C-7766-4CDA3FCD67AD}"/>
              </a:ext>
            </a:extLst>
          </p:cNvPr>
          <p:cNvSpPr/>
          <p:nvPr/>
        </p:nvSpPr>
        <p:spPr>
          <a:xfrm>
            <a:off x="4529023" y="296494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50" dirty="0"/>
          </a:p>
        </p:txBody>
      </p:sp>
      <p:sp>
        <p:nvSpPr>
          <p:cNvPr id="117" name="Shape 41">
            <a:extLst>
              <a:ext uri="{FF2B5EF4-FFF2-40B4-BE49-F238E27FC236}">
                <a16:creationId xmlns:a16="http://schemas.microsoft.com/office/drawing/2014/main" id="{A822202C-DCFF-9ACE-FA4F-29D036CA2D6F}"/>
              </a:ext>
            </a:extLst>
          </p:cNvPr>
          <p:cNvSpPr/>
          <p:nvPr/>
        </p:nvSpPr>
        <p:spPr>
          <a:xfrm>
            <a:off x="4102913" y="3483864"/>
            <a:ext cx="1141171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42">
            <a:extLst>
              <a:ext uri="{FF2B5EF4-FFF2-40B4-BE49-F238E27FC236}">
                <a16:creationId xmlns:a16="http://schemas.microsoft.com/office/drawing/2014/main" id="{61E3B68F-2866-0D6D-4785-6279DD27BDF6}"/>
              </a:ext>
            </a:extLst>
          </p:cNvPr>
          <p:cNvSpPr/>
          <p:nvPr/>
        </p:nvSpPr>
        <p:spPr>
          <a:xfrm>
            <a:off x="4563770" y="337413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43">
            <a:extLst>
              <a:ext uri="{FF2B5EF4-FFF2-40B4-BE49-F238E27FC236}">
                <a16:creationId xmlns:a16="http://schemas.microsoft.com/office/drawing/2014/main" id="{1835CF0A-6716-E72C-6412-795F4F211421}"/>
              </a:ext>
            </a:extLst>
          </p:cNvPr>
          <p:cNvSpPr/>
          <p:nvPr/>
        </p:nvSpPr>
        <p:spPr>
          <a:xfrm>
            <a:off x="4600346" y="341071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23" name="Shape 44">
            <a:extLst>
              <a:ext uri="{FF2B5EF4-FFF2-40B4-BE49-F238E27FC236}">
                <a16:creationId xmlns:a16="http://schemas.microsoft.com/office/drawing/2014/main" id="{95BA3E51-5EE3-05E9-D1F7-B957DEA337BD}"/>
              </a:ext>
            </a:extLst>
          </p:cNvPr>
          <p:cNvSpPr/>
          <p:nvPr/>
        </p:nvSpPr>
        <p:spPr>
          <a:xfrm flipV="1">
            <a:off x="4067251" y="3483864"/>
            <a:ext cx="1176833" cy="855879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45">
            <a:extLst>
              <a:ext uri="{FF2B5EF4-FFF2-40B4-BE49-F238E27FC236}">
                <a16:creationId xmlns:a16="http://schemas.microsoft.com/office/drawing/2014/main" id="{7EF1783F-2CAB-0396-B984-4DE8AB21629A}"/>
              </a:ext>
            </a:extLst>
          </p:cNvPr>
          <p:cNvSpPr/>
          <p:nvPr/>
        </p:nvSpPr>
        <p:spPr>
          <a:xfrm>
            <a:off x="4545939" y="380207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Text 46">
            <a:extLst>
              <a:ext uri="{FF2B5EF4-FFF2-40B4-BE49-F238E27FC236}">
                <a16:creationId xmlns:a16="http://schemas.microsoft.com/office/drawing/2014/main" id="{589936BF-05CE-6105-AB92-1CA2F8F1F634}"/>
              </a:ext>
            </a:extLst>
          </p:cNvPr>
          <p:cNvSpPr/>
          <p:nvPr/>
        </p:nvSpPr>
        <p:spPr>
          <a:xfrm>
            <a:off x="4582515" y="383865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129" name="Shape 47">
            <a:extLst>
              <a:ext uri="{FF2B5EF4-FFF2-40B4-BE49-F238E27FC236}">
                <a16:creationId xmlns:a16="http://schemas.microsoft.com/office/drawing/2014/main" id="{579408A9-DA3C-F4D7-69D6-CEC5A35FE0A7}"/>
              </a:ext>
            </a:extLst>
          </p:cNvPr>
          <p:cNvSpPr/>
          <p:nvPr/>
        </p:nvSpPr>
        <p:spPr>
          <a:xfrm>
            <a:off x="1445666" y="3287268"/>
            <a:ext cx="393192" cy="393192"/>
          </a:xfrm>
          <a:prstGeom prst="ellipse">
            <a:avLst/>
          </a:prstGeom>
          <a:solidFill>
            <a:srgbClr val="39A87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Text 48">
            <a:extLst>
              <a:ext uri="{FF2B5EF4-FFF2-40B4-BE49-F238E27FC236}">
                <a16:creationId xmlns:a16="http://schemas.microsoft.com/office/drawing/2014/main" id="{5409E205-829A-C6E7-5EEE-38BA81D822B4}"/>
              </a:ext>
            </a:extLst>
          </p:cNvPr>
          <p:cNvSpPr/>
          <p:nvPr/>
        </p:nvSpPr>
        <p:spPr>
          <a:xfrm>
            <a:off x="1445666" y="3342132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400" dirty="0"/>
          </a:p>
        </p:txBody>
      </p:sp>
      <p:sp>
        <p:nvSpPr>
          <p:cNvPr id="133" name="Shape 49">
            <a:extLst>
              <a:ext uri="{FF2B5EF4-FFF2-40B4-BE49-F238E27FC236}">
                <a16:creationId xmlns:a16="http://schemas.microsoft.com/office/drawing/2014/main" id="{DE55C258-F99B-7D77-B0B0-9FECE7E65BCE}"/>
              </a:ext>
            </a:extLst>
          </p:cNvPr>
          <p:cNvSpPr/>
          <p:nvPr/>
        </p:nvSpPr>
        <p:spPr>
          <a:xfrm>
            <a:off x="2551176" y="2502713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Text 50">
            <a:extLst>
              <a:ext uri="{FF2B5EF4-FFF2-40B4-BE49-F238E27FC236}">
                <a16:creationId xmlns:a16="http://schemas.microsoft.com/office/drawing/2014/main" id="{5A35E2CA-6C97-A998-6C2C-A98E7752549D}"/>
              </a:ext>
            </a:extLst>
          </p:cNvPr>
          <p:cNvSpPr/>
          <p:nvPr/>
        </p:nvSpPr>
        <p:spPr>
          <a:xfrm>
            <a:off x="2551176" y="2557577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400" dirty="0"/>
          </a:p>
        </p:txBody>
      </p:sp>
      <p:sp>
        <p:nvSpPr>
          <p:cNvPr id="137" name="Shape 51">
            <a:extLst>
              <a:ext uri="{FF2B5EF4-FFF2-40B4-BE49-F238E27FC236}">
                <a16:creationId xmlns:a16="http://schemas.microsoft.com/office/drawing/2014/main" id="{49D31A58-53BB-E4A7-A02F-E5B027DBDEA6}"/>
              </a:ext>
            </a:extLst>
          </p:cNvPr>
          <p:cNvSpPr/>
          <p:nvPr/>
        </p:nvSpPr>
        <p:spPr>
          <a:xfrm>
            <a:off x="2551176" y="3287268"/>
            <a:ext cx="393192" cy="393192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Text 52">
            <a:extLst>
              <a:ext uri="{FF2B5EF4-FFF2-40B4-BE49-F238E27FC236}">
                <a16:creationId xmlns:a16="http://schemas.microsoft.com/office/drawing/2014/main" id="{2F08A951-F6EF-845C-1B01-3D8838F630AF}"/>
              </a:ext>
            </a:extLst>
          </p:cNvPr>
          <p:cNvSpPr/>
          <p:nvPr/>
        </p:nvSpPr>
        <p:spPr>
          <a:xfrm>
            <a:off x="2551176" y="3342132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400" dirty="0"/>
          </a:p>
        </p:txBody>
      </p:sp>
      <p:sp>
        <p:nvSpPr>
          <p:cNvPr id="141" name="Shape 53">
            <a:extLst>
              <a:ext uri="{FF2B5EF4-FFF2-40B4-BE49-F238E27FC236}">
                <a16:creationId xmlns:a16="http://schemas.microsoft.com/office/drawing/2014/main" id="{0CE7F026-66E5-F5D8-1D17-59B6C6BF1C84}"/>
              </a:ext>
            </a:extLst>
          </p:cNvPr>
          <p:cNvSpPr/>
          <p:nvPr/>
        </p:nvSpPr>
        <p:spPr>
          <a:xfrm>
            <a:off x="2551176" y="4071824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Text 54">
            <a:extLst>
              <a:ext uri="{FF2B5EF4-FFF2-40B4-BE49-F238E27FC236}">
                <a16:creationId xmlns:a16="http://schemas.microsoft.com/office/drawing/2014/main" id="{8318AEA4-4B61-91D7-8748-BE2888B771B6}"/>
              </a:ext>
            </a:extLst>
          </p:cNvPr>
          <p:cNvSpPr/>
          <p:nvPr/>
        </p:nvSpPr>
        <p:spPr>
          <a:xfrm>
            <a:off x="2551176" y="4126688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400" dirty="0"/>
          </a:p>
        </p:txBody>
      </p:sp>
      <p:sp>
        <p:nvSpPr>
          <p:cNvPr id="145" name="Shape 55">
            <a:extLst>
              <a:ext uri="{FF2B5EF4-FFF2-40B4-BE49-F238E27FC236}">
                <a16:creationId xmlns:a16="http://schemas.microsoft.com/office/drawing/2014/main" id="{818C97B7-777A-E4CD-EED5-B524220933B2}"/>
              </a:ext>
            </a:extLst>
          </p:cNvPr>
          <p:cNvSpPr/>
          <p:nvPr/>
        </p:nvSpPr>
        <p:spPr>
          <a:xfrm>
            <a:off x="3763670" y="2456687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Text 56">
            <a:extLst>
              <a:ext uri="{FF2B5EF4-FFF2-40B4-BE49-F238E27FC236}">
                <a16:creationId xmlns:a16="http://schemas.microsoft.com/office/drawing/2014/main" id="{D6B8B1B3-BEBA-89E0-7637-15F0763B95C9}"/>
              </a:ext>
            </a:extLst>
          </p:cNvPr>
          <p:cNvSpPr/>
          <p:nvPr/>
        </p:nvSpPr>
        <p:spPr>
          <a:xfrm>
            <a:off x="3769212" y="2500470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400" dirty="0"/>
          </a:p>
        </p:txBody>
      </p:sp>
      <p:sp>
        <p:nvSpPr>
          <p:cNvPr id="149" name="Shape 57">
            <a:extLst>
              <a:ext uri="{FF2B5EF4-FFF2-40B4-BE49-F238E27FC236}">
                <a16:creationId xmlns:a16="http://schemas.microsoft.com/office/drawing/2014/main" id="{ED17AB32-8030-1674-D251-95555C6D9AEA}"/>
              </a:ext>
            </a:extLst>
          </p:cNvPr>
          <p:cNvSpPr/>
          <p:nvPr/>
        </p:nvSpPr>
        <p:spPr>
          <a:xfrm>
            <a:off x="3906317" y="3287268"/>
            <a:ext cx="393192" cy="393192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Text 58">
            <a:extLst>
              <a:ext uri="{FF2B5EF4-FFF2-40B4-BE49-F238E27FC236}">
                <a16:creationId xmlns:a16="http://schemas.microsoft.com/office/drawing/2014/main" id="{8B689EBD-B2E0-BFCF-5391-41A1814D83EC}"/>
              </a:ext>
            </a:extLst>
          </p:cNvPr>
          <p:cNvSpPr/>
          <p:nvPr/>
        </p:nvSpPr>
        <p:spPr>
          <a:xfrm>
            <a:off x="3906317" y="3342132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400" dirty="0"/>
          </a:p>
        </p:txBody>
      </p:sp>
      <p:sp>
        <p:nvSpPr>
          <p:cNvPr id="153" name="Shape 59">
            <a:extLst>
              <a:ext uri="{FF2B5EF4-FFF2-40B4-BE49-F238E27FC236}">
                <a16:creationId xmlns:a16="http://schemas.microsoft.com/office/drawing/2014/main" id="{DAC39439-FFC0-1E87-54ED-5FE43F120D7B}"/>
              </a:ext>
            </a:extLst>
          </p:cNvPr>
          <p:cNvSpPr/>
          <p:nvPr/>
        </p:nvSpPr>
        <p:spPr>
          <a:xfrm>
            <a:off x="3870655" y="4143147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Text 60">
            <a:extLst>
              <a:ext uri="{FF2B5EF4-FFF2-40B4-BE49-F238E27FC236}">
                <a16:creationId xmlns:a16="http://schemas.microsoft.com/office/drawing/2014/main" id="{14179243-A3E9-046C-357D-F01086878581}"/>
              </a:ext>
            </a:extLst>
          </p:cNvPr>
          <p:cNvSpPr/>
          <p:nvPr/>
        </p:nvSpPr>
        <p:spPr>
          <a:xfrm>
            <a:off x="3870655" y="4198011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400" dirty="0"/>
          </a:p>
        </p:txBody>
      </p:sp>
      <p:sp>
        <p:nvSpPr>
          <p:cNvPr id="157" name="Shape 61">
            <a:extLst>
              <a:ext uri="{FF2B5EF4-FFF2-40B4-BE49-F238E27FC236}">
                <a16:creationId xmlns:a16="http://schemas.microsoft.com/office/drawing/2014/main" id="{AC15291D-4B3E-CAC0-69A1-0C35F1019D39}"/>
              </a:ext>
            </a:extLst>
          </p:cNvPr>
          <p:cNvSpPr/>
          <p:nvPr/>
        </p:nvSpPr>
        <p:spPr>
          <a:xfrm>
            <a:off x="5047488" y="3287268"/>
            <a:ext cx="393192" cy="393192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Text 62">
            <a:extLst>
              <a:ext uri="{FF2B5EF4-FFF2-40B4-BE49-F238E27FC236}">
                <a16:creationId xmlns:a16="http://schemas.microsoft.com/office/drawing/2014/main" id="{BB36CFA6-5DEB-77CC-CE0D-BCF6EDBABB7D}"/>
              </a:ext>
            </a:extLst>
          </p:cNvPr>
          <p:cNvSpPr/>
          <p:nvPr/>
        </p:nvSpPr>
        <p:spPr>
          <a:xfrm>
            <a:off x="5047488" y="3342132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UCS priority-queue mechanics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frontier is ordered by lowest accumulated path cost.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L05: Uninformed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914400" y="1737360"/>
            <a:ext cx="38404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1737360"/>
            <a:ext cx="1920240" cy="57150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1865376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834640" y="1737360"/>
            <a:ext cx="1920240" cy="57150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80360" y="1865376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g(n)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2308860"/>
            <a:ext cx="1920240" cy="57150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0120" y="2427732"/>
            <a:ext cx="1828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2834640" y="2308860"/>
            <a:ext cx="1920240" cy="57150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880360" y="2427732"/>
            <a:ext cx="1828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14400" y="2880360"/>
            <a:ext cx="1920240" cy="57150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60120" y="2999232"/>
            <a:ext cx="1828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2834640" y="2880360"/>
            <a:ext cx="1920240" cy="57150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880360" y="2999232"/>
            <a:ext cx="1828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14400" y="3451860"/>
            <a:ext cx="1920240" cy="57150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60120" y="3570732"/>
            <a:ext cx="1828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2834640" y="3451860"/>
            <a:ext cx="1920240" cy="57150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880360" y="3570732"/>
            <a:ext cx="1828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5166360" y="2880360"/>
            <a:ext cx="1051560" cy="0"/>
          </a:xfrm>
          <a:prstGeom prst="line">
            <a:avLst/>
          </a:prstGeom>
          <a:noFill/>
          <a:ln w="31750">
            <a:solidFill>
              <a:srgbClr val="F2C14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629400" y="196596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DCEEFF"/>
          </a:solidFill>
          <a:ln w="12700">
            <a:solidFill>
              <a:srgbClr val="1D5FA7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903720" y="2331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UCS selects B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995160" y="28803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because g(B) is smallest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60120" y="507492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oldest. Not shallowest. Not closest-looking. Lowest accumulated cost.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cheaper path can replace an expensive 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UCS must keep the best known path to a frontier state.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L05: Uninformed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68680" y="1783080"/>
            <a:ext cx="384048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43000" y="2057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path to E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325880" y="27432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D94E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 → A → E</a:t>
            </a:r>
            <a:endParaRPr lang="en-US" sz="2500" dirty="0"/>
          </a:p>
          <a:p>
            <a:pPr marL="0" indent="0" algn="ctr">
              <a:buNone/>
            </a:pPr>
            <a:r>
              <a:rPr lang="en-US" sz="2500" b="1" dirty="0">
                <a:solidFill>
                  <a:srgbClr val="D94E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g(E) = 6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4983480" y="2926080"/>
            <a:ext cx="1005840" cy="0"/>
          </a:xfrm>
          <a:prstGeom prst="line">
            <a:avLst/>
          </a:prstGeom>
          <a:noFill/>
          <a:ln w="31750">
            <a:solidFill>
              <a:srgbClr val="F2C14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3840480" cy="2423160"/>
          </a:xfrm>
          <a:prstGeom prst="roundRect">
            <a:avLst>
              <a:gd name="adj" fmla="val 3019"/>
            </a:avLst>
          </a:prstGeom>
          <a:solidFill>
            <a:srgbClr val="F1FBF5"/>
          </a:solidFill>
          <a:ln w="12700">
            <a:solidFill>
              <a:srgbClr val="39A875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0" y="2057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Later path to E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6766560" y="27432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39A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 → B → E</a:t>
            </a:r>
            <a:endParaRPr lang="en-US" sz="2500" dirty="0"/>
          </a:p>
          <a:p>
            <a:pPr marL="0" indent="0" algn="ctr">
              <a:buNone/>
            </a:pPr>
            <a:r>
              <a:rPr lang="en-US" sz="2500" b="1" dirty="0">
                <a:solidFill>
                  <a:srgbClr val="39A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g(E) = 5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960120" y="507492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E: lower cost changes its priority and parent path.</a:t>
            </a:r>
            <a:endParaRPr lang="en-US" sz="2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Guided UCS trace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 expansion order, frontier updates, final path, and total cost.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L05: Uninformed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263640" y="1463040"/>
            <a:ext cx="502920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6263640" y="1463040"/>
            <a:ext cx="1676400" cy="60198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309360" y="1591056"/>
            <a:ext cx="158496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</a:t>
            </a:r>
            <a:endParaRPr lang="en-US" sz="1080" dirty="0"/>
          </a:p>
        </p:txBody>
      </p:sp>
      <p:sp>
        <p:nvSpPr>
          <p:cNvPr id="59" name="Shape 57"/>
          <p:cNvSpPr/>
          <p:nvPr/>
        </p:nvSpPr>
        <p:spPr>
          <a:xfrm>
            <a:off x="7940040" y="1463040"/>
            <a:ext cx="1676400" cy="60198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7985760" y="1591056"/>
            <a:ext cx="158496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Expanded</a:t>
            </a:r>
            <a:endParaRPr lang="en-US" sz="1080" dirty="0"/>
          </a:p>
        </p:txBody>
      </p:sp>
      <p:sp>
        <p:nvSpPr>
          <p:cNvPr id="61" name="Shape 59"/>
          <p:cNvSpPr/>
          <p:nvPr/>
        </p:nvSpPr>
        <p:spPr>
          <a:xfrm>
            <a:off x="9616440" y="1463040"/>
            <a:ext cx="1676400" cy="60198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9662160" y="1591056"/>
            <a:ext cx="158496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Frontier after update</a:t>
            </a:r>
            <a:endParaRPr lang="en-US" sz="1080" dirty="0"/>
          </a:p>
        </p:txBody>
      </p:sp>
      <p:sp>
        <p:nvSpPr>
          <p:cNvPr id="63" name="Shape 61"/>
          <p:cNvSpPr/>
          <p:nvPr/>
        </p:nvSpPr>
        <p:spPr>
          <a:xfrm>
            <a:off x="6263640" y="2065020"/>
            <a:ext cx="1676400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309360" y="2183892"/>
            <a:ext cx="15849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080" dirty="0"/>
          </a:p>
        </p:txBody>
      </p:sp>
      <p:sp>
        <p:nvSpPr>
          <p:cNvPr id="65" name="Shape 63"/>
          <p:cNvSpPr/>
          <p:nvPr/>
        </p:nvSpPr>
        <p:spPr>
          <a:xfrm>
            <a:off x="7940040" y="2065020"/>
            <a:ext cx="1676400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7985760" y="2183892"/>
            <a:ext cx="15849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080" dirty="0"/>
          </a:p>
        </p:txBody>
      </p:sp>
      <p:sp>
        <p:nvSpPr>
          <p:cNvPr id="67" name="Shape 65"/>
          <p:cNvSpPr/>
          <p:nvPr/>
        </p:nvSpPr>
        <p:spPr>
          <a:xfrm>
            <a:off x="9616440" y="2065020"/>
            <a:ext cx="1676400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9662160" y="2183892"/>
            <a:ext cx="15849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S:0</a:t>
            </a:r>
            <a:endParaRPr lang="en-US" sz="1080" dirty="0"/>
          </a:p>
        </p:txBody>
      </p:sp>
      <p:sp>
        <p:nvSpPr>
          <p:cNvPr id="69" name="Shape 67"/>
          <p:cNvSpPr/>
          <p:nvPr/>
        </p:nvSpPr>
        <p:spPr>
          <a:xfrm>
            <a:off x="6263640" y="2667000"/>
            <a:ext cx="1676400" cy="60198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6309360" y="2785872"/>
            <a:ext cx="15849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80" dirty="0"/>
          </a:p>
        </p:txBody>
      </p:sp>
      <p:sp>
        <p:nvSpPr>
          <p:cNvPr id="71" name="Shape 69"/>
          <p:cNvSpPr/>
          <p:nvPr/>
        </p:nvSpPr>
        <p:spPr>
          <a:xfrm>
            <a:off x="7940040" y="2667000"/>
            <a:ext cx="1676400" cy="60198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7985760" y="2785872"/>
            <a:ext cx="15849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080" dirty="0"/>
          </a:p>
        </p:txBody>
      </p:sp>
      <p:sp>
        <p:nvSpPr>
          <p:cNvPr id="73" name="Shape 71"/>
          <p:cNvSpPr/>
          <p:nvPr/>
        </p:nvSpPr>
        <p:spPr>
          <a:xfrm>
            <a:off x="9616440" y="2667000"/>
            <a:ext cx="1676400" cy="60198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9662160" y="2785872"/>
            <a:ext cx="15849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A:1, B:4, C:2</a:t>
            </a:r>
            <a:endParaRPr lang="en-US" sz="1080" dirty="0"/>
          </a:p>
        </p:txBody>
      </p:sp>
      <p:sp>
        <p:nvSpPr>
          <p:cNvPr id="75" name="Shape 73"/>
          <p:cNvSpPr/>
          <p:nvPr/>
        </p:nvSpPr>
        <p:spPr>
          <a:xfrm>
            <a:off x="6263640" y="3268980"/>
            <a:ext cx="1676400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6309360" y="3387852"/>
            <a:ext cx="15849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80" dirty="0"/>
          </a:p>
        </p:txBody>
      </p:sp>
      <p:sp>
        <p:nvSpPr>
          <p:cNvPr id="77" name="Shape 75"/>
          <p:cNvSpPr/>
          <p:nvPr/>
        </p:nvSpPr>
        <p:spPr>
          <a:xfrm>
            <a:off x="7940040" y="3268980"/>
            <a:ext cx="1676400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7985760" y="3387852"/>
            <a:ext cx="15849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080" dirty="0"/>
          </a:p>
        </p:txBody>
      </p:sp>
      <p:sp>
        <p:nvSpPr>
          <p:cNvPr id="79" name="Shape 77"/>
          <p:cNvSpPr/>
          <p:nvPr/>
        </p:nvSpPr>
        <p:spPr>
          <a:xfrm>
            <a:off x="9616440" y="3268980"/>
            <a:ext cx="1676400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9662160" y="3387852"/>
            <a:ext cx="15849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C:2, D:3, B:4, E:6</a:t>
            </a:r>
            <a:endParaRPr lang="en-US" sz="1080" dirty="0"/>
          </a:p>
        </p:txBody>
      </p:sp>
      <p:sp>
        <p:nvSpPr>
          <p:cNvPr id="81" name="Shape 79"/>
          <p:cNvSpPr/>
          <p:nvPr/>
        </p:nvSpPr>
        <p:spPr>
          <a:xfrm>
            <a:off x="6263640" y="3870960"/>
            <a:ext cx="1676400" cy="60198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6309360" y="3989832"/>
            <a:ext cx="15849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80" dirty="0"/>
          </a:p>
        </p:txBody>
      </p:sp>
      <p:sp>
        <p:nvSpPr>
          <p:cNvPr id="83" name="Shape 81"/>
          <p:cNvSpPr/>
          <p:nvPr/>
        </p:nvSpPr>
        <p:spPr>
          <a:xfrm>
            <a:off x="7940040" y="3870960"/>
            <a:ext cx="1676400" cy="60198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7985760" y="3989832"/>
            <a:ext cx="15849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080" dirty="0"/>
          </a:p>
        </p:txBody>
      </p:sp>
      <p:sp>
        <p:nvSpPr>
          <p:cNvPr id="85" name="Shape 83"/>
          <p:cNvSpPr/>
          <p:nvPr/>
        </p:nvSpPr>
        <p:spPr>
          <a:xfrm>
            <a:off x="9616440" y="3870960"/>
            <a:ext cx="1676400" cy="60198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9662160" y="3989832"/>
            <a:ext cx="15849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D:3, B:4, F:4, E:6</a:t>
            </a:r>
            <a:endParaRPr lang="en-US" sz="1080" dirty="0"/>
          </a:p>
        </p:txBody>
      </p:sp>
      <p:sp>
        <p:nvSpPr>
          <p:cNvPr id="87" name="Shape 85"/>
          <p:cNvSpPr/>
          <p:nvPr/>
        </p:nvSpPr>
        <p:spPr>
          <a:xfrm>
            <a:off x="6263640" y="4472940"/>
            <a:ext cx="1676400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6309360" y="4591812"/>
            <a:ext cx="15849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...</a:t>
            </a:r>
            <a:endParaRPr lang="en-US" sz="1080" dirty="0"/>
          </a:p>
        </p:txBody>
      </p:sp>
      <p:sp>
        <p:nvSpPr>
          <p:cNvPr id="89" name="Shape 87"/>
          <p:cNvSpPr/>
          <p:nvPr/>
        </p:nvSpPr>
        <p:spPr>
          <a:xfrm>
            <a:off x="7940040" y="4472940"/>
            <a:ext cx="1676400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7985760" y="4591812"/>
            <a:ext cx="15849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</a:t>
            </a:r>
            <a:endParaRPr lang="en-US" sz="1080" dirty="0"/>
          </a:p>
        </p:txBody>
      </p:sp>
      <p:sp>
        <p:nvSpPr>
          <p:cNvPr id="91" name="Shape 89"/>
          <p:cNvSpPr/>
          <p:nvPr/>
        </p:nvSpPr>
        <p:spPr>
          <a:xfrm>
            <a:off x="9616440" y="4472940"/>
            <a:ext cx="1676400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9662160" y="4591812"/>
            <a:ext cx="15849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finish trace</a:t>
            </a:r>
            <a:endParaRPr lang="en-US" sz="1080" dirty="0"/>
          </a:p>
        </p:txBody>
      </p:sp>
      <p:sp>
        <p:nvSpPr>
          <p:cNvPr id="93" name="Text 91"/>
          <p:cNvSpPr/>
          <p:nvPr/>
        </p:nvSpPr>
        <p:spPr>
          <a:xfrm>
            <a:off x="914400" y="571500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 rule: return G when it is removed as the lowest-cost frontier node.</a:t>
            </a:r>
            <a:endParaRPr lang="en-US" sz="2000" dirty="0"/>
          </a:p>
        </p:txBody>
      </p:sp>
      <p:sp>
        <p:nvSpPr>
          <p:cNvPr id="96" name="Shape 26">
            <a:extLst>
              <a:ext uri="{FF2B5EF4-FFF2-40B4-BE49-F238E27FC236}">
                <a16:creationId xmlns:a16="http://schemas.microsoft.com/office/drawing/2014/main" id="{B5747421-D6F6-58AD-0B12-EBC2E32EA4AF}"/>
              </a:ext>
            </a:extLst>
          </p:cNvPr>
          <p:cNvSpPr/>
          <p:nvPr/>
        </p:nvSpPr>
        <p:spPr>
          <a:xfrm flipH="1">
            <a:off x="1666952" y="2714854"/>
            <a:ext cx="1105509" cy="723292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14">
            <a:extLst>
              <a:ext uri="{FF2B5EF4-FFF2-40B4-BE49-F238E27FC236}">
                <a16:creationId xmlns:a16="http://schemas.microsoft.com/office/drawing/2014/main" id="{ACC19A62-B4D9-6982-B89D-FD4CDD7DEF49}"/>
              </a:ext>
            </a:extLst>
          </p:cNvPr>
          <p:cNvSpPr/>
          <p:nvPr/>
        </p:nvSpPr>
        <p:spPr>
          <a:xfrm>
            <a:off x="1642262" y="3483864"/>
            <a:ext cx="1105510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15">
            <a:extLst>
              <a:ext uri="{FF2B5EF4-FFF2-40B4-BE49-F238E27FC236}">
                <a16:creationId xmlns:a16="http://schemas.microsoft.com/office/drawing/2014/main" id="{3ECBB114-D03A-336C-5EC9-DFA4D59B252A}"/>
              </a:ext>
            </a:extLst>
          </p:cNvPr>
          <p:cNvSpPr/>
          <p:nvPr/>
        </p:nvSpPr>
        <p:spPr>
          <a:xfrm>
            <a:off x="2085289" y="2981859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6">
            <a:extLst>
              <a:ext uri="{FF2B5EF4-FFF2-40B4-BE49-F238E27FC236}">
                <a16:creationId xmlns:a16="http://schemas.microsoft.com/office/drawing/2014/main" id="{3536B4D9-3BED-75A8-1A08-8642716713B4}"/>
              </a:ext>
            </a:extLst>
          </p:cNvPr>
          <p:cNvSpPr/>
          <p:nvPr/>
        </p:nvSpPr>
        <p:spPr>
          <a:xfrm>
            <a:off x="2121865" y="3018435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04" name="Shape 17">
            <a:extLst>
              <a:ext uri="{FF2B5EF4-FFF2-40B4-BE49-F238E27FC236}">
                <a16:creationId xmlns:a16="http://schemas.microsoft.com/office/drawing/2014/main" id="{3419BAB5-9A90-7617-21C8-67B155B882F6}"/>
              </a:ext>
            </a:extLst>
          </p:cNvPr>
          <p:cNvSpPr/>
          <p:nvPr/>
        </p:nvSpPr>
        <p:spPr>
          <a:xfrm>
            <a:off x="1642262" y="3483864"/>
            <a:ext cx="1105510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8">
            <a:extLst>
              <a:ext uri="{FF2B5EF4-FFF2-40B4-BE49-F238E27FC236}">
                <a16:creationId xmlns:a16="http://schemas.microsoft.com/office/drawing/2014/main" id="{401C585B-693D-C128-6A4F-1B56DAAB8541}"/>
              </a:ext>
            </a:extLst>
          </p:cNvPr>
          <p:cNvSpPr/>
          <p:nvPr/>
        </p:nvSpPr>
        <p:spPr>
          <a:xfrm>
            <a:off x="2085289" y="337413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9">
            <a:extLst>
              <a:ext uri="{FF2B5EF4-FFF2-40B4-BE49-F238E27FC236}">
                <a16:creationId xmlns:a16="http://schemas.microsoft.com/office/drawing/2014/main" id="{40D465FF-0968-2EAE-490C-14DD0A4D0275}"/>
              </a:ext>
            </a:extLst>
          </p:cNvPr>
          <p:cNvSpPr/>
          <p:nvPr/>
        </p:nvSpPr>
        <p:spPr>
          <a:xfrm>
            <a:off x="2121865" y="341071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110" name="Shape 20">
            <a:extLst>
              <a:ext uri="{FF2B5EF4-FFF2-40B4-BE49-F238E27FC236}">
                <a16:creationId xmlns:a16="http://schemas.microsoft.com/office/drawing/2014/main" id="{CC542E2F-F65D-02A0-9A2F-1985221B3C42}"/>
              </a:ext>
            </a:extLst>
          </p:cNvPr>
          <p:cNvSpPr/>
          <p:nvPr/>
        </p:nvSpPr>
        <p:spPr>
          <a:xfrm>
            <a:off x="1642262" y="3483864"/>
            <a:ext cx="1105510" cy="784555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21">
            <a:extLst>
              <a:ext uri="{FF2B5EF4-FFF2-40B4-BE49-F238E27FC236}">
                <a16:creationId xmlns:a16="http://schemas.microsoft.com/office/drawing/2014/main" id="{3306F8A2-578D-EA36-0B33-959A61B6A90A}"/>
              </a:ext>
            </a:extLst>
          </p:cNvPr>
          <p:cNvSpPr/>
          <p:nvPr/>
        </p:nvSpPr>
        <p:spPr>
          <a:xfrm>
            <a:off x="2085289" y="3766414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22">
            <a:extLst>
              <a:ext uri="{FF2B5EF4-FFF2-40B4-BE49-F238E27FC236}">
                <a16:creationId xmlns:a16="http://schemas.microsoft.com/office/drawing/2014/main" id="{9B943F23-8112-41D8-CC64-AD5CDACCABA9}"/>
              </a:ext>
            </a:extLst>
          </p:cNvPr>
          <p:cNvSpPr/>
          <p:nvPr/>
        </p:nvSpPr>
        <p:spPr>
          <a:xfrm>
            <a:off x="2121865" y="3802990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16" name="Shape 23">
            <a:extLst>
              <a:ext uri="{FF2B5EF4-FFF2-40B4-BE49-F238E27FC236}">
                <a16:creationId xmlns:a16="http://schemas.microsoft.com/office/drawing/2014/main" id="{04FFC16A-522D-FADB-F414-B1217302A273}"/>
              </a:ext>
            </a:extLst>
          </p:cNvPr>
          <p:cNvSpPr/>
          <p:nvPr/>
        </p:nvSpPr>
        <p:spPr>
          <a:xfrm>
            <a:off x="2747772" y="2699309"/>
            <a:ext cx="1212494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24">
            <a:extLst>
              <a:ext uri="{FF2B5EF4-FFF2-40B4-BE49-F238E27FC236}">
                <a16:creationId xmlns:a16="http://schemas.microsoft.com/office/drawing/2014/main" id="{2D6A7316-D27D-8984-62EA-42A5C18B9E6B}"/>
              </a:ext>
            </a:extLst>
          </p:cNvPr>
          <p:cNvSpPr/>
          <p:nvPr/>
        </p:nvSpPr>
        <p:spPr>
          <a:xfrm>
            <a:off x="3244291" y="2536089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 25">
            <a:extLst>
              <a:ext uri="{FF2B5EF4-FFF2-40B4-BE49-F238E27FC236}">
                <a16:creationId xmlns:a16="http://schemas.microsoft.com/office/drawing/2014/main" id="{BAB4E110-0AC8-E239-DF31-AE6BC25AE488}"/>
              </a:ext>
            </a:extLst>
          </p:cNvPr>
          <p:cNvSpPr/>
          <p:nvPr/>
        </p:nvSpPr>
        <p:spPr>
          <a:xfrm>
            <a:off x="3280867" y="2572665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22" name="Shape 26">
            <a:extLst>
              <a:ext uri="{FF2B5EF4-FFF2-40B4-BE49-F238E27FC236}">
                <a16:creationId xmlns:a16="http://schemas.microsoft.com/office/drawing/2014/main" id="{29E334C5-9482-8248-EED3-DDEDB2774B83}"/>
              </a:ext>
            </a:extLst>
          </p:cNvPr>
          <p:cNvSpPr/>
          <p:nvPr/>
        </p:nvSpPr>
        <p:spPr>
          <a:xfrm>
            <a:off x="2747772" y="2699309"/>
            <a:ext cx="1355141" cy="784555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27">
            <a:extLst>
              <a:ext uri="{FF2B5EF4-FFF2-40B4-BE49-F238E27FC236}">
                <a16:creationId xmlns:a16="http://schemas.microsoft.com/office/drawing/2014/main" id="{CD4F93CA-E31F-EBBA-D379-167FB753E6B8}"/>
              </a:ext>
            </a:extLst>
          </p:cNvPr>
          <p:cNvSpPr/>
          <p:nvPr/>
        </p:nvSpPr>
        <p:spPr>
          <a:xfrm>
            <a:off x="3315614" y="2981859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28">
            <a:extLst>
              <a:ext uri="{FF2B5EF4-FFF2-40B4-BE49-F238E27FC236}">
                <a16:creationId xmlns:a16="http://schemas.microsoft.com/office/drawing/2014/main" id="{5F6FE912-39E7-0D16-E923-BD8C4E77A312}"/>
              </a:ext>
            </a:extLst>
          </p:cNvPr>
          <p:cNvSpPr/>
          <p:nvPr/>
        </p:nvSpPr>
        <p:spPr>
          <a:xfrm>
            <a:off x="3352190" y="3018435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128" name="Shape 29">
            <a:extLst>
              <a:ext uri="{FF2B5EF4-FFF2-40B4-BE49-F238E27FC236}">
                <a16:creationId xmlns:a16="http://schemas.microsoft.com/office/drawing/2014/main" id="{2C6F4F1D-D563-9F3B-4F42-118C64022227}"/>
              </a:ext>
            </a:extLst>
          </p:cNvPr>
          <p:cNvSpPr/>
          <p:nvPr/>
        </p:nvSpPr>
        <p:spPr>
          <a:xfrm>
            <a:off x="2747772" y="3483864"/>
            <a:ext cx="1355141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30">
            <a:extLst>
              <a:ext uri="{FF2B5EF4-FFF2-40B4-BE49-F238E27FC236}">
                <a16:creationId xmlns:a16="http://schemas.microsoft.com/office/drawing/2014/main" id="{36D7CE6E-2508-34FC-3E6F-3D2EC0A7B5AE}"/>
              </a:ext>
            </a:extLst>
          </p:cNvPr>
          <p:cNvSpPr/>
          <p:nvPr/>
        </p:nvSpPr>
        <p:spPr>
          <a:xfrm>
            <a:off x="3315614" y="337413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31">
            <a:extLst>
              <a:ext uri="{FF2B5EF4-FFF2-40B4-BE49-F238E27FC236}">
                <a16:creationId xmlns:a16="http://schemas.microsoft.com/office/drawing/2014/main" id="{4D9FD43D-FDC7-F029-B7FB-5D39F88A1F42}"/>
              </a:ext>
            </a:extLst>
          </p:cNvPr>
          <p:cNvSpPr/>
          <p:nvPr/>
        </p:nvSpPr>
        <p:spPr>
          <a:xfrm>
            <a:off x="3352190" y="341071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34" name="Shape 32">
            <a:extLst>
              <a:ext uri="{FF2B5EF4-FFF2-40B4-BE49-F238E27FC236}">
                <a16:creationId xmlns:a16="http://schemas.microsoft.com/office/drawing/2014/main" id="{FD4BDF87-FEA5-2471-12AE-B6F9755ADE68}"/>
              </a:ext>
            </a:extLst>
          </p:cNvPr>
          <p:cNvSpPr/>
          <p:nvPr/>
        </p:nvSpPr>
        <p:spPr>
          <a:xfrm>
            <a:off x="2747772" y="3483864"/>
            <a:ext cx="1319479" cy="855878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33">
            <a:extLst>
              <a:ext uri="{FF2B5EF4-FFF2-40B4-BE49-F238E27FC236}">
                <a16:creationId xmlns:a16="http://schemas.microsoft.com/office/drawing/2014/main" id="{BF95D548-34E9-E138-FABE-9CC1C25E1F14}"/>
              </a:ext>
            </a:extLst>
          </p:cNvPr>
          <p:cNvSpPr/>
          <p:nvPr/>
        </p:nvSpPr>
        <p:spPr>
          <a:xfrm>
            <a:off x="3297783" y="380207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Text 34">
            <a:extLst>
              <a:ext uri="{FF2B5EF4-FFF2-40B4-BE49-F238E27FC236}">
                <a16:creationId xmlns:a16="http://schemas.microsoft.com/office/drawing/2014/main" id="{3B773C3E-AB34-C5F7-7261-75EBCBDEE424}"/>
              </a:ext>
            </a:extLst>
          </p:cNvPr>
          <p:cNvSpPr/>
          <p:nvPr/>
        </p:nvSpPr>
        <p:spPr>
          <a:xfrm>
            <a:off x="3334359" y="383865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140" name="Shape 35">
            <a:extLst>
              <a:ext uri="{FF2B5EF4-FFF2-40B4-BE49-F238E27FC236}">
                <a16:creationId xmlns:a16="http://schemas.microsoft.com/office/drawing/2014/main" id="{7D1EC04C-C971-BCEC-B7A3-0E619A8E1CFB}"/>
              </a:ext>
            </a:extLst>
          </p:cNvPr>
          <p:cNvSpPr/>
          <p:nvPr/>
        </p:nvSpPr>
        <p:spPr>
          <a:xfrm>
            <a:off x="2747772" y="4268420"/>
            <a:ext cx="1319479" cy="71323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36">
            <a:extLst>
              <a:ext uri="{FF2B5EF4-FFF2-40B4-BE49-F238E27FC236}">
                <a16:creationId xmlns:a16="http://schemas.microsoft.com/office/drawing/2014/main" id="{CB96319E-888A-9332-85D6-C7A3FB6C115D}"/>
              </a:ext>
            </a:extLst>
          </p:cNvPr>
          <p:cNvSpPr/>
          <p:nvPr/>
        </p:nvSpPr>
        <p:spPr>
          <a:xfrm>
            <a:off x="3297783" y="4194353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Text 37">
            <a:extLst>
              <a:ext uri="{FF2B5EF4-FFF2-40B4-BE49-F238E27FC236}">
                <a16:creationId xmlns:a16="http://schemas.microsoft.com/office/drawing/2014/main" id="{C14C880E-5F1F-F5B6-6188-D0368F32DF9C}"/>
              </a:ext>
            </a:extLst>
          </p:cNvPr>
          <p:cNvSpPr/>
          <p:nvPr/>
        </p:nvSpPr>
        <p:spPr>
          <a:xfrm>
            <a:off x="3334359" y="4230929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46" name="Shape 38">
            <a:extLst>
              <a:ext uri="{FF2B5EF4-FFF2-40B4-BE49-F238E27FC236}">
                <a16:creationId xmlns:a16="http://schemas.microsoft.com/office/drawing/2014/main" id="{4146FE0A-BB4A-EFCA-7AA1-BE2B2780A15B}"/>
              </a:ext>
            </a:extLst>
          </p:cNvPr>
          <p:cNvSpPr/>
          <p:nvPr/>
        </p:nvSpPr>
        <p:spPr>
          <a:xfrm>
            <a:off x="3960266" y="2592324"/>
            <a:ext cx="1283818" cy="89154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39">
            <a:extLst>
              <a:ext uri="{FF2B5EF4-FFF2-40B4-BE49-F238E27FC236}">
                <a16:creationId xmlns:a16="http://schemas.microsoft.com/office/drawing/2014/main" id="{C3C0C79B-1590-3746-D52B-9E8BFCDBA690}"/>
              </a:ext>
            </a:extLst>
          </p:cNvPr>
          <p:cNvSpPr/>
          <p:nvPr/>
        </p:nvSpPr>
        <p:spPr>
          <a:xfrm>
            <a:off x="4492447" y="292836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Text 40">
            <a:extLst>
              <a:ext uri="{FF2B5EF4-FFF2-40B4-BE49-F238E27FC236}">
                <a16:creationId xmlns:a16="http://schemas.microsoft.com/office/drawing/2014/main" id="{5B32FDB4-8D3C-ED72-BA5D-26CFC1F90685}"/>
              </a:ext>
            </a:extLst>
          </p:cNvPr>
          <p:cNvSpPr/>
          <p:nvPr/>
        </p:nvSpPr>
        <p:spPr>
          <a:xfrm>
            <a:off x="4529023" y="296494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50" dirty="0"/>
          </a:p>
        </p:txBody>
      </p:sp>
      <p:sp>
        <p:nvSpPr>
          <p:cNvPr id="152" name="Shape 41">
            <a:extLst>
              <a:ext uri="{FF2B5EF4-FFF2-40B4-BE49-F238E27FC236}">
                <a16:creationId xmlns:a16="http://schemas.microsoft.com/office/drawing/2014/main" id="{71E0B18F-6B36-2D84-D956-091DD857EE25}"/>
              </a:ext>
            </a:extLst>
          </p:cNvPr>
          <p:cNvSpPr/>
          <p:nvPr/>
        </p:nvSpPr>
        <p:spPr>
          <a:xfrm>
            <a:off x="4102913" y="3483864"/>
            <a:ext cx="1141171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Shape 42">
            <a:extLst>
              <a:ext uri="{FF2B5EF4-FFF2-40B4-BE49-F238E27FC236}">
                <a16:creationId xmlns:a16="http://schemas.microsoft.com/office/drawing/2014/main" id="{4E41BA60-FFE5-A36E-6648-23C2D1F9557A}"/>
              </a:ext>
            </a:extLst>
          </p:cNvPr>
          <p:cNvSpPr/>
          <p:nvPr/>
        </p:nvSpPr>
        <p:spPr>
          <a:xfrm>
            <a:off x="4563770" y="337413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Text 43">
            <a:extLst>
              <a:ext uri="{FF2B5EF4-FFF2-40B4-BE49-F238E27FC236}">
                <a16:creationId xmlns:a16="http://schemas.microsoft.com/office/drawing/2014/main" id="{42026977-2D42-F9B9-10A7-595F51509834}"/>
              </a:ext>
            </a:extLst>
          </p:cNvPr>
          <p:cNvSpPr/>
          <p:nvPr/>
        </p:nvSpPr>
        <p:spPr>
          <a:xfrm>
            <a:off x="4600346" y="341071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58" name="Shape 44">
            <a:extLst>
              <a:ext uri="{FF2B5EF4-FFF2-40B4-BE49-F238E27FC236}">
                <a16:creationId xmlns:a16="http://schemas.microsoft.com/office/drawing/2014/main" id="{E94AF755-D822-B997-4174-08DF39DDC1E0}"/>
              </a:ext>
            </a:extLst>
          </p:cNvPr>
          <p:cNvSpPr/>
          <p:nvPr/>
        </p:nvSpPr>
        <p:spPr>
          <a:xfrm flipV="1">
            <a:off x="4067251" y="3483864"/>
            <a:ext cx="1176833" cy="855879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45">
            <a:extLst>
              <a:ext uri="{FF2B5EF4-FFF2-40B4-BE49-F238E27FC236}">
                <a16:creationId xmlns:a16="http://schemas.microsoft.com/office/drawing/2014/main" id="{CF90BC46-02D3-B8CA-6702-1E7C26512C6D}"/>
              </a:ext>
            </a:extLst>
          </p:cNvPr>
          <p:cNvSpPr/>
          <p:nvPr/>
        </p:nvSpPr>
        <p:spPr>
          <a:xfrm>
            <a:off x="4545939" y="380207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Text 46">
            <a:extLst>
              <a:ext uri="{FF2B5EF4-FFF2-40B4-BE49-F238E27FC236}">
                <a16:creationId xmlns:a16="http://schemas.microsoft.com/office/drawing/2014/main" id="{3CB110BD-D720-A4C0-88CD-0238BD2F30B7}"/>
              </a:ext>
            </a:extLst>
          </p:cNvPr>
          <p:cNvSpPr/>
          <p:nvPr/>
        </p:nvSpPr>
        <p:spPr>
          <a:xfrm>
            <a:off x="4582515" y="383865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164" name="Shape 47">
            <a:extLst>
              <a:ext uri="{FF2B5EF4-FFF2-40B4-BE49-F238E27FC236}">
                <a16:creationId xmlns:a16="http://schemas.microsoft.com/office/drawing/2014/main" id="{F2631720-8A76-BFC6-0915-BF3368C49062}"/>
              </a:ext>
            </a:extLst>
          </p:cNvPr>
          <p:cNvSpPr/>
          <p:nvPr/>
        </p:nvSpPr>
        <p:spPr>
          <a:xfrm>
            <a:off x="1445666" y="3287268"/>
            <a:ext cx="393192" cy="393192"/>
          </a:xfrm>
          <a:prstGeom prst="ellipse">
            <a:avLst/>
          </a:prstGeom>
          <a:solidFill>
            <a:srgbClr val="39A87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Text 48">
            <a:extLst>
              <a:ext uri="{FF2B5EF4-FFF2-40B4-BE49-F238E27FC236}">
                <a16:creationId xmlns:a16="http://schemas.microsoft.com/office/drawing/2014/main" id="{E07C07D9-32C4-9385-FA4C-FAC5D4EAF0F8}"/>
              </a:ext>
            </a:extLst>
          </p:cNvPr>
          <p:cNvSpPr/>
          <p:nvPr/>
        </p:nvSpPr>
        <p:spPr>
          <a:xfrm>
            <a:off x="1445666" y="3342132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400" dirty="0"/>
          </a:p>
        </p:txBody>
      </p:sp>
      <p:sp>
        <p:nvSpPr>
          <p:cNvPr id="168" name="Shape 49">
            <a:extLst>
              <a:ext uri="{FF2B5EF4-FFF2-40B4-BE49-F238E27FC236}">
                <a16:creationId xmlns:a16="http://schemas.microsoft.com/office/drawing/2014/main" id="{EF11C4FF-530F-8DD1-3FEE-03A8E651F23C}"/>
              </a:ext>
            </a:extLst>
          </p:cNvPr>
          <p:cNvSpPr/>
          <p:nvPr/>
        </p:nvSpPr>
        <p:spPr>
          <a:xfrm>
            <a:off x="2551176" y="2502713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Text 50">
            <a:extLst>
              <a:ext uri="{FF2B5EF4-FFF2-40B4-BE49-F238E27FC236}">
                <a16:creationId xmlns:a16="http://schemas.microsoft.com/office/drawing/2014/main" id="{E5296CA1-04C8-97F4-2CFD-A0F659C03964}"/>
              </a:ext>
            </a:extLst>
          </p:cNvPr>
          <p:cNvSpPr/>
          <p:nvPr/>
        </p:nvSpPr>
        <p:spPr>
          <a:xfrm>
            <a:off x="2551176" y="2557577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400" dirty="0"/>
          </a:p>
        </p:txBody>
      </p:sp>
      <p:sp>
        <p:nvSpPr>
          <p:cNvPr id="172" name="Shape 51">
            <a:extLst>
              <a:ext uri="{FF2B5EF4-FFF2-40B4-BE49-F238E27FC236}">
                <a16:creationId xmlns:a16="http://schemas.microsoft.com/office/drawing/2014/main" id="{D7EAF420-2D5E-AA21-1190-9E67CFEBD083}"/>
              </a:ext>
            </a:extLst>
          </p:cNvPr>
          <p:cNvSpPr/>
          <p:nvPr/>
        </p:nvSpPr>
        <p:spPr>
          <a:xfrm>
            <a:off x="2551176" y="3287268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Text 52">
            <a:extLst>
              <a:ext uri="{FF2B5EF4-FFF2-40B4-BE49-F238E27FC236}">
                <a16:creationId xmlns:a16="http://schemas.microsoft.com/office/drawing/2014/main" id="{958D0ABE-D693-6985-05DC-E9B9E097E706}"/>
              </a:ext>
            </a:extLst>
          </p:cNvPr>
          <p:cNvSpPr/>
          <p:nvPr/>
        </p:nvSpPr>
        <p:spPr>
          <a:xfrm>
            <a:off x="2551176" y="3342132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400" dirty="0"/>
          </a:p>
        </p:txBody>
      </p:sp>
      <p:sp>
        <p:nvSpPr>
          <p:cNvPr id="176" name="Shape 53">
            <a:extLst>
              <a:ext uri="{FF2B5EF4-FFF2-40B4-BE49-F238E27FC236}">
                <a16:creationId xmlns:a16="http://schemas.microsoft.com/office/drawing/2014/main" id="{B3475923-093B-2BBE-9CB7-AF1E7C7F6604}"/>
              </a:ext>
            </a:extLst>
          </p:cNvPr>
          <p:cNvSpPr/>
          <p:nvPr/>
        </p:nvSpPr>
        <p:spPr>
          <a:xfrm>
            <a:off x="2551176" y="4071824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Text 54">
            <a:extLst>
              <a:ext uri="{FF2B5EF4-FFF2-40B4-BE49-F238E27FC236}">
                <a16:creationId xmlns:a16="http://schemas.microsoft.com/office/drawing/2014/main" id="{DCDEC1E7-60AC-E70B-5B78-AD88B2C02A4C}"/>
              </a:ext>
            </a:extLst>
          </p:cNvPr>
          <p:cNvSpPr/>
          <p:nvPr/>
        </p:nvSpPr>
        <p:spPr>
          <a:xfrm>
            <a:off x="2551176" y="4126688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400" dirty="0"/>
          </a:p>
        </p:txBody>
      </p:sp>
      <p:sp>
        <p:nvSpPr>
          <p:cNvPr id="180" name="Shape 55">
            <a:extLst>
              <a:ext uri="{FF2B5EF4-FFF2-40B4-BE49-F238E27FC236}">
                <a16:creationId xmlns:a16="http://schemas.microsoft.com/office/drawing/2014/main" id="{7E591F8A-AEC3-69A9-C984-B4770845BC8B}"/>
              </a:ext>
            </a:extLst>
          </p:cNvPr>
          <p:cNvSpPr/>
          <p:nvPr/>
        </p:nvSpPr>
        <p:spPr>
          <a:xfrm>
            <a:off x="3763670" y="2456687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Text 56">
            <a:extLst>
              <a:ext uri="{FF2B5EF4-FFF2-40B4-BE49-F238E27FC236}">
                <a16:creationId xmlns:a16="http://schemas.microsoft.com/office/drawing/2014/main" id="{51818304-6AC4-EAB7-12DE-4EBD99D34E91}"/>
              </a:ext>
            </a:extLst>
          </p:cNvPr>
          <p:cNvSpPr/>
          <p:nvPr/>
        </p:nvSpPr>
        <p:spPr>
          <a:xfrm>
            <a:off x="3769212" y="2500470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400" dirty="0"/>
          </a:p>
        </p:txBody>
      </p:sp>
      <p:sp>
        <p:nvSpPr>
          <p:cNvPr id="184" name="Shape 57">
            <a:extLst>
              <a:ext uri="{FF2B5EF4-FFF2-40B4-BE49-F238E27FC236}">
                <a16:creationId xmlns:a16="http://schemas.microsoft.com/office/drawing/2014/main" id="{2687CEB5-CDDD-264C-ADBE-D0353F868556}"/>
              </a:ext>
            </a:extLst>
          </p:cNvPr>
          <p:cNvSpPr/>
          <p:nvPr/>
        </p:nvSpPr>
        <p:spPr>
          <a:xfrm>
            <a:off x="3906317" y="3287268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Text 58">
            <a:extLst>
              <a:ext uri="{FF2B5EF4-FFF2-40B4-BE49-F238E27FC236}">
                <a16:creationId xmlns:a16="http://schemas.microsoft.com/office/drawing/2014/main" id="{B75B0004-3AC8-F2FB-BA69-3AE4F836B86C}"/>
              </a:ext>
            </a:extLst>
          </p:cNvPr>
          <p:cNvSpPr/>
          <p:nvPr/>
        </p:nvSpPr>
        <p:spPr>
          <a:xfrm>
            <a:off x="3906317" y="3342132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400" dirty="0"/>
          </a:p>
        </p:txBody>
      </p:sp>
      <p:sp>
        <p:nvSpPr>
          <p:cNvPr id="188" name="Shape 59">
            <a:extLst>
              <a:ext uri="{FF2B5EF4-FFF2-40B4-BE49-F238E27FC236}">
                <a16:creationId xmlns:a16="http://schemas.microsoft.com/office/drawing/2014/main" id="{4DF544A4-C54C-3A53-A407-0BDC679C6B4F}"/>
              </a:ext>
            </a:extLst>
          </p:cNvPr>
          <p:cNvSpPr/>
          <p:nvPr/>
        </p:nvSpPr>
        <p:spPr>
          <a:xfrm>
            <a:off x="3870655" y="4143147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Text 60">
            <a:extLst>
              <a:ext uri="{FF2B5EF4-FFF2-40B4-BE49-F238E27FC236}">
                <a16:creationId xmlns:a16="http://schemas.microsoft.com/office/drawing/2014/main" id="{BDC98D04-78CB-13AC-CCA7-0C8640C33108}"/>
              </a:ext>
            </a:extLst>
          </p:cNvPr>
          <p:cNvSpPr/>
          <p:nvPr/>
        </p:nvSpPr>
        <p:spPr>
          <a:xfrm>
            <a:off x="3870655" y="4198011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400" dirty="0"/>
          </a:p>
        </p:txBody>
      </p:sp>
      <p:sp>
        <p:nvSpPr>
          <p:cNvPr id="192" name="Shape 61">
            <a:extLst>
              <a:ext uri="{FF2B5EF4-FFF2-40B4-BE49-F238E27FC236}">
                <a16:creationId xmlns:a16="http://schemas.microsoft.com/office/drawing/2014/main" id="{7DE6169E-D95A-6691-8238-54DE9CD8BAE0}"/>
              </a:ext>
            </a:extLst>
          </p:cNvPr>
          <p:cNvSpPr/>
          <p:nvPr/>
        </p:nvSpPr>
        <p:spPr>
          <a:xfrm>
            <a:off x="5047488" y="3287268"/>
            <a:ext cx="393192" cy="393192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Text 62">
            <a:extLst>
              <a:ext uri="{FF2B5EF4-FFF2-40B4-BE49-F238E27FC236}">
                <a16:creationId xmlns:a16="http://schemas.microsoft.com/office/drawing/2014/main" id="{038DF47C-1CF0-DB6D-AA3B-EAFE04C844DA}"/>
              </a:ext>
            </a:extLst>
          </p:cNvPr>
          <p:cNvSpPr/>
          <p:nvPr/>
        </p:nvSpPr>
        <p:spPr>
          <a:xfrm>
            <a:off x="5047488" y="3342132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1400" dirty="0"/>
          </a:p>
        </p:txBody>
      </p:sp>
      <p:sp>
        <p:nvSpPr>
          <p:cNvPr id="195" name="Shape 26">
            <a:extLst>
              <a:ext uri="{FF2B5EF4-FFF2-40B4-BE49-F238E27FC236}">
                <a16:creationId xmlns:a16="http://schemas.microsoft.com/office/drawing/2014/main" id="{8D70C897-5C87-C441-6347-8744F5A9F4FB}"/>
              </a:ext>
            </a:extLst>
          </p:cNvPr>
          <p:cNvSpPr/>
          <p:nvPr/>
        </p:nvSpPr>
        <p:spPr>
          <a:xfrm flipH="1">
            <a:off x="1666952" y="2715810"/>
            <a:ext cx="1105509" cy="723292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Shape 14">
            <a:extLst>
              <a:ext uri="{FF2B5EF4-FFF2-40B4-BE49-F238E27FC236}">
                <a16:creationId xmlns:a16="http://schemas.microsoft.com/office/drawing/2014/main" id="{E874853C-7A4E-90EB-9F6B-B8A5DA529BBE}"/>
              </a:ext>
            </a:extLst>
          </p:cNvPr>
          <p:cNvSpPr/>
          <p:nvPr/>
        </p:nvSpPr>
        <p:spPr>
          <a:xfrm>
            <a:off x="1642262" y="3484820"/>
            <a:ext cx="1105510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Shape 15">
            <a:extLst>
              <a:ext uri="{FF2B5EF4-FFF2-40B4-BE49-F238E27FC236}">
                <a16:creationId xmlns:a16="http://schemas.microsoft.com/office/drawing/2014/main" id="{462C7EF4-D91C-28F6-7515-D56E1CE90707}"/>
              </a:ext>
            </a:extLst>
          </p:cNvPr>
          <p:cNvSpPr/>
          <p:nvPr/>
        </p:nvSpPr>
        <p:spPr>
          <a:xfrm>
            <a:off x="2085289" y="2982815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Text 16">
            <a:extLst>
              <a:ext uri="{FF2B5EF4-FFF2-40B4-BE49-F238E27FC236}">
                <a16:creationId xmlns:a16="http://schemas.microsoft.com/office/drawing/2014/main" id="{EC0C0E04-A641-02C4-F733-AB0A0C96B778}"/>
              </a:ext>
            </a:extLst>
          </p:cNvPr>
          <p:cNvSpPr/>
          <p:nvPr/>
        </p:nvSpPr>
        <p:spPr>
          <a:xfrm>
            <a:off x="2121865" y="3019391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99" name="Shape 17">
            <a:extLst>
              <a:ext uri="{FF2B5EF4-FFF2-40B4-BE49-F238E27FC236}">
                <a16:creationId xmlns:a16="http://schemas.microsoft.com/office/drawing/2014/main" id="{C17EB742-8420-99AE-2555-3C81DA5E89DB}"/>
              </a:ext>
            </a:extLst>
          </p:cNvPr>
          <p:cNvSpPr/>
          <p:nvPr/>
        </p:nvSpPr>
        <p:spPr>
          <a:xfrm>
            <a:off x="1642262" y="3484820"/>
            <a:ext cx="1105510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Shape 18">
            <a:extLst>
              <a:ext uri="{FF2B5EF4-FFF2-40B4-BE49-F238E27FC236}">
                <a16:creationId xmlns:a16="http://schemas.microsoft.com/office/drawing/2014/main" id="{CD89F2C5-5CD8-A000-FDFF-44F87B91FCEB}"/>
              </a:ext>
            </a:extLst>
          </p:cNvPr>
          <p:cNvSpPr/>
          <p:nvPr/>
        </p:nvSpPr>
        <p:spPr>
          <a:xfrm>
            <a:off x="2085289" y="3375092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Text 19">
            <a:extLst>
              <a:ext uri="{FF2B5EF4-FFF2-40B4-BE49-F238E27FC236}">
                <a16:creationId xmlns:a16="http://schemas.microsoft.com/office/drawing/2014/main" id="{41C2FBBB-C36D-2B4A-4226-E645F4255069}"/>
              </a:ext>
            </a:extLst>
          </p:cNvPr>
          <p:cNvSpPr/>
          <p:nvPr/>
        </p:nvSpPr>
        <p:spPr>
          <a:xfrm>
            <a:off x="2121865" y="3411668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202" name="Shape 20">
            <a:extLst>
              <a:ext uri="{FF2B5EF4-FFF2-40B4-BE49-F238E27FC236}">
                <a16:creationId xmlns:a16="http://schemas.microsoft.com/office/drawing/2014/main" id="{361E0F32-B56C-BFCF-E719-815805A1FEAC}"/>
              </a:ext>
            </a:extLst>
          </p:cNvPr>
          <p:cNvSpPr/>
          <p:nvPr/>
        </p:nvSpPr>
        <p:spPr>
          <a:xfrm>
            <a:off x="1642262" y="3484820"/>
            <a:ext cx="1105510" cy="784555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pe 21">
            <a:extLst>
              <a:ext uri="{FF2B5EF4-FFF2-40B4-BE49-F238E27FC236}">
                <a16:creationId xmlns:a16="http://schemas.microsoft.com/office/drawing/2014/main" id="{187003BA-92A8-964F-9FD8-0B4F53432FE8}"/>
              </a:ext>
            </a:extLst>
          </p:cNvPr>
          <p:cNvSpPr/>
          <p:nvPr/>
        </p:nvSpPr>
        <p:spPr>
          <a:xfrm>
            <a:off x="2085289" y="3767370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Text 22">
            <a:extLst>
              <a:ext uri="{FF2B5EF4-FFF2-40B4-BE49-F238E27FC236}">
                <a16:creationId xmlns:a16="http://schemas.microsoft.com/office/drawing/2014/main" id="{ED36041C-3762-2749-D2A1-F52EDFF81CB3}"/>
              </a:ext>
            </a:extLst>
          </p:cNvPr>
          <p:cNvSpPr/>
          <p:nvPr/>
        </p:nvSpPr>
        <p:spPr>
          <a:xfrm>
            <a:off x="2121865" y="3803946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05" name="Shape 23">
            <a:extLst>
              <a:ext uri="{FF2B5EF4-FFF2-40B4-BE49-F238E27FC236}">
                <a16:creationId xmlns:a16="http://schemas.microsoft.com/office/drawing/2014/main" id="{ED09367D-C219-BBE4-C528-B58B171CE483}"/>
              </a:ext>
            </a:extLst>
          </p:cNvPr>
          <p:cNvSpPr/>
          <p:nvPr/>
        </p:nvSpPr>
        <p:spPr>
          <a:xfrm>
            <a:off x="2747772" y="2700265"/>
            <a:ext cx="1212494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Shape 24">
            <a:extLst>
              <a:ext uri="{FF2B5EF4-FFF2-40B4-BE49-F238E27FC236}">
                <a16:creationId xmlns:a16="http://schemas.microsoft.com/office/drawing/2014/main" id="{63C1EF28-2EA8-CFF6-AFF3-D6521D9551BD}"/>
              </a:ext>
            </a:extLst>
          </p:cNvPr>
          <p:cNvSpPr/>
          <p:nvPr/>
        </p:nvSpPr>
        <p:spPr>
          <a:xfrm>
            <a:off x="3244291" y="2537045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Text 25">
            <a:extLst>
              <a:ext uri="{FF2B5EF4-FFF2-40B4-BE49-F238E27FC236}">
                <a16:creationId xmlns:a16="http://schemas.microsoft.com/office/drawing/2014/main" id="{04FF30F3-1409-1DF0-0948-58BE9CBC42CF}"/>
              </a:ext>
            </a:extLst>
          </p:cNvPr>
          <p:cNvSpPr/>
          <p:nvPr/>
        </p:nvSpPr>
        <p:spPr>
          <a:xfrm>
            <a:off x="3280867" y="2573621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08" name="Shape 26">
            <a:extLst>
              <a:ext uri="{FF2B5EF4-FFF2-40B4-BE49-F238E27FC236}">
                <a16:creationId xmlns:a16="http://schemas.microsoft.com/office/drawing/2014/main" id="{AE16B41C-89CC-F78C-F9FB-AC1384DF2D87}"/>
              </a:ext>
            </a:extLst>
          </p:cNvPr>
          <p:cNvSpPr/>
          <p:nvPr/>
        </p:nvSpPr>
        <p:spPr>
          <a:xfrm>
            <a:off x="2747772" y="2700265"/>
            <a:ext cx="1355141" cy="784555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" name="Shape 27">
            <a:extLst>
              <a:ext uri="{FF2B5EF4-FFF2-40B4-BE49-F238E27FC236}">
                <a16:creationId xmlns:a16="http://schemas.microsoft.com/office/drawing/2014/main" id="{0EB0F33F-DFAD-1CC7-6152-9B1CEF166D18}"/>
              </a:ext>
            </a:extLst>
          </p:cNvPr>
          <p:cNvSpPr/>
          <p:nvPr/>
        </p:nvSpPr>
        <p:spPr>
          <a:xfrm>
            <a:off x="3315614" y="2982815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Text 28">
            <a:extLst>
              <a:ext uri="{FF2B5EF4-FFF2-40B4-BE49-F238E27FC236}">
                <a16:creationId xmlns:a16="http://schemas.microsoft.com/office/drawing/2014/main" id="{45076DCC-7D47-7460-87DB-E18BD0EFA300}"/>
              </a:ext>
            </a:extLst>
          </p:cNvPr>
          <p:cNvSpPr/>
          <p:nvPr/>
        </p:nvSpPr>
        <p:spPr>
          <a:xfrm>
            <a:off x="3352190" y="3019391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211" name="Shape 29">
            <a:extLst>
              <a:ext uri="{FF2B5EF4-FFF2-40B4-BE49-F238E27FC236}">
                <a16:creationId xmlns:a16="http://schemas.microsoft.com/office/drawing/2014/main" id="{211E6D01-284A-74D7-4213-DAF41C1335AE}"/>
              </a:ext>
            </a:extLst>
          </p:cNvPr>
          <p:cNvSpPr/>
          <p:nvPr/>
        </p:nvSpPr>
        <p:spPr>
          <a:xfrm>
            <a:off x="2747772" y="3484820"/>
            <a:ext cx="1355141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Shape 30">
            <a:extLst>
              <a:ext uri="{FF2B5EF4-FFF2-40B4-BE49-F238E27FC236}">
                <a16:creationId xmlns:a16="http://schemas.microsoft.com/office/drawing/2014/main" id="{665F71CC-4CB4-46FC-1236-4B5927CBD1CC}"/>
              </a:ext>
            </a:extLst>
          </p:cNvPr>
          <p:cNvSpPr/>
          <p:nvPr/>
        </p:nvSpPr>
        <p:spPr>
          <a:xfrm>
            <a:off x="3315614" y="3375092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3" name="Text 31">
            <a:extLst>
              <a:ext uri="{FF2B5EF4-FFF2-40B4-BE49-F238E27FC236}">
                <a16:creationId xmlns:a16="http://schemas.microsoft.com/office/drawing/2014/main" id="{1D7A7699-5593-8245-3443-FD62B6D48D21}"/>
              </a:ext>
            </a:extLst>
          </p:cNvPr>
          <p:cNvSpPr/>
          <p:nvPr/>
        </p:nvSpPr>
        <p:spPr>
          <a:xfrm>
            <a:off x="3352190" y="3411668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214" name="Shape 32">
            <a:extLst>
              <a:ext uri="{FF2B5EF4-FFF2-40B4-BE49-F238E27FC236}">
                <a16:creationId xmlns:a16="http://schemas.microsoft.com/office/drawing/2014/main" id="{71904B40-CD1B-4699-DE48-1DC86E260846}"/>
              </a:ext>
            </a:extLst>
          </p:cNvPr>
          <p:cNvSpPr/>
          <p:nvPr/>
        </p:nvSpPr>
        <p:spPr>
          <a:xfrm>
            <a:off x="2747772" y="3484820"/>
            <a:ext cx="1319479" cy="855878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5" name="Shape 33">
            <a:extLst>
              <a:ext uri="{FF2B5EF4-FFF2-40B4-BE49-F238E27FC236}">
                <a16:creationId xmlns:a16="http://schemas.microsoft.com/office/drawing/2014/main" id="{B244D535-74BC-2652-EDA4-A16E3E171FCA}"/>
              </a:ext>
            </a:extLst>
          </p:cNvPr>
          <p:cNvSpPr/>
          <p:nvPr/>
        </p:nvSpPr>
        <p:spPr>
          <a:xfrm>
            <a:off x="3297783" y="3803032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6" name="Text 34">
            <a:extLst>
              <a:ext uri="{FF2B5EF4-FFF2-40B4-BE49-F238E27FC236}">
                <a16:creationId xmlns:a16="http://schemas.microsoft.com/office/drawing/2014/main" id="{9AADD7BC-7E42-1C39-F11A-F3D5C5F90BBA}"/>
              </a:ext>
            </a:extLst>
          </p:cNvPr>
          <p:cNvSpPr/>
          <p:nvPr/>
        </p:nvSpPr>
        <p:spPr>
          <a:xfrm>
            <a:off x="3334359" y="3839608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17" name="Shape 35">
            <a:extLst>
              <a:ext uri="{FF2B5EF4-FFF2-40B4-BE49-F238E27FC236}">
                <a16:creationId xmlns:a16="http://schemas.microsoft.com/office/drawing/2014/main" id="{67A7D87B-8487-AEAF-C61A-312D899DC482}"/>
              </a:ext>
            </a:extLst>
          </p:cNvPr>
          <p:cNvSpPr/>
          <p:nvPr/>
        </p:nvSpPr>
        <p:spPr>
          <a:xfrm>
            <a:off x="2747772" y="4269376"/>
            <a:ext cx="1319479" cy="71323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8" name="Shape 36">
            <a:extLst>
              <a:ext uri="{FF2B5EF4-FFF2-40B4-BE49-F238E27FC236}">
                <a16:creationId xmlns:a16="http://schemas.microsoft.com/office/drawing/2014/main" id="{CBC13889-0DEB-5209-A8E4-8C98795AD164}"/>
              </a:ext>
            </a:extLst>
          </p:cNvPr>
          <p:cNvSpPr/>
          <p:nvPr/>
        </p:nvSpPr>
        <p:spPr>
          <a:xfrm>
            <a:off x="3297783" y="4195309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9" name="Text 37">
            <a:extLst>
              <a:ext uri="{FF2B5EF4-FFF2-40B4-BE49-F238E27FC236}">
                <a16:creationId xmlns:a16="http://schemas.microsoft.com/office/drawing/2014/main" id="{7BC059FD-8105-1A2D-D28C-2C85D286FE68}"/>
              </a:ext>
            </a:extLst>
          </p:cNvPr>
          <p:cNvSpPr/>
          <p:nvPr/>
        </p:nvSpPr>
        <p:spPr>
          <a:xfrm>
            <a:off x="3334359" y="4231885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20" name="Shape 38">
            <a:extLst>
              <a:ext uri="{FF2B5EF4-FFF2-40B4-BE49-F238E27FC236}">
                <a16:creationId xmlns:a16="http://schemas.microsoft.com/office/drawing/2014/main" id="{BB82C300-4B65-6C16-456C-1635326F04BA}"/>
              </a:ext>
            </a:extLst>
          </p:cNvPr>
          <p:cNvSpPr/>
          <p:nvPr/>
        </p:nvSpPr>
        <p:spPr>
          <a:xfrm>
            <a:off x="3960266" y="2593280"/>
            <a:ext cx="1283818" cy="89154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1" name="Shape 39">
            <a:extLst>
              <a:ext uri="{FF2B5EF4-FFF2-40B4-BE49-F238E27FC236}">
                <a16:creationId xmlns:a16="http://schemas.microsoft.com/office/drawing/2014/main" id="{A8642E2B-A133-7D1A-A714-81263E7DB352}"/>
              </a:ext>
            </a:extLst>
          </p:cNvPr>
          <p:cNvSpPr/>
          <p:nvPr/>
        </p:nvSpPr>
        <p:spPr>
          <a:xfrm>
            <a:off x="4492447" y="2929322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2" name="Text 40">
            <a:extLst>
              <a:ext uri="{FF2B5EF4-FFF2-40B4-BE49-F238E27FC236}">
                <a16:creationId xmlns:a16="http://schemas.microsoft.com/office/drawing/2014/main" id="{41A43B81-DA75-4C9D-3DCF-3038DBD7D407}"/>
              </a:ext>
            </a:extLst>
          </p:cNvPr>
          <p:cNvSpPr/>
          <p:nvPr/>
        </p:nvSpPr>
        <p:spPr>
          <a:xfrm>
            <a:off x="4529023" y="2965898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50" dirty="0"/>
          </a:p>
        </p:txBody>
      </p:sp>
      <p:sp>
        <p:nvSpPr>
          <p:cNvPr id="223" name="Shape 41">
            <a:extLst>
              <a:ext uri="{FF2B5EF4-FFF2-40B4-BE49-F238E27FC236}">
                <a16:creationId xmlns:a16="http://schemas.microsoft.com/office/drawing/2014/main" id="{E8D378CB-6512-7087-0E3A-3E732694035C}"/>
              </a:ext>
            </a:extLst>
          </p:cNvPr>
          <p:cNvSpPr/>
          <p:nvPr/>
        </p:nvSpPr>
        <p:spPr>
          <a:xfrm>
            <a:off x="4102913" y="3484820"/>
            <a:ext cx="1141171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4" name="Shape 42">
            <a:extLst>
              <a:ext uri="{FF2B5EF4-FFF2-40B4-BE49-F238E27FC236}">
                <a16:creationId xmlns:a16="http://schemas.microsoft.com/office/drawing/2014/main" id="{B9DFB192-50AB-445D-9E2C-0369CD64E07F}"/>
              </a:ext>
            </a:extLst>
          </p:cNvPr>
          <p:cNvSpPr/>
          <p:nvPr/>
        </p:nvSpPr>
        <p:spPr>
          <a:xfrm>
            <a:off x="4563770" y="3375092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5" name="Text 43">
            <a:extLst>
              <a:ext uri="{FF2B5EF4-FFF2-40B4-BE49-F238E27FC236}">
                <a16:creationId xmlns:a16="http://schemas.microsoft.com/office/drawing/2014/main" id="{8E542A26-BEC2-4587-8685-9CB30A578000}"/>
              </a:ext>
            </a:extLst>
          </p:cNvPr>
          <p:cNvSpPr/>
          <p:nvPr/>
        </p:nvSpPr>
        <p:spPr>
          <a:xfrm>
            <a:off x="4600346" y="3411668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26" name="Shape 44">
            <a:extLst>
              <a:ext uri="{FF2B5EF4-FFF2-40B4-BE49-F238E27FC236}">
                <a16:creationId xmlns:a16="http://schemas.microsoft.com/office/drawing/2014/main" id="{775F4F87-D4CA-DBD2-D581-6BE22BCF9B13}"/>
              </a:ext>
            </a:extLst>
          </p:cNvPr>
          <p:cNvSpPr/>
          <p:nvPr/>
        </p:nvSpPr>
        <p:spPr>
          <a:xfrm flipV="1">
            <a:off x="4067251" y="3484820"/>
            <a:ext cx="1176833" cy="855879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7" name="Shape 45">
            <a:extLst>
              <a:ext uri="{FF2B5EF4-FFF2-40B4-BE49-F238E27FC236}">
                <a16:creationId xmlns:a16="http://schemas.microsoft.com/office/drawing/2014/main" id="{45848C26-0565-BC91-5A75-D8CCDAC5E9A4}"/>
              </a:ext>
            </a:extLst>
          </p:cNvPr>
          <p:cNvSpPr/>
          <p:nvPr/>
        </p:nvSpPr>
        <p:spPr>
          <a:xfrm>
            <a:off x="4545939" y="3803032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8" name="Text 46">
            <a:extLst>
              <a:ext uri="{FF2B5EF4-FFF2-40B4-BE49-F238E27FC236}">
                <a16:creationId xmlns:a16="http://schemas.microsoft.com/office/drawing/2014/main" id="{5EF50B48-70ED-E54F-A815-2E328CA1840A}"/>
              </a:ext>
            </a:extLst>
          </p:cNvPr>
          <p:cNvSpPr/>
          <p:nvPr/>
        </p:nvSpPr>
        <p:spPr>
          <a:xfrm>
            <a:off x="4582515" y="3839608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229" name="Shape 47">
            <a:extLst>
              <a:ext uri="{FF2B5EF4-FFF2-40B4-BE49-F238E27FC236}">
                <a16:creationId xmlns:a16="http://schemas.microsoft.com/office/drawing/2014/main" id="{0557719B-ED6D-0DA5-D1E8-900F10F6BF37}"/>
              </a:ext>
            </a:extLst>
          </p:cNvPr>
          <p:cNvSpPr/>
          <p:nvPr/>
        </p:nvSpPr>
        <p:spPr>
          <a:xfrm>
            <a:off x="1445666" y="3288224"/>
            <a:ext cx="393192" cy="393192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0" name="Text 48">
            <a:extLst>
              <a:ext uri="{FF2B5EF4-FFF2-40B4-BE49-F238E27FC236}">
                <a16:creationId xmlns:a16="http://schemas.microsoft.com/office/drawing/2014/main" id="{F58289C6-29FF-2220-037E-95421D78C027}"/>
              </a:ext>
            </a:extLst>
          </p:cNvPr>
          <p:cNvSpPr/>
          <p:nvPr/>
        </p:nvSpPr>
        <p:spPr>
          <a:xfrm>
            <a:off x="1445666" y="3343088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400" dirty="0"/>
          </a:p>
        </p:txBody>
      </p:sp>
      <p:sp>
        <p:nvSpPr>
          <p:cNvPr id="231" name="Shape 49">
            <a:extLst>
              <a:ext uri="{FF2B5EF4-FFF2-40B4-BE49-F238E27FC236}">
                <a16:creationId xmlns:a16="http://schemas.microsoft.com/office/drawing/2014/main" id="{CCF8D994-1FAB-6318-939D-5ED505435FE9}"/>
              </a:ext>
            </a:extLst>
          </p:cNvPr>
          <p:cNvSpPr/>
          <p:nvPr/>
        </p:nvSpPr>
        <p:spPr>
          <a:xfrm>
            <a:off x="2551176" y="2503669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2" name="Text 50">
            <a:extLst>
              <a:ext uri="{FF2B5EF4-FFF2-40B4-BE49-F238E27FC236}">
                <a16:creationId xmlns:a16="http://schemas.microsoft.com/office/drawing/2014/main" id="{012D5467-DF2D-B974-9990-4602FBD4BF4D}"/>
              </a:ext>
            </a:extLst>
          </p:cNvPr>
          <p:cNvSpPr/>
          <p:nvPr/>
        </p:nvSpPr>
        <p:spPr>
          <a:xfrm>
            <a:off x="2551176" y="2558533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400" dirty="0"/>
          </a:p>
        </p:txBody>
      </p:sp>
      <p:sp>
        <p:nvSpPr>
          <p:cNvPr id="233" name="Shape 51">
            <a:extLst>
              <a:ext uri="{FF2B5EF4-FFF2-40B4-BE49-F238E27FC236}">
                <a16:creationId xmlns:a16="http://schemas.microsoft.com/office/drawing/2014/main" id="{7237AFAF-9E1B-99C2-A89F-2DEC2E26CE4A}"/>
              </a:ext>
            </a:extLst>
          </p:cNvPr>
          <p:cNvSpPr/>
          <p:nvPr/>
        </p:nvSpPr>
        <p:spPr>
          <a:xfrm>
            <a:off x="2551176" y="3288224"/>
            <a:ext cx="393192" cy="393192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4" name="Text 52">
            <a:extLst>
              <a:ext uri="{FF2B5EF4-FFF2-40B4-BE49-F238E27FC236}">
                <a16:creationId xmlns:a16="http://schemas.microsoft.com/office/drawing/2014/main" id="{A2998EB0-3863-59C8-7022-71308010A09C}"/>
              </a:ext>
            </a:extLst>
          </p:cNvPr>
          <p:cNvSpPr/>
          <p:nvPr/>
        </p:nvSpPr>
        <p:spPr>
          <a:xfrm>
            <a:off x="2551176" y="3343088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400" dirty="0"/>
          </a:p>
        </p:txBody>
      </p:sp>
      <p:sp>
        <p:nvSpPr>
          <p:cNvPr id="235" name="Shape 53">
            <a:extLst>
              <a:ext uri="{FF2B5EF4-FFF2-40B4-BE49-F238E27FC236}">
                <a16:creationId xmlns:a16="http://schemas.microsoft.com/office/drawing/2014/main" id="{20113DC8-1FFB-1965-0F83-BAB61087D61E}"/>
              </a:ext>
            </a:extLst>
          </p:cNvPr>
          <p:cNvSpPr/>
          <p:nvPr/>
        </p:nvSpPr>
        <p:spPr>
          <a:xfrm>
            <a:off x="2551176" y="4072780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6" name="Text 54">
            <a:extLst>
              <a:ext uri="{FF2B5EF4-FFF2-40B4-BE49-F238E27FC236}">
                <a16:creationId xmlns:a16="http://schemas.microsoft.com/office/drawing/2014/main" id="{D6AE79E7-35F3-5C32-9984-230451FA24B5}"/>
              </a:ext>
            </a:extLst>
          </p:cNvPr>
          <p:cNvSpPr/>
          <p:nvPr/>
        </p:nvSpPr>
        <p:spPr>
          <a:xfrm>
            <a:off x="2551176" y="4127644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400" dirty="0"/>
          </a:p>
        </p:txBody>
      </p:sp>
      <p:sp>
        <p:nvSpPr>
          <p:cNvPr id="237" name="Shape 55">
            <a:extLst>
              <a:ext uri="{FF2B5EF4-FFF2-40B4-BE49-F238E27FC236}">
                <a16:creationId xmlns:a16="http://schemas.microsoft.com/office/drawing/2014/main" id="{077202E4-CEA5-97E4-ABA4-30754786FA26}"/>
              </a:ext>
            </a:extLst>
          </p:cNvPr>
          <p:cNvSpPr/>
          <p:nvPr/>
        </p:nvSpPr>
        <p:spPr>
          <a:xfrm>
            <a:off x="3763670" y="2457643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8" name="Text 56">
            <a:extLst>
              <a:ext uri="{FF2B5EF4-FFF2-40B4-BE49-F238E27FC236}">
                <a16:creationId xmlns:a16="http://schemas.microsoft.com/office/drawing/2014/main" id="{711B8B53-121F-848C-08B0-2316485B2DDF}"/>
              </a:ext>
            </a:extLst>
          </p:cNvPr>
          <p:cNvSpPr/>
          <p:nvPr/>
        </p:nvSpPr>
        <p:spPr>
          <a:xfrm>
            <a:off x="3769212" y="2501426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400" dirty="0"/>
          </a:p>
        </p:txBody>
      </p:sp>
      <p:sp>
        <p:nvSpPr>
          <p:cNvPr id="239" name="Shape 57">
            <a:extLst>
              <a:ext uri="{FF2B5EF4-FFF2-40B4-BE49-F238E27FC236}">
                <a16:creationId xmlns:a16="http://schemas.microsoft.com/office/drawing/2014/main" id="{2086C5B3-4B2F-797B-14D7-233433FC7703}"/>
              </a:ext>
            </a:extLst>
          </p:cNvPr>
          <p:cNvSpPr/>
          <p:nvPr/>
        </p:nvSpPr>
        <p:spPr>
          <a:xfrm>
            <a:off x="3906317" y="3288224"/>
            <a:ext cx="393192" cy="393192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0" name="Text 58">
            <a:extLst>
              <a:ext uri="{FF2B5EF4-FFF2-40B4-BE49-F238E27FC236}">
                <a16:creationId xmlns:a16="http://schemas.microsoft.com/office/drawing/2014/main" id="{DE9E159B-E191-CD80-29AB-A0ED29890B28}"/>
              </a:ext>
            </a:extLst>
          </p:cNvPr>
          <p:cNvSpPr/>
          <p:nvPr/>
        </p:nvSpPr>
        <p:spPr>
          <a:xfrm>
            <a:off x="3906317" y="3343088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400" dirty="0"/>
          </a:p>
        </p:txBody>
      </p:sp>
      <p:sp>
        <p:nvSpPr>
          <p:cNvPr id="241" name="Shape 59">
            <a:extLst>
              <a:ext uri="{FF2B5EF4-FFF2-40B4-BE49-F238E27FC236}">
                <a16:creationId xmlns:a16="http://schemas.microsoft.com/office/drawing/2014/main" id="{4F2DB02A-9CCE-03E5-DA7A-94238992FB35}"/>
              </a:ext>
            </a:extLst>
          </p:cNvPr>
          <p:cNvSpPr/>
          <p:nvPr/>
        </p:nvSpPr>
        <p:spPr>
          <a:xfrm>
            <a:off x="3870655" y="4144103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2" name="Text 60">
            <a:extLst>
              <a:ext uri="{FF2B5EF4-FFF2-40B4-BE49-F238E27FC236}">
                <a16:creationId xmlns:a16="http://schemas.microsoft.com/office/drawing/2014/main" id="{08F1F52E-2C43-4F1B-1A85-69A924EB9E16}"/>
              </a:ext>
            </a:extLst>
          </p:cNvPr>
          <p:cNvSpPr/>
          <p:nvPr/>
        </p:nvSpPr>
        <p:spPr>
          <a:xfrm>
            <a:off x="3870655" y="4198967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400" dirty="0"/>
          </a:p>
        </p:txBody>
      </p:sp>
      <p:sp>
        <p:nvSpPr>
          <p:cNvPr id="243" name="Shape 61">
            <a:extLst>
              <a:ext uri="{FF2B5EF4-FFF2-40B4-BE49-F238E27FC236}">
                <a16:creationId xmlns:a16="http://schemas.microsoft.com/office/drawing/2014/main" id="{81251C5C-252A-B259-DBC6-52244CC80DB9}"/>
              </a:ext>
            </a:extLst>
          </p:cNvPr>
          <p:cNvSpPr/>
          <p:nvPr/>
        </p:nvSpPr>
        <p:spPr>
          <a:xfrm>
            <a:off x="5047488" y="3288224"/>
            <a:ext cx="393192" cy="393192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4" name="Text 62">
            <a:extLst>
              <a:ext uri="{FF2B5EF4-FFF2-40B4-BE49-F238E27FC236}">
                <a16:creationId xmlns:a16="http://schemas.microsoft.com/office/drawing/2014/main" id="{ACE3AFA3-7091-E859-688F-C620CCBCF15C}"/>
              </a:ext>
            </a:extLst>
          </p:cNvPr>
          <p:cNvSpPr/>
          <p:nvPr/>
        </p:nvSpPr>
        <p:spPr>
          <a:xfrm>
            <a:off x="5047488" y="3343088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UCS guarantees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UCS is designed for least-cost solutions.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L05: Uninformed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4892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73152" cy="1005840"/>
          </a:xfrm>
          <a:prstGeom prst="rect">
            <a:avLst/>
          </a:prstGeom>
          <a:solidFill>
            <a:srgbClr val="39A875"/>
          </a:solidFill>
          <a:ln w="12700">
            <a:solidFill>
              <a:srgbClr val="39A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5840" y="18379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17627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Yes, with positive step costs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0" y="1691640"/>
            <a:ext cx="4892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0" y="1691640"/>
            <a:ext cx="73152" cy="1005840"/>
          </a:xfrm>
          <a:prstGeom prst="rect">
            <a:avLst/>
          </a:prstGeom>
          <a:solidFill>
            <a:srgbClr val="39A875"/>
          </a:solidFill>
          <a:ln w="12700">
            <a:solidFill>
              <a:srgbClr val="39A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0" y="18379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Optimal?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0" y="217627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Yes, least total path cost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3200400"/>
            <a:ext cx="4892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" y="3200400"/>
            <a:ext cx="73152" cy="1005840"/>
          </a:xfrm>
          <a:prstGeom prst="rect">
            <a:avLst/>
          </a:prstGeom>
          <a:solidFill>
            <a:srgbClr val="D94E4E"/>
          </a:solidFill>
          <a:ln w="12700">
            <a:solidFill>
              <a:srgbClr val="D94E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5840" y="33467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368503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Potentially high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0" y="3200400"/>
            <a:ext cx="4892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00800" y="3200400"/>
            <a:ext cx="73152" cy="1005840"/>
          </a:xfrm>
          <a:prstGeom prst="rect">
            <a:avLst/>
          </a:prstGeom>
          <a:solidFill>
            <a:srgbClr val="1D5FA7"/>
          </a:solidFill>
          <a:ln w="1270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83680" y="33467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use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83680" y="368503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varying route costs; cost matters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60120" y="507492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UCS may take more steps if doing so reduces total cost.</a:t>
            </a:r>
            <a:endParaRPr lang="en-US" sz="2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Same graph, three behaviors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frontier rule changes the expansion order and returned route.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L05: Uninformed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68680" y="1600200"/>
            <a:ext cx="1046988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1600200"/>
            <a:ext cx="2617470" cy="65151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728216"/>
            <a:ext cx="252603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486150" y="1600200"/>
            <a:ext cx="2617470" cy="65151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31870" y="1728216"/>
            <a:ext cx="252603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103620" y="1600200"/>
            <a:ext cx="2617470" cy="65151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49340" y="1728216"/>
            <a:ext cx="252603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Likely return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721090" y="1600200"/>
            <a:ext cx="2617470" cy="65151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766810" y="1728216"/>
            <a:ext cx="252603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Tradeoff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68680" y="2251710"/>
            <a:ext cx="2617470" cy="65151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2370582"/>
            <a:ext cx="252603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BFS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3486150" y="2251710"/>
            <a:ext cx="2617470" cy="65151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531870" y="2370582"/>
            <a:ext cx="252603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 by layer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6103620" y="2251710"/>
            <a:ext cx="2617470" cy="65151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49340" y="2370582"/>
            <a:ext cx="252603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fewest actions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8721090" y="2251710"/>
            <a:ext cx="2617470" cy="65151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766810" y="2370582"/>
            <a:ext cx="252603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 ignore cost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868680" y="2903220"/>
            <a:ext cx="2617470" cy="65151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4400" y="3022092"/>
            <a:ext cx="252603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DFS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3486150" y="2903220"/>
            <a:ext cx="2617470" cy="65151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531870" y="3022092"/>
            <a:ext cx="252603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branch by branch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6103620" y="2903220"/>
            <a:ext cx="2617470" cy="65151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49340" y="3022092"/>
            <a:ext cx="252603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deep solution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8721090" y="2903220"/>
            <a:ext cx="2617470" cy="65151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766810" y="3022092"/>
            <a:ext cx="252603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memory, no optimality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868680" y="3554730"/>
            <a:ext cx="2617470" cy="65151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14400" y="3673602"/>
            <a:ext cx="252603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UCS</a:t>
            </a:r>
            <a:endParaRPr lang="en-US" sz="1550" dirty="0"/>
          </a:p>
        </p:txBody>
      </p:sp>
      <p:sp>
        <p:nvSpPr>
          <p:cNvPr id="33" name="Shape 31"/>
          <p:cNvSpPr/>
          <p:nvPr/>
        </p:nvSpPr>
        <p:spPr>
          <a:xfrm>
            <a:off x="3486150" y="3554730"/>
            <a:ext cx="2617470" cy="65151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531870" y="3673602"/>
            <a:ext cx="252603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by cost</a:t>
            </a:r>
            <a:endParaRPr lang="en-US" sz="1550" dirty="0"/>
          </a:p>
        </p:txBody>
      </p:sp>
      <p:sp>
        <p:nvSpPr>
          <p:cNvPr id="35" name="Shape 33"/>
          <p:cNvSpPr/>
          <p:nvPr/>
        </p:nvSpPr>
        <p:spPr>
          <a:xfrm>
            <a:off x="6103620" y="3554730"/>
            <a:ext cx="2617470" cy="65151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149340" y="3673602"/>
            <a:ext cx="252603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least path cost</a:t>
            </a:r>
            <a:endParaRPr lang="en-US" sz="1550" dirty="0"/>
          </a:p>
        </p:txBody>
      </p:sp>
      <p:sp>
        <p:nvSpPr>
          <p:cNvPr id="37" name="Shape 35"/>
          <p:cNvSpPr/>
          <p:nvPr/>
        </p:nvSpPr>
        <p:spPr>
          <a:xfrm>
            <a:off x="8721090" y="3554730"/>
            <a:ext cx="2617470" cy="65151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766810" y="3673602"/>
            <a:ext cx="252603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g(n)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960120" y="480060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 did not change. The frontier did.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960120" y="5468112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 is why frontier management is algorithm behavior.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Completeness, optimality, and memory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Guarantees depend on assumptions.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L05: Uninformed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1083564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5800" y="1554480"/>
            <a:ext cx="2167128" cy="78867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682496"/>
            <a:ext cx="2075688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52928" y="1554480"/>
            <a:ext cx="2167128" cy="78867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98648" y="1682496"/>
            <a:ext cx="2075688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Selection rule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0056" y="1554480"/>
            <a:ext cx="2167128" cy="78867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65776" y="1682496"/>
            <a:ext cx="2075688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187184" y="1554480"/>
            <a:ext cx="2167128" cy="78867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232904" y="1682496"/>
            <a:ext cx="2075688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Optimal?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354312" y="1554480"/>
            <a:ext cx="2167128" cy="78867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400032" y="1682496"/>
            <a:ext cx="2075688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2343150"/>
            <a:ext cx="2167128" cy="78867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2462022"/>
            <a:ext cx="2075688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BFS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852928" y="2343150"/>
            <a:ext cx="2167128" cy="78867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898648" y="2462022"/>
            <a:ext cx="2075688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shallowest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0056" y="2343150"/>
            <a:ext cx="2167128" cy="78867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65776" y="2462022"/>
            <a:ext cx="2075688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yes, finite branching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187184" y="2343150"/>
            <a:ext cx="2167128" cy="78867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232904" y="2462022"/>
            <a:ext cx="2075688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equal step costs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354312" y="2343150"/>
            <a:ext cx="2167128" cy="78867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400032" y="2462022"/>
            <a:ext cx="2075688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3131820"/>
            <a:ext cx="2167128" cy="78867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31520" y="3250692"/>
            <a:ext cx="2075688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2852928" y="3131820"/>
            <a:ext cx="2167128" cy="78867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898648" y="3250692"/>
            <a:ext cx="2075688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newest / deepest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020056" y="3131820"/>
            <a:ext cx="2167128" cy="78867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65776" y="3250692"/>
            <a:ext cx="2075688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guaranteed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187184" y="3131820"/>
            <a:ext cx="2167128" cy="78867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232904" y="3250692"/>
            <a:ext cx="2075688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9354312" y="3131820"/>
            <a:ext cx="2167128" cy="78867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400032" y="3250692"/>
            <a:ext cx="2075688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85800" y="3920490"/>
            <a:ext cx="2167128" cy="78867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31520" y="4039362"/>
            <a:ext cx="2075688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UCS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2852928" y="3920490"/>
            <a:ext cx="2167128" cy="78867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898648" y="4039362"/>
            <a:ext cx="2075688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lowest g(n)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5020056" y="3920490"/>
            <a:ext cx="2167128" cy="78867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065776" y="4039362"/>
            <a:ext cx="2075688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yes, positive costs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7187184" y="3920490"/>
            <a:ext cx="2167128" cy="78867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232904" y="4039362"/>
            <a:ext cx="2075688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9354312" y="3920490"/>
            <a:ext cx="2167128" cy="78867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9400032" y="4039362"/>
            <a:ext cx="2075688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potentially high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960120" y="516636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memorize guarantees without their conditions.</a:t>
            </a:r>
            <a:endParaRPr lang="en-US" sz="2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Choose the algorithm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the problem objective to the frontier rule.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L05: Uninformed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315468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1D5FA7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24128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5F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Fewest actions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560" y="251460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repair action takes one hour; minimize number of repairs.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783080" y="397764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D5FA7"/>
          </a:solidFill>
          <a:ln w="12700">
            <a:solidFill>
              <a:srgbClr val="1D5F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828800" y="405079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BFS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26280" y="1691640"/>
            <a:ext cx="315468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6E60B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27448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E60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limited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54880" y="251460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deep configuration may work; any solution is acceptable.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486400" y="397764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6E60B8"/>
          </a:solidFill>
          <a:ln w="12700">
            <a:solidFill>
              <a:srgbClr val="6E60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532120" y="405079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0" y="1691640"/>
            <a:ext cx="315468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39A875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30768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9A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Least cost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458200" y="251460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Routes have different fuel costs; minimize total fuel.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9189720" y="397764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39A875"/>
          </a:solidFill>
          <a:ln w="12700">
            <a:solidFill>
              <a:srgbClr val="39A87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35440" y="405079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0120" y="544068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Justification matters: name the property that makes the algorithm fit.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Diagnose the frontier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structure reveals search behavior.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L05: Uninformed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77240" y="1508760"/>
            <a:ext cx="33832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1D5FA7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17830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D5F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Queue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143000" y="25146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[A, B, C]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A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783080" y="3794760"/>
            <a:ext cx="1143000" cy="457200"/>
          </a:xfrm>
          <a:prstGeom prst="roundRect">
            <a:avLst>
              <a:gd name="adj" fmla="val 16000"/>
            </a:avLst>
          </a:prstGeom>
          <a:solidFill>
            <a:srgbClr val="1D5FA7"/>
          </a:solidFill>
          <a:ln w="12700">
            <a:solidFill>
              <a:srgbClr val="1D5F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828800" y="386791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BFS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434840" y="1508760"/>
            <a:ext cx="33832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6E60B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63440" y="17830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6E60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800600" y="25146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top: C, B, A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C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40680" y="3794760"/>
            <a:ext cx="1143000" cy="457200"/>
          </a:xfrm>
          <a:prstGeom prst="roundRect">
            <a:avLst>
              <a:gd name="adj" fmla="val 16000"/>
            </a:avLst>
          </a:prstGeom>
          <a:solidFill>
            <a:srgbClr val="6E60B8"/>
          </a:solidFill>
          <a:ln w="12700">
            <a:solidFill>
              <a:srgbClr val="6E60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0" y="386791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092440" y="1508760"/>
            <a:ext cx="33832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39A875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21040" y="17830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39A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queue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8458200" y="25146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A:5, B:2, C:4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B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098280" y="3794760"/>
            <a:ext cx="1143000" cy="457200"/>
          </a:xfrm>
          <a:prstGeom prst="roundRect">
            <a:avLst>
              <a:gd name="adj" fmla="val 16000"/>
            </a:avLst>
          </a:prstGeom>
          <a:solidFill>
            <a:srgbClr val="39A875"/>
          </a:solidFill>
          <a:ln w="12700">
            <a:solidFill>
              <a:srgbClr val="39A87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0" y="386791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0120" y="544068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interpretation: same loop, different frontier type.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Exit Ticket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Rebuild the search comparison from memory.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L05: Uninformed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68680" y="1508760"/>
            <a:ext cx="5029200" cy="4160520"/>
          </a:xfrm>
          <a:prstGeom prst="roundRect">
            <a:avLst>
              <a:gd name="adj" fmla="val 1758"/>
            </a:avLst>
          </a:prstGeom>
          <a:solidFill>
            <a:srgbClr val="F4F8FC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43000" y="17830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234440" y="2423160"/>
            <a:ext cx="4297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BFS → ______ → shallowest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DFS → ______ → newest/deepest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UCS → ______ → lowest g(n)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34440" y="46634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D5F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frontier determines which node is expanded next.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0" y="1508760"/>
            <a:ext cx="480060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75120" y="17830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6720840" y="2331720"/>
            <a:ext cx="4160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Frontier snapshot: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A: depth 1, g=5, added first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B: depth 2, g=2, added second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C: depth 1, g=4, added third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node does BFS select? DFS? UCS?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598932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D5F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class: Informed Search — what changes when the system has an estimate of what remains?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2590</Words>
  <Application>Microsoft Office PowerPoint</Application>
  <PresentationFormat>Widescreen</PresentationFormat>
  <Paragraphs>663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United States Air Force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CS471 Lesson 5 Uninformed Search</dc:title>
  <dc:subject>Lesson 5: Uninformed Search</dc:subject>
  <dc:creator>CS 471</dc:creator>
  <cp:lastModifiedBy>Phan, Tiffany M Capt USAF USAFA DF/DFCS</cp:lastModifiedBy>
  <cp:revision>2</cp:revision>
  <dcterms:created xsi:type="dcterms:W3CDTF">2026-08-04T23:01:19Z</dcterms:created>
  <dcterms:modified xsi:type="dcterms:W3CDTF">2026-08-04T23:36:47Z</dcterms:modified>
</cp:coreProperties>
</file>
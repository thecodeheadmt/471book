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1" r:id="rId26"/>
    <p:sldId id="282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626B9A-0EE0-409C-8239-26B8CD121E5B}" v="36" dt="2026-08-25T22:56:05.0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5" autoAdjust="0"/>
    <p:restoredTop sz="94640" autoAdjust="0"/>
  </p:normalViewPr>
  <p:slideViewPr>
    <p:cSldViewPr snapToGrid="0" snapToObjects="1">
      <p:cViewPr>
        <p:scale>
          <a:sx n="88" d="100"/>
          <a:sy n="88" d="100"/>
        </p:scale>
        <p:origin x="10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an, Tiffany M Capt USAF USAFA AW/DFCS" userId="a0ed988f-3bd3-448a-ab68-f6eca8eadb00" providerId="ADAL" clId="{D74FDB2A-C6F9-423C-9DA7-5C8A44CC196C}"/>
    <pc:docChg chg="undo redo custSel delSld modSld">
      <pc:chgData name="Phan, Tiffany M Capt USAF USAFA AW/DFCS" userId="a0ed988f-3bd3-448a-ab68-f6eca8eadb00" providerId="ADAL" clId="{D74FDB2A-C6F9-423C-9DA7-5C8A44CC196C}" dt="2026-08-21T22:48:03.348" v="660" actId="14100"/>
      <pc:docMkLst>
        <pc:docMk/>
      </pc:docMkLst>
      <pc:sldChg chg="modSp mod">
        <pc:chgData name="Phan, Tiffany M Capt USAF USAFA AW/DFCS" userId="a0ed988f-3bd3-448a-ab68-f6eca8eadb00" providerId="ADAL" clId="{D74FDB2A-C6F9-423C-9DA7-5C8A44CC196C}" dt="2026-08-21T22:21:14.111" v="167" actId="1076"/>
        <pc:sldMkLst>
          <pc:docMk/>
          <pc:sldMk cId="0" sldId="256"/>
        </pc:sldMkLst>
        <pc:spChg chg="mod">
          <ac:chgData name="Phan, Tiffany M Capt USAF USAFA AW/DFCS" userId="a0ed988f-3bd3-448a-ab68-f6eca8eadb00" providerId="ADAL" clId="{D74FDB2A-C6F9-423C-9DA7-5C8A44CC196C}" dt="2026-08-06T23:26:18.881" v="120" actId="404"/>
          <ac:spMkLst>
            <pc:docMk/>
            <pc:sldMk cId="0" sldId="256"/>
            <ac:spMk id="5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21:09.060" v="165" actId="1038"/>
          <ac:spMkLst>
            <pc:docMk/>
            <pc:sldMk cId="0" sldId="256"/>
            <ac:spMk id="17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21:09.060" v="165" actId="1038"/>
          <ac:spMkLst>
            <pc:docMk/>
            <pc:sldMk cId="0" sldId="256"/>
            <ac:spMk id="18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21:09.060" v="165" actId="1038"/>
          <ac:spMkLst>
            <pc:docMk/>
            <pc:sldMk cId="0" sldId="256"/>
            <ac:spMk id="19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21:09.060" v="165" actId="1038"/>
          <ac:spMkLst>
            <pc:docMk/>
            <pc:sldMk cId="0" sldId="256"/>
            <ac:spMk id="21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21:09.060" v="165" actId="1038"/>
          <ac:spMkLst>
            <pc:docMk/>
            <pc:sldMk cId="0" sldId="256"/>
            <ac:spMk id="2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21:09.060" v="165" actId="1038"/>
          <ac:spMkLst>
            <pc:docMk/>
            <pc:sldMk cId="0" sldId="256"/>
            <ac:spMk id="23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21:09.060" v="165" actId="1038"/>
          <ac:spMkLst>
            <pc:docMk/>
            <pc:sldMk cId="0" sldId="256"/>
            <ac:spMk id="24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21:09.060" v="165" actId="1038"/>
          <ac:spMkLst>
            <pc:docMk/>
            <pc:sldMk cId="0" sldId="256"/>
            <ac:spMk id="25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21:09.060" v="165" actId="1038"/>
          <ac:spMkLst>
            <pc:docMk/>
            <pc:sldMk cId="0" sldId="256"/>
            <ac:spMk id="26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21:09.060" v="165" actId="1038"/>
          <ac:spMkLst>
            <pc:docMk/>
            <pc:sldMk cId="0" sldId="256"/>
            <ac:spMk id="31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06T23:26:11.230" v="118" actId="27636"/>
          <ac:spMkLst>
            <pc:docMk/>
            <pc:sldMk cId="0" sldId="256"/>
            <ac:spMk id="3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21:14.111" v="167" actId="1076"/>
          <ac:spMkLst>
            <pc:docMk/>
            <pc:sldMk cId="0" sldId="256"/>
            <ac:spMk id="35" creationId="{EF9BA8D7-A1FE-F002-2590-D86FE40126B4}"/>
          </ac:spMkLst>
        </pc:spChg>
      </pc:sldChg>
      <pc:sldChg chg="modSp mod">
        <pc:chgData name="Phan, Tiffany M Capt USAF USAFA AW/DFCS" userId="a0ed988f-3bd3-448a-ab68-f6eca8eadb00" providerId="ADAL" clId="{D74FDB2A-C6F9-423C-9DA7-5C8A44CC196C}" dt="2026-08-21T22:24:21.697" v="173" actId="403"/>
        <pc:sldMkLst>
          <pc:docMk/>
          <pc:sldMk cId="0" sldId="257"/>
        </pc:sldMkLst>
        <pc:spChg chg="mod">
          <ac:chgData name="Phan, Tiffany M Capt USAF USAFA AW/DFCS" userId="a0ed988f-3bd3-448a-ab68-f6eca8eadb00" providerId="ADAL" clId="{D74FDB2A-C6F9-423C-9DA7-5C8A44CC196C}" dt="2026-08-06T23:20:15.454" v="16" actId="27636"/>
          <ac:spMkLst>
            <pc:docMk/>
            <pc:sldMk cId="0" sldId="257"/>
            <ac:spMk id="7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24:21.697" v="173" actId="403"/>
          <ac:spMkLst>
            <pc:docMk/>
            <pc:sldMk cId="0" sldId="257"/>
            <ac:spMk id="8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24:21.697" v="173" actId="403"/>
          <ac:spMkLst>
            <pc:docMk/>
            <pc:sldMk cId="0" sldId="257"/>
            <ac:spMk id="9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24:21.697" v="173" actId="403"/>
          <ac:spMkLst>
            <pc:docMk/>
            <pc:sldMk cId="0" sldId="257"/>
            <ac:spMk id="10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06T23:20:15.449" v="15" actId="27636"/>
          <ac:spMkLst>
            <pc:docMk/>
            <pc:sldMk cId="0" sldId="257"/>
            <ac:spMk id="11" creationId="{00000000-0000-0000-0000-000000000000}"/>
          </ac:spMkLst>
        </pc:spChg>
      </pc:sldChg>
      <pc:sldChg chg="modSp mod">
        <pc:chgData name="Phan, Tiffany M Capt USAF USAFA AW/DFCS" userId="a0ed988f-3bd3-448a-ab68-f6eca8eadb00" providerId="ADAL" clId="{D74FDB2A-C6F9-423C-9DA7-5C8A44CC196C}" dt="2026-08-06T23:20:15.464" v="17" actId="27636"/>
        <pc:sldMkLst>
          <pc:docMk/>
          <pc:sldMk cId="0" sldId="258"/>
        </pc:sldMkLst>
        <pc:spChg chg="mod">
          <ac:chgData name="Phan, Tiffany M Capt USAF USAFA AW/DFCS" userId="a0ed988f-3bd3-448a-ab68-f6eca8eadb00" providerId="ADAL" clId="{D74FDB2A-C6F9-423C-9DA7-5C8A44CC196C}" dt="2026-08-06T23:20:15.464" v="17" actId="27636"/>
          <ac:spMkLst>
            <pc:docMk/>
            <pc:sldMk cId="0" sldId="258"/>
            <ac:spMk id="13" creationId="{00000000-0000-0000-0000-000000000000}"/>
          </ac:spMkLst>
        </pc:spChg>
      </pc:sldChg>
      <pc:sldChg chg="modSp mod">
        <pc:chgData name="Phan, Tiffany M Capt USAF USAFA AW/DFCS" userId="a0ed988f-3bd3-448a-ab68-f6eca8eadb00" providerId="ADAL" clId="{D74FDB2A-C6F9-423C-9DA7-5C8A44CC196C}" dt="2026-08-21T22:30:15.947" v="198" actId="122"/>
        <pc:sldMkLst>
          <pc:docMk/>
          <pc:sldMk cId="0" sldId="259"/>
        </pc:sldMkLst>
        <pc:spChg chg="mod">
          <ac:chgData name="Phan, Tiffany M Capt USAF USAFA AW/DFCS" userId="a0ed988f-3bd3-448a-ab68-f6eca8eadb00" providerId="ADAL" clId="{D74FDB2A-C6F9-423C-9DA7-5C8A44CC196C}" dt="2026-08-21T22:30:13.536" v="196" actId="122"/>
          <ac:spMkLst>
            <pc:docMk/>
            <pc:sldMk cId="0" sldId="259"/>
            <ac:spMk id="7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30:14.937" v="197" actId="122"/>
          <ac:spMkLst>
            <pc:docMk/>
            <pc:sldMk cId="0" sldId="259"/>
            <ac:spMk id="8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30:15.947" v="198" actId="122"/>
          <ac:spMkLst>
            <pc:docMk/>
            <pc:sldMk cId="0" sldId="259"/>
            <ac:spMk id="9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29:52.046" v="195" actId="1076"/>
          <ac:spMkLst>
            <pc:docMk/>
            <pc:sldMk cId="0" sldId="259"/>
            <ac:spMk id="10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29:52.046" v="195" actId="1076"/>
          <ac:spMkLst>
            <pc:docMk/>
            <pc:sldMk cId="0" sldId="259"/>
            <ac:spMk id="11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06T23:20:15.474" v="18" actId="27636"/>
          <ac:spMkLst>
            <pc:docMk/>
            <pc:sldMk cId="0" sldId="259"/>
            <ac:spMk id="12" creationId="{00000000-0000-0000-0000-000000000000}"/>
          </ac:spMkLst>
        </pc:spChg>
      </pc:sldChg>
      <pc:sldChg chg="modSp mod">
        <pc:chgData name="Phan, Tiffany M Capt USAF USAFA AW/DFCS" userId="a0ed988f-3bd3-448a-ab68-f6eca8eadb00" providerId="ADAL" clId="{D74FDB2A-C6F9-423C-9DA7-5C8A44CC196C}" dt="2026-08-21T22:28:08.627" v="185" actId="14100"/>
        <pc:sldMkLst>
          <pc:docMk/>
          <pc:sldMk cId="0" sldId="260"/>
        </pc:sldMkLst>
        <pc:spChg chg="mod">
          <ac:chgData name="Phan, Tiffany M Capt USAF USAFA AW/DFCS" userId="a0ed988f-3bd3-448a-ab68-f6eca8eadb00" providerId="ADAL" clId="{D74FDB2A-C6F9-423C-9DA7-5C8A44CC196C}" dt="2026-08-21T22:28:08.627" v="185" actId="14100"/>
          <ac:spMkLst>
            <pc:docMk/>
            <pc:sldMk cId="0" sldId="260"/>
            <ac:spMk id="7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27:55.353" v="181" actId="1076"/>
          <ac:spMkLst>
            <pc:docMk/>
            <pc:sldMk cId="0" sldId="260"/>
            <ac:spMk id="8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27:55.353" v="181" actId="1076"/>
          <ac:spMkLst>
            <pc:docMk/>
            <pc:sldMk cId="0" sldId="260"/>
            <ac:spMk id="9" creationId="{00000000-0000-0000-0000-000000000000}"/>
          </ac:spMkLst>
        </pc:spChg>
      </pc:sldChg>
      <pc:sldChg chg="modSp mod">
        <pc:chgData name="Phan, Tiffany M Capt USAF USAFA AW/DFCS" userId="a0ed988f-3bd3-448a-ab68-f6eca8eadb00" providerId="ADAL" clId="{D74FDB2A-C6F9-423C-9DA7-5C8A44CC196C}" dt="2026-08-21T22:31:05.973" v="235" actId="1038"/>
        <pc:sldMkLst>
          <pc:docMk/>
          <pc:sldMk cId="0" sldId="261"/>
        </pc:sldMkLst>
        <pc:spChg chg="mod">
          <ac:chgData name="Phan, Tiffany M Capt USAF USAFA AW/DFCS" userId="a0ed988f-3bd3-448a-ab68-f6eca8eadb00" providerId="ADAL" clId="{D74FDB2A-C6F9-423C-9DA7-5C8A44CC196C}" dt="2026-08-21T22:31:05.973" v="235" actId="1038"/>
          <ac:spMkLst>
            <pc:docMk/>
            <pc:sldMk cId="0" sldId="261"/>
            <ac:spMk id="7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31:05.973" v="235" actId="1038"/>
          <ac:spMkLst>
            <pc:docMk/>
            <pc:sldMk cId="0" sldId="261"/>
            <ac:spMk id="8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31:05.973" v="235" actId="1038"/>
          <ac:spMkLst>
            <pc:docMk/>
            <pc:sldMk cId="0" sldId="261"/>
            <ac:spMk id="9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06T23:19:33.174" v="2" actId="14100"/>
          <ac:spMkLst>
            <pc:docMk/>
            <pc:sldMk cId="0" sldId="261"/>
            <ac:spMk id="10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31:05.973" v="235" actId="1038"/>
          <ac:spMkLst>
            <pc:docMk/>
            <pc:sldMk cId="0" sldId="261"/>
            <ac:spMk id="11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31:05.973" v="235" actId="1038"/>
          <ac:spMkLst>
            <pc:docMk/>
            <pc:sldMk cId="0" sldId="261"/>
            <ac:spMk id="1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31:05.973" v="235" actId="1038"/>
          <ac:spMkLst>
            <pc:docMk/>
            <pc:sldMk cId="0" sldId="261"/>
            <ac:spMk id="14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30:55.762" v="209" actId="1076"/>
          <ac:spMkLst>
            <pc:docMk/>
            <pc:sldMk cId="0" sldId="261"/>
            <ac:spMk id="15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31:05.973" v="235" actId="1038"/>
          <ac:spMkLst>
            <pc:docMk/>
            <pc:sldMk cId="0" sldId="261"/>
            <ac:spMk id="16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31:05.973" v="235" actId="1038"/>
          <ac:spMkLst>
            <pc:docMk/>
            <pc:sldMk cId="0" sldId="261"/>
            <ac:spMk id="17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31:05.973" v="235" actId="1038"/>
          <ac:spMkLst>
            <pc:docMk/>
            <pc:sldMk cId="0" sldId="261"/>
            <ac:spMk id="18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31:05.973" v="235" actId="1038"/>
          <ac:spMkLst>
            <pc:docMk/>
            <pc:sldMk cId="0" sldId="261"/>
            <ac:spMk id="19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30:35.348" v="208" actId="404"/>
          <ac:spMkLst>
            <pc:docMk/>
            <pc:sldMk cId="0" sldId="261"/>
            <ac:spMk id="20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30:35.348" v="208" actId="404"/>
          <ac:spMkLst>
            <pc:docMk/>
            <pc:sldMk cId="0" sldId="261"/>
            <ac:spMk id="21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30:35.348" v="208" actId="404"/>
          <ac:spMkLst>
            <pc:docMk/>
            <pc:sldMk cId="0" sldId="261"/>
            <ac:spMk id="2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30:35.348" v="208" actId="404"/>
          <ac:spMkLst>
            <pc:docMk/>
            <pc:sldMk cId="0" sldId="261"/>
            <ac:spMk id="23" creationId="{00000000-0000-0000-0000-000000000000}"/>
          </ac:spMkLst>
        </pc:spChg>
      </pc:sldChg>
      <pc:sldChg chg="addSp delSp modSp mod">
        <pc:chgData name="Phan, Tiffany M Capt USAF USAFA AW/DFCS" userId="a0ed988f-3bd3-448a-ab68-f6eca8eadb00" providerId="ADAL" clId="{D74FDB2A-C6F9-423C-9DA7-5C8A44CC196C}" dt="2026-08-21T22:33:35.692" v="274" actId="20577"/>
        <pc:sldMkLst>
          <pc:docMk/>
          <pc:sldMk cId="0" sldId="262"/>
        </pc:sldMkLst>
        <pc:spChg chg="mod">
          <ac:chgData name="Phan, Tiffany M Capt USAF USAFA AW/DFCS" userId="a0ed988f-3bd3-448a-ab68-f6eca8eadb00" providerId="ADAL" clId="{D74FDB2A-C6F9-423C-9DA7-5C8A44CC196C}" dt="2026-08-21T22:33:12.994" v="258" actId="120"/>
          <ac:spMkLst>
            <pc:docMk/>
            <pc:sldMk cId="0" sldId="262"/>
            <ac:spMk id="7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33:20.066" v="260" actId="120"/>
          <ac:spMkLst>
            <pc:docMk/>
            <pc:sldMk cId="0" sldId="262"/>
            <ac:spMk id="8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33:35.692" v="274" actId="20577"/>
          <ac:spMkLst>
            <pc:docMk/>
            <pc:sldMk cId="0" sldId="262"/>
            <ac:spMk id="9" creationId="{00000000-0000-0000-0000-000000000000}"/>
          </ac:spMkLst>
        </pc:spChg>
      </pc:sldChg>
      <pc:sldChg chg="modSp mod">
        <pc:chgData name="Phan, Tiffany M Capt USAF USAFA AW/DFCS" userId="a0ed988f-3bd3-448a-ab68-f6eca8eadb00" providerId="ADAL" clId="{D74FDB2A-C6F9-423C-9DA7-5C8A44CC196C}" dt="2026-08-21T22:33:52.740" v="280" actId="404"/>
        <pc:sldMkLst>
          <pc:docMk/>
          <pc:sldMk cId="0" sldId="263"/>
        </pc:sldMkLst>
        <pc:spChg chg="mod">
          <ac:chgData name="Phan, Tiffany M Capt USAF USAFA AW/DFCS" userId="a0ed988f-3bd3-448a-ab68-f6eca8eadb00" providerId="ADAL" clId="{D74FDB2A-C6F9-423C-9DA7-5C8A44CC196C}" dt="2026-08-21T22:33:52.740" v="280" actId="404"/>
          <ac:spMkLst>
            <pc:docMk/>
            <pc:sldMk cId="0" sldId="263"/>
            <ac:spMk id="7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33:52.740" v="280" actId="404"/>
          <ac:spMkLst>
            <pc:docMk/>
            <pc:sldMk cId="0" sldId="263"/>
            <ac:spMk id="8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33:52.740" v="280" actId="404"/>
          <ac:spMkLst>
            <pc:docMk/>
            <pc:sldMk cId="0" sldId="263"/>
            <ac:spMk id="9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33:52.740" v="280" actId="404"/>
          <ac:spMkLst>
            <pc:docMk/>
            <pc:sldMk cId="0" sldId="263"/>
            <ac:spMk id="10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33:52.740" v="280" actId="404"/>
          <ac:spMkLst>
            <pc:docMk/>
            <pc:sldMk cId="0" sldId="263"/>
            <ac:spMk id="14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33:52.740" v="280" actId="404"/>
          <ac:spMkLst>
            <pc:docMk/>
            <pc:sldMk cId="0" sldId="263"/>
            <ac:spMk id="15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33:52.740" v="280" actId="404"/>
          <ac:spMkLst>
            <pc:docMk/>
            <pc:sldMk cId="0" sldId="263"/>
            <ac:spMk id="16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33:52.740" v="280" actId="404"/>
          <ac:spMkLst>
            <pc:docMk/>
            <pc:sldMk cId="0" sldId="263"/>
            <ac:spMk id="17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33:52.740" v="280" actId="404"/>
          <ac:spMkLst>
            <pc:docMk/>
            <pc:sldMk cId="0" sldId="263"/>
            <ac:spMk id="18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33:52.740" v="280" actId="404"/>
          <ac:spMkLst>
            <pc:docMk/>
            <pc:sldMk cId="0" sldId="263"/>
            <ac:spMk id="20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33:48.688" v="277" actId="403"/>
          <ac:spMkLst>
            <pc:docMk/>
            <pc:sldMk cId="0" sldId="263"/>
            <ac:spMk id="21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33:48.688" v="277" actId="403"/>
          <ac:spMkLst>
            <pc:docMk/>
            <pc:sldMk cId="0" sldId="263"/>
            <ac:spMk id="2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33:48.688" v="277" actId="403"/>
          <ac:spMkLst>
            <pc:docMk/>
            <pc:sldMk cId="0" sldId="263"/>
            <ac:spMk id="23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06T23:20:00.275" v="6" actId="14100"/>
          <ac:spMkLst>
            <pc:docMk/>
            <pc:sldMk cId="0" sldId="263"/>
            <ac:spMk id="24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33:48.688" v="277" actId="403"/>
          <ac:spMkLst>
            <pc:docMk/>
            <pc:sldMk cId="0" sldId="263"/>
            <ac:spMk id="25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33:48.688" v="277" actId="403"/>
          <ac:spMkLst>
            <pc:docMk/>
            <pc:sldMk cId="0" sldId="263"/>
            <ac:spMk id="26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33:48.688" v="277" actId="403"/>
          <ac:spMkLst>
            <pc:docMk/>
            <pc:sldMk cId="0" sldId="263"/>
            <ac:spMk id="27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33:48.688" v="277" actId="403"/>
          <ac:spMkLst>
            <pc:docMk/>
            <pc:sldMk cId="0" sldId="263"/>
            <ac:spMk id="29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33:48.688" v="277" actId="403"/>
          <ac:spMkLst>
            <pc:docMk/>
            <pc:sldMk cId="0" sldId="263"/>
            <ac:spMk id="30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33:48.688" v="277" actId="403"/>
          <ac:spMkLst>
            <pc:docMk/>
            <pc:sldMk cId="0" sldId="263"/>
            <ac:spMk id="3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33:48.688" v="277" actId="403"/>
          <ac:spMkLst>
            <pc:docMk/>
            <pc:sldMk cId="0" sldId="263"/>
            <ac:spMk id="33" creationId="{00000000-0000-0000-0000-000000000000}"/>
          </ac:spMkLst>
        </pc:spChg>
      </pc:sldChg>
      <pc:sldChg chg="modSp mod">
        <pc:chgData name="Phan, Tiffany M Capt USAF USAFA AW/DFCS" userId="a0ed988f-3bd3-448a-ab68-f6eca8eadb00" providerId="ADAL" clId="{D74FDB2A-C6F9-423C-9DA7-5C8A44CC196C}" dt="2026-08-21T22:34:06.186" v="283" actId="20577"/>
        <pc:sldMkLst>
          <pc:docMk/>
          <pc:sldMk cId="0" sldId="264"/>
        </pc:sldMkLst>
        <pc:spChg chg="mod">
          <ac:chgData name="Phan, Tiffany M Capt USAF USAFA AW/DFCS" userId="a0ed988f-3bd3-448a-ab68-f6eca8eadb00" providerId="ADAL" clId="{D74FDB2A-C6F9-423C-9DA7-5C8A44CC196C}" dt="2026-08-21T22:34:04.443" v="282" actId="20577"/>
          <ac:spMkLst>
            <pc:docMk/>
            <pc:sldMk cId="0" sldId="264"/>
            <ac:spMk id="7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34:06.186" v="283" actId="20577"/>
          <ac:spMkLst>
            <pc:docMk/>
            <pc:sldMk cId="0" sldId="264"/>
            <ac:spMk id="8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06T23:20:15.506" v="20" actId="27636"/>
          <ac:spMkLst>
            <pc:docMk/>
            <pc:sldMk cId="0" sldId="264"/>
            <ac:spMk id="9" creationId="{00000000-0000-0000-0000-000000000000}"/>
          </ac:spMkLst>
        </pc:spChg>
      </pc:sldChg>
      <pc:sldChg chg="addSp modSp mod modAnim">
        <pc:chgData name="Phan, Tiffany M Capt USAF USAFA AW/DFCS" userId="a0ed988f-3bd3-448a-ab68-f6eca8eadb00" providerId="ADAL" clId="{D74FDB2A-C6F9-423C-9DA7-5C8A44CC196C}" dt="2026-08-21T22:34:48.594" v="295"/>
        <pc:sldMkLst>
          <pc:docMk/>
          <pc:sldMk cId="0" sldId="265"/>
        </pc:sldMkLst>
        <pc:spChg chg="add mod">
          <ac:chgData name="Phan, Tiffany M Capt USAF USAFA AW/DFCS" userId="a0ed988f-3bd3-448a-ab68-f6eca8eadb00" providerId="ADAL" clId="{D74FDB2A-C6F9-423C-9DA7-5C8A44CC196C}" dt="2026-08-21T22:34:19.630" v="290" actId="404"/>
          <ac:spMkLst>
            <pc:docMk/>
            <pc:sldMk cId="0" sldId="265"/>
            <ac:spMk id="6" creationId="{1240BBCC-21EE-B177-038D-5EB1F6F5B299}"/>
          </ac:spMkLst>
        </pc:spChg>
        <pc:spChg chg="mod">
          <ac:chgData name="Phan, Tiffany M Capt USAF USAFA AW/DFCS" userId="a0ed988f-3bd3-448a-ab68-f6eca8eadb00" providerId="ADAL" clId="{D74FDB2A-C6F9-423C-9DA7-5C8A44CC196C}" dt="2026-08-21T22:34:19.630" v="290" actId="404"/>
          <ac:spMkLst>
            <pc:docMk/>
            <pc:sldMk cId="0" sldId="265"/>
            <ac:spMk id="7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34:19.630" v="290" actId="404"/>
          <ac:spMkLst>
            <pc:docMk/>
            <pc:sldMk cId="0" sldId="265"/>
            <ac:spMk id="8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34:19.630" v="290" actId="404"/>
          <ac:spMkLst>
            <pc:docMk/>
            <pc:sldMk cId="0" sldId="265"/>
            <ac:spMk id="9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34:19.630" v="290" actId="404"/>
          <ac:spMkLst>
            <pc:docMk/>
            <pc:sldMk cId="0" sldId="265"/>
            <ac:spMk id="10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34:19.630" v="290" actId="404"/>
          <ac:spMkLst>
            <pc:docMk/>
            <pc:sldMk cId="0" sldId="265"/>
            <ac:spMk id="11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34:29.016" v="292" actId="14100"/>
          <ac:spMkLst>
            <pc:docMk/>
            <pc:sldMk cId="0" sldId="265"/>
            <ac:spMk id="1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34:26.373" v="291" actId="1076"/>
          <ac:spMkLst>
            <pc:docMk/>
            <pc:sldMk cId="0" sldId="265"/>
            <ac:spMk id="13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34:38.889" v="293" actId="1076"/>
          <ac:spMkLst>
            <pc:docMk/>
            <pc:sldMk cId="0" sldId="265"/>
            <ac:spMk id="14" creationId="{00000000-0000-0000-0000-000000000000}"/>
          </ac:spMkLst>
        </pc:spChg>
      </pc:sldChg>
      <pc:sldChg chg="modSp mod modAnim">
        <pc:chgData name="Phan, Tiffany M Capt USAF USAFA AW/DFCS" userId="a0ed988f-3bd3-448a-ab68-f6eca8eadb00" providerId="ADAL" clId="{D74FDB2A-C6F9-423C-9DA7-5C8A44CC196C}" dt="2026-08-21T22:35:16.277" v="305"/>
        <pc:sldMkLst>
          <pc:docMk/>
          <pc:sldMk cId="0" sldId="266"/>
        </pc:sldMkLst>
        <pc:spChg chg="mod">
          <ac:chgData name="Phan, Tiffany M Capt USAF USAFA AW/DFCS" userId="a0ed988f-3bd3-448a-ab68-f6eca8eadb00" providerId="ADAL" clId="{D74FDB2A-C6F9-423C-9DA7-5C8A44CC196C}" dt="2026-08-21T22:35:03.918" v="302" actId="403"/>
          <ac:spMkLst>
            <pc:docMk/>
            <pc:sldMk cId="0" sldId="266"/>
            <ac:spMk id="7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35:03.918" v="302" actId="403"/>
          <ac:spMkLst>
            <pc:docMk/>
            <pc:sldMk cId="0" sldId="266"/>
            <ac:spMk id="8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35:03.918" v="302" actId="403"/>
          <ac:spMkLst>
            <pc:docMk/>
            <pc:sldMk cId="0" sldId="266"/>
            <ac:spMk id="9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35:03.918" v="302" actId="403"/>
          <ac:spMkLst>
            <pc:docMk/>
            <pc:sldMk cId="0" sldId="266"/>
            <ac:spMk id="10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35:03.918" v="302" actId="403"/>
          <ac:spMkLst>
            <pc:docMk/>
            <pc:sldMk cId="0" sldId="266"/>
            <ac:spMk id="11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35:10.406" v="303" actId="1076"/>
          <ac:spMkLst>
            <pc:docMk/>
            <pc:sldMk cId="0" sldId="266"/>
            <ac:spMk id="12" creationId="{00000000-0000-0000-0000-000000000000}"/>
          </ac:spMkLst>
        </pc:spChg>
      </pc:sldChg>
      <pc:sldChg chg="addSp delSp modSp mod modAnim">
        <pc:chgData name="Phan, Tiffany M Capt USAF USAFA AW/DFCS" userId="a0ed988f-3bd3-448a-ab68-f6eca8eadb00" providerId="ADAL" clId="{D74FDB2A-C6F9-423C-9DA7-5C8A44CC196C}" dt="2026-08-21T22:44:26.623" v="453" actId="404"/>
        <pc:sldMkLst>
          <pc:docMk/>
          <pc:sldMk cId="0" sldId="267"/>
        </pc:sldMkLst>
        <pc:spChg chg="add mod">
          <ac:chgData name="Phan, Tiffany M Capt USAF USAFA AW/DFCS" userId="a0ed988f-3bd3-448a-ab68-f6eca8eadb00" providerId="ADAL" clId="{D74FDB2A-C6F9-423C-9DA7-5C8A44CC196C}" dt="2026-08-21T22:36:25.572" v="354" actId="1076"/>
          <ac:spMkLst>
            <pc:docMk/>
            <pc:sldMk cId="0" sldId="267"/>
            <ac:spMk id="6" creationId="{C1F8EBEB-EB7D-E215-031F-862447C9B97B}"/>
          </ac:spMkLst>
        </pc:spChg>
        <pc:spChg chg="mod">
          <ac:chgData name="Phan, Tiffany M Capt USAF USAFA AW/DFCS" userId="a0ed988f-3bd3-448a-ab68-f6eca8eadb00" providerId="ADAL" clId="{D74FDB2A-C6F9-423C-9DA7-5C8A44CC196C}" dt="2026-08-21T22:36:25.572" v="354" actId="1076"/>
          <ac:spMkLst>
            <pc:docMk/>
            <pc:sldMk cId="0" sldId="267"/>
            <ac:spMk id="7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36:25.572" v="354" actId="1076"/>
          <ac:spMkLst>
            <pc:docMk/>
            <pc:sldMk cId="0" sldId="267"/>
            <ac:spMk id="8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36:25.572" v="354" actId="1076"/>
          <ac:spMkLst>
            <pc:docMk/>
            <pc:sldMk cId="0" sldId="267"/>
            <ac:spMk id="9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06T23:20:59.070" v="30" actId="14100"/>
          <ac:spMkLst>
            <pc:docMk/>
            <pc:sldMk cId="0" sldId="267"/>
            <ac:spMk id="10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36:25.572" v="354" actId="1076"/>
          <ac:spMkLst>
            <pc:docMk/>
            <pc:sldMk cId="0" sldId="267"/>
            <ac:spMk id="1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35:43.793" v="349" actId="1038"/>
          <ac:spMkLst>
            <pc:docMk/>
            <pc:sldMk cId="0" sldId="267"/>
            <ac:spMk id="13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36:25.572" v="354" actId="1076"/>
          <ac:spMkLst>
            <pc:docMk/>
            <pc:sldMk cId="0" sldId="267"/>
            <ac:spMk id="14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36:25.572" v="354" actId="1076"/>
          <ac:spMkLst>
            <pc:docMk/>
            <pc:sldMk cId="0" sldId="267"/>
            <ac:spMk id="15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35:40.200" v="335" actId="1038"/>
          <ac:spMkLst>
            <pc:docMk/>
            <pc:sldMk cId="0" sldId="267"/>
            <ac:spMk id="16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36:25.572" v="354" actId="1076"/>
          <ac:spMkLst>
            <pc:docMk/>
            <pc:sldMk cId="0" sldId="267"/>
            <ac:spMk id="17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36:25.572" v="354" actId="1076"/>
          <ac:spMkLst>
            <pc:docMk/>
            <pc:sldMk cId="0" sldId="267"/>
            <ac:spMk id="19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36:25.572" v="354" actId="1076"/>
          <ac:spMkLst>
            <pc:docMk/>
            <pc:sldMk cId="0" sldId="267"/>
            <ac:spMk id="20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35:53.841" v="352" actId="14100"/>
          <ac:spMkLst>
            <pc:docMk/>
            <pc:sldMk cId="0" sldId="267"/>
            <ac:spMk id="23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44:26.623" v="453" actId="404"/>
          <ac:spMkLst>
            <pc:docMk/>
            <pc:sldMk cId="0" sldId="267"/>
            <ac:spMk id="24" creationId="{00000000-0000-0000-0000-000000000000}"/>
          </ac:spMkLst>
        </pc:spChg>
        <pc:spChg chg="add mod">
          <ac:chgData name="Phan, Tiffany M Capt USAF USAFA AW/DFCS" userId="a0ed988f-3bd3-448a-ab68-f6eca8eadb00" providerId="ADAL" clId="{D74FDB2A-C6F9-423C-9DA7-5C8A44CC196C}" dt="2026-08-06T23:21:10.560" v="35" actId="1076"/>
          <ac:spMkLst>
            <pc:docMk/>
            <pc:sldMk cId="0" sldId="267"/>
            <ac:spMk id="26" creationId="{316E2CEE-6A6E-2923-7842-2BCF61A839CE}"/>
          </ac:spMkLst>
        </pc:spChg>
      </pc:sldChg>
      <pc:sldChg chg="modSp mod">
        <pc:chgData name="Phan, Tiffany M Capt USAF USAFA AW/DFCS" userId="a0ed988f-3bd3-448a-ab68-f6eca8eadb00" providerId="ADAL" clId="{D74FDB2A-C6F9-423C-9DA7-5C8A44CC196C}" dt="2026-08-21T22:39:14.179" v="359" actId="1076"/>
        <pc:sldMkLst>
          <pc:docMk/>
          <pc:sldMk cId="0" sldId="268"/>
        </pc:sldMkLst>
        <pc:spChg chg="mod">
          <ac:chgData name="Phan, Tiffany M Capt USAF USAFA AW/DFCS" userId="a0ed988f-3bd3-448a-ab68-f6eca8eadb00" providerId="ADAL" clId="{D74FDB2A-C6F9-423C-9DA7-5C8A44CC196C}" dt="2026-08-21T22:39:14.179" v="359" actId="1076"/>
          <ac:spMkLst>
            <pc:docMk/>
            <pc:sldMk cId="0" sldId="268"/>
            <ac:spMk id="7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39:14.179" v="359" actId="1076"/>
          <ac:spMkLst>
            <pc:docMk/>
            <pc:sldMk cId="0" sldId="268"/>
            <ac:spMk id="8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39:14.179" v="359" actId="1076"/>
          <ac:spMkLst>
            <pc:docMk/>
            <pc:sldMk cId="0" sldId="268"/>
            <ac:spMk id="9" creationId="{00000000-0000-0000-0000-000000000000}"/>
          </ac:spMkLst>
        </pc:spChg>
      </pc:sldChg>
      <pc:sldChg chg="modSp mod">
        <pc:chgData name="Phan, Tiffany M Capt USAF USAFA AW/DFCS" userId="a0ed988f-3bd3-448a-ab68-f6eca8eadb00" providerId="ADAL" clId="{D74FDB2A-C6F9-423C-9DA7-5C8A44CC196C}" dt="2026-08-21T22:39:43.678" v="365" actId="20577"/>
        <pc:sldMkLst>
          <pc:docMk/>
          <pc:sldMk cId="0" sldId="269"/>
        </pc:sldMkLst>
        <pc:spChg chg="mod">
          <ac:chgData name="Phan, Tiffany M Capt USAF USAFA AW/DFCS" userId="a0ed988f-3bd3-448a-ab68-f6eca8eadb00" providerId="ADAL" clId="{D74FDB2A-C6F9-423C-9DA7-5C8A44CC196C}" dt="2026-08-21T22:39:43.678" v="365" actId="20577"/>
          <ac:spMkLst>
            <pc:docMk/>
            <pc:sldMk cId="0" sldId="269"/>
            <ac:spMk id="7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39:41.703" v="364" actId="20577"/>
          <ac:spMkLst>
            <pc:docMk/>
            <pc:sldMk cId="0" sldId="269"/>
            <ac:spMk id="8" creationId="{00000000-0000-0000-0000-000000000000}"/>
          </ac:spMkLst>
        </pc:spChg>
      </pc:sldChg>
      <pc:sldChg chg="modSp mod">
        <pc:chgData name="Phan, Tiffany M Capt USAF USAFA AW/DFCS" userId="a0ed988f-3bd3-448a-ab68-f6eca8eadb00" providerId="ADAL" clId="{D74FDB2A-C6F9-423C-9DA7-5C8A44CC196C}" dt="2026-08-21T22:40:56.036" v="369" actId="20577"/>
        <pc:sldMkLst>
          <pc:docMk/>
          <pc:sldMk cId="0" sldId="270"/>
        </pc:sldMkLst>
        <pc:spChg chg="mod">
          <ac:chgData name="Phan, Tiffany M Capt USAF USAFA AW/DFCS" userId="a0ed988f-3bd3-448a-ab68-f6eca8eadb00" providerId="ADAL" clId="{D74FDB2A-C6F9-423C-9DA7-5C8A44CC196C}" dt="2026-08-21T22:40:53.950" v="368" actId="20577"/>
          <ac:spMkLst>
            <pc:docMk/>
            <pc:sldMk cId="0" sldId="270"/>
            <ac:spMk id="7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40:56.036" v="369" actId="20577"/>
          <ac:spMkLst>
            <pc:docMk/>
            <pc:sldMk cId="0" sldId="270"/>
            <ac:spMk id="8" creationId="{00000000-0000-0000-0000-000000000000}"/>
          </ac:spMkLst>
        </pc:spChg>
      </pc:sldChg>
      <pc:sldChg chg="modSp mod modAnim">
        <pc:chgData name="Phan, Tiffany M Capt USAF USAFA AW/DFCS" userId="a0ed988f-3bd3-448a-ab68-f6eca8eadb00" providerId="ADAL" clId="{D74FDB2A-C6F9-423C-9DA7-5C8A44CC196C}" dt="2026-08-21T22:41:53.337" v="400" actId="27636"/>
        <pc:sldMkLst>
          <pc:docMk/>
          <pc:sldMk cId="0" sldId="271"/>
        </pc:sldMkLst>
        <pc:spChg chg="mod">
          <ac:chgData name="Phan, Tiffany M Capt USAF USAFA AW/DFCS" userId="a0ed988f-3bd3-448a-ab68-f6eca8eadb00" providerId="ADAL" clId="{D74FDB2A-C6F9-423C-9DA7-5C8A44CC196C}" dt="2026-08-21T22:41:53.337" v="400" actId="27636"/>
          <ac:spMkLst>
            <pc:docMk/>
            <pc:sldMk cId="0" sldId="271"/>
            <ac:spMk id="7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41:39.681" v="384" actId="404"/>
          <ac:spMkLst>
            <pc:docMk/>
            <pc:sldMk cId="0" sldId="271"/>
            <ac:spMk id="8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41:39.681" v="384" actId="404"/>
          <ac:spMkLst>
            <pc:docMk/>
            <pc:sldMk cId="0" sldId="271"/>
            <ac:spMk id="9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06T23:21:33.906" v="37" actId="14100"/>
          <ac:spMkLst>
            <pc:docMk/>
            <pc:sldMk cId="0" sldId="271"/>
            <ac:spMk id="10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41:43.338" v="393" actId="403"/>
          <ac:spMkLst>
            <pc:docMk/>
            <pc:sldMk cId="0" sldId="271"/>
            <ac:spMk id="1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41:43.338" v="393" actId="403"/>
          <ac:spMkLst>
            <pc:docMk/>
            <pc:sldMk cId="0" sldId="271"/>
            <ac:spMk id="13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41:27.067" v="371" actId="1076"/>
          <ac:spMkLst>
            <pc:docMk/>
            <pc:sldMk cId="0" sldId="271"/>
            <ac:spMk id="14" creationId="{00000000-0000-0000-0000-000000000000}"/>
          </ac:spMkLst>
        </pc:spChg>
      </pc:sldChg>
      <pc:sldChg chg="modSp mod">
        <pc:chgData name="Phan, Tiffany M Capt USAF USAFA AW/DFCS" userId="a0ed988f-3bd3-448a-ab68-f6eca8eadb00" providerId="ADAL" clId="{D74FDB2A-C6F9-423C-9DA7-5C8A44CC196C}" dt="2026-08-21T22:43:05.198" v="407" actId="1076"/>
        <pc:sldMkLst>
          <pc:docMk/>
          <pc:sldMk cId="0" sldId="272"/>
        </pc:sldMkLst>
        <pc:spChg chg="mod">
          <ac:chgData name="Phan, Tiffany M Capt USAF USAFA AW/DFCS" userId="a0ed988f-3bd3-448a-ab68-f6eca8eadb00" providerId="ADAL" clId="{D74FDB2A-C6F9-423C-9DA7-5C8A44CC196C}" dt="2026-08-21T22:43:05.198" v="407" actId="1076"/>
          <ac:spMkLst>
            <pc:docMk/>
            <pc:sldMk cId="0" sldId="272"/>
            <ac:spMk id="7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43:05.198" v="407" actId="1076"/>
          <ac:spMkLst>
            <pc:docMk/>
            <pc:sldMk cId="0" sldId="272"/>
            <ac:spMk id="8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43:05.198" v="407" actId="1076"/>
          <ac:spMkLst>
            <pc:docMk/>
            <pc:sldMk cId="0" sldId="272"/>
            <ac:spMk id="9" creationId="{00000000-0000-0000-0000-000000000000}"/>
          </ac:spMkLst>
        </pc:spChg>
      </pc:sldChg>
      <pc:sldChg chg="delSp modSp mod modAnim">
        <pc:chgData name="Phan, Tiffany M Capt USAF USAFA AW/DFCS" userId="a0ed988f-3bd3-448a-ab68-f6eca8eadb00" providerId="ADAL" clId="{D74FDB2A-C6F9-423C-9DA7-5C8A44CC196C}" dt="2026-08-21T22:44:18.607" v="446" actId="404"/>
        <pc:sldMkLst>
          <pc:docMk/>
          <pc:sldMk cId="0" sldId="273"/>
        </pc:sldMkLst>
        <pc:spChg chg="mod">
          <ac:chgData name="Phan, Tiffany M Capt USAF USAFA AW/DFCS" userId="a0ed988f-3bd3-448a-ab68-f6eca8eadb00" providerId="ADAL" clId="{D74FDB2A-C6F9-423C-9DA7-5C8A44CC196C}" dt="2026-08-21T22:43:29.278" v="412" actId="404"/>
          <ac:spMkLst>
            <pc:docMk/>
            <pc:sldMk cId="0" sldId="273"/>
            <ac:spMk id="7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43:29.278" v="412" actId="404"/>
          <ac:spMkLst>
            <pc:docMk/>
            <pc:sldMk cId="0" sldId="273"/>
            <ac:spMk id="10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43:42.551" v="434" actId="403"/>
          <ac:spMkLst>
            <pc:docMk/>
            <pc:sldMk cId="0" sldId="273"/>
            <ac:spMk id="1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43:42.551" v="434" actId="403"/>
          <ac:spMkLst>
            <pc:docMk/>
            <pc:sldMk cId="0" sldId="273"/>
            <ac:spMk id="13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43:42.551" v="434" actId="403"/>
          <ac:spMkLst>
            <pc:docMk/>
            <pc:sldMk cId="0" sldId="273"/>
            <ac:spMk id="14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43:52.186" v="436" actId="1076"/>
          <ac:spMkLst>
            <pc:docMk/>
            <pc:sldMk cId="0" sldId="273"/>
            <ac:spMk id="15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43:35.364" v="428" actId="1037"/>
          <ac:spMkLst>
            <pc:docMk/>
            <pc:sldMk cId="0" sldId="273"/>
            <ac:spMk id="16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43:35.364" v="428" actId="1037"/>
          <ac:spMkLst>
            <pc:docMk/>
            <pc:sldMk cId="0" sldId="273"/>
            <ac:spMk id="17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43:35.364" v="428" actId="1037"/>
          <ac:spMkLst>
            <pc:docMk/>
            <pc:sldMk cId="0" sldId="273"/>
            <ac:spMk id="18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43:35.364" v="428" actId="1037"/>
          <ac:spMkLst>
            <pc:docMk/>
            <pc:sldMk cId="0" sldId="273"/>
            <ac:spMk id="19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43:29.278" v="412" actId="404"/>
          <ac:spMkLst>
            <pc:docMk/>
            <pc:sldMk cId="0" sldId="273"/>
            <ac:spMk id="20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43:55.844" v="437" actId="14100"/>
          <ac:spMkLst>
            <pc:docMk/>
            <pc:sldMk cId="0" sldId="273"/>
            <ac:spMk id="21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43:29.278" v="412" actId="404"/>
          <ac:spMkLst>
            <pc:docMk/>
            <pc:sldMk cId="0" sldId="273"/>
            <ac:spMk id="2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43:49.618" v="435" actId="14100"/>
          <ac:spMkLst>
            <pc:docMk/>
            <pc:sldMk cId="0" sldId="273"/>
            <ac:spMk id="23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44:18.607" v="446" actId="404"/>
          <ac:spMkLst>
            <pc:docMk/>
            <pc:sldMk cId="0" sldId="273"/>
            <ac:spMk id="24" creationId="{00000000-0000-0000-0000-000000000000}"/>
          </ac:spMkLst>
        </pc:spChg>
      </pc:sldChg>
      <pc:sldChg chg="modSp mod">
        <pc:chgData name="Phan, Tiffany M Capt USAF USAFA AW/DFCS" userId="a0ed988f-3bd3-448a-ab68-f6eca8eadb00" providerId="ADAL" clId="{D74FDB2A-C6F9-423C-9DA7-5C8A44CC196C}" dt="2026-08-21T22:45:02.197" v="454" actId="403"/>
        <pc:sldMkLst>
          <pc:docMk/>
          <pc:sldMk cId="0" sldId="274"/>
        </pc:sldMkLst>
        <pc:spChg chg="mod">
          <ac:chgData name="Phan, Tiffany M Capt USAF USAFA AW/DFCS" userId="a0ed988f-3bd3-448a-ab68-f6eca8eadb00" providerId="ADAL" clId="{D74FDB2A-C6F9-423C-9DA7-5C8A44CC196C}" dt="2026-08-21T22:45:02.197" v="454" actId="403"/>
          <ac:spMkLst>
            <pc:docMk/>
            <pc:sldMk cId="0" sldId="274"/>
            <ac:spMk id="7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45:02.197" v="454" actId="403"/>
          <ac:spMkLst>
            <pc:docMk/>
            <pc:sldMk cId="0" sldId="274"/>
            <ac:spMk id="8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45:02.197" v="454" actId="403"/>
          <ac:spMkLst>
            <pc:docMk/>
            <pc:sldMk cId="0" sldId="274"/>
            <ac:spMk id="9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06T23:20:15.374" v="10" actId="27636"/>
          <ac:spMkLst>
            <pc:docMk/>
            <pc:sldMk cId="0" sldId="274"/>
            <ac:spMk id="10" creationId="{00000000-0000-0000-0000-000000000000}"/>
          </ac:spMkLst>
        </pc:spChg>
      </pc:sldChg>
      <pc:sldChg chg="modSp mod">
        <pc:chgData name="Phan, Tiffany M Capt USAF USAFA AW/DFCS" userId="a0ed988f-3bd3-448a-ab68-f6eca8eadb00" providerId="ADAL" clId="{D74FDB2A-C6F9-423C-9DA7-5C8A44CC196C}" dt="2026-08-21T22:45:21.116" v="459" actId="1076"/>
        <pc:sldMkLst>
          <pc:docMk/>
          <pc:sldMk cId="0" sldId="275"/>
        </pc:sldMkLst>
        <pc:spChg chg="mod">
          <ac:chgData name="Phan, Tiffany M Capt USAF USAFA AW/DFCS" userId="a0ed988f-3bd3-448a-ab68-f6eca8eadb00" providerId="ADAL" clId="{D74FDB2A-C6F9-423C-9DA7-5C8A44CC196C}" dt="2026-08-21T22:45:21.116" v="459" actId="1076"/>
          <ac:spMkLst>
            <pc:docMk/>
            <pc:sldMk cId="0" sldId="275"/>
            <ac:spMk id="7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45:21.116" v="459" actId="1076"/>
          <ac:spMkLst>
            <pc:docMk/>
            <pc:sldMk cId="0" sldId="275"/>
            <ac:spMk id="8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45:09.849" v="458" actId="404"/>
          <ac:spMkLst>
            <pc:docMk/>
            <pc:sldMk cId="0" sldId="275"/>
            <ac:spMk id="9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45:09.849" v="458" actId="404"/>
          <ac:spMkLst>
            <pc:docMk/>
            <pc:sldMk cId="0" sldId="275"/>
            <ac:spMk id="10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06T23:20:15.383" v="11" actId="27636"/>
          <ac:spMkLst>
            <pc:docMk/>
            <pc:sldMk cId="0" sldId="275"/>
            <ac:spMk id="11" creationId="{00000000-0000-0000-0000-000000000000}"/>
          </ac:spMkLst>
        </pc:spChg>
      </pc:sldChg>
      <pc:sldChg chg="modSp mod">
        <pc:chgData name="Phan, Tiffany M Capt USAF USAFA AW/DFCS" userId="a0ed988f-3bd3-448a-ab68-f6eca8eadb00" providerId="ADAL" clId="{D74FDB2A-C6F9-423C-9DA7-5C8A44CC196C}" dt="2026-08-21T22:45:30.035" v="463" actId="403"/>
        <pc:sldMkLst>
          <pc:docMk/>
          <pc:sldMk cId="0" sldId="276"/>
        </pc:sldMkLst>
        <pc:spChg chg="mod">
          <ac:chgData name="Phan, Tiffany M Capt USAF USAFA AW/DFCS" userId="a0ed988f-3bd3-448a-ab68-f6eca8eadb00" providerId="ADAL" clId="{D74FDB2A-C6F9-423C-9DA7-5C8A44CC196C}" dt="2026-08-21T22:45:30.035" v="463" actId="403"/>
          <ac:spMkLst>
            <pc:docMk/>
            <pc:sldMk cId="0" sldId="276"/>
            <ac:spMk id="7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45:30.035" v="463" actId="403"/>
          <ac:spMkLst>
            <pc:docMk/>
            <pc:sldMk cId="0" sldId="276"/>
            <ac:spMk id="8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45:30.035" v="463" actId="403"/>
          <ac:spMkLst>
            <pc:docMk/>
            <pc:sldMk cId="0" sldId="276"/>
            <ac:spMk id="9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45:30.035" v="463" actId="403"/>
          <ac:spMkLst>
            <pc:docMk/>
            <pc:sldMk cId="0" sldId="276"/>
            <ac:spMk id="11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45:30.035" v="463" actId="403"/>
          <ac:spMkLst>
            <pc:docMk/>
            <pc:sldMk cId="0" sldId="276"/>
            <ac:spMk id="14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45:30.035" v="463" actId="403"/>
          <ac:spMkLst>
            <pc:docMk/>
            <pc:sldMk cId="0" sldId="276"/>
            <ac:spMk id="15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45:30.035" v="463" actId="403"/>
          <ac:spMkLst>
            <pc:docMk/>
            <pc:sldMk cId="0" sldId="276"/>
            <ac:spMk id="18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45:30.035" v="463" actId="403"/>
          <ac:spMkLst>
            <pc:docMk/>
            <pc:sldMk cId="0" sldId="276"/>
            <ac:spMk id="20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45:30.035" v="463" actId="403"/>
          <ac:spMkLst>
            <pc:docMk/>
            <pc:sldMk cId="0" sldId="276"/>
            <ac:spMk id="21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45:30.035" v="463" actId="403"/>
          <ac:spMkLst>
            <pc:docMk/>
            <pc:sldMk cId="0" sldId="276"/>
            <ac:spMk id="22" creationId="{00000000-0000-0000-0000-000000000000}"/>
          </ac:spMkLst>
        </pc:spChg>
      </pc:sldChg>
      <pc:sldChg chg="addSp delSp modSp mod addAnim delAnim modAnim">
        <pc:chgData name="Phan, Tiffany M Capt USAF USAFA AW/DFCS" userId="a0ed988f-3bd3-448a-ab68-f6eca8eadb00" providerId="ADAL" clId="{D74FDB2A-C6F9-423C-9DA7-5C8A44CC196C}" dt="2026-08-21T22:45:44.763" v="475" actId="403"/>
        <pc:sldMkLst>
          <pc:docMk/>
          <pc:sldMk cId="0" sldId="277"/>
        </pc:sldMkLst>
        <pc:spChg chg="mod">
          <ac:chgData name="Phan, Tiffany M Capt USAF USAFA AW/DFCS" userId="a0ed988f-3bd3-448a-ab68-f6eca8eadb00" providerId="ADAL" clId="{D74FDB2A-C6F9-423C-9DA7-5C8A44CC196C}" dt="2026-08-21T22:45:44.763" v="475" actId="403"/>
          <ac:spMkLst>
            <pc:docMk/>
            <pc:sldMk cId="0" sldId="277"/>
            <ac:spMk id="7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45:44.763" v="475" actId="403"/>
          <ac:spMkLst>
            <pc:docMk/>
            <pc:sldMk cId="0" sldId="277"/>
            <ac:spMk id="8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45:44.763" v="475" actId="403"/>
          <ac:spMkLst>
            <pc:docMk/>
            <pc:sldMk cId="0" sldId="277"/>
            <ac:spMk id="9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45:44.763" v="475" actId="403"/>
          <ac:spMkLst>
            <pc:docMk/>
            <pc:sldMk cId="0" sldId="277"/>
            <ac:spMk id="10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45:44.763" v="475" actId="403"/>
          <ac:spMkLst>
            <pc:docMk/>
            <pc:sldMk cId="0" sldId="277"/>
            <ac:spMk id="11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45:44.763" v="475" actId="403"/>
          <ac:spMkLst>
            <pc:docMk/>
            <pc:sldMk cId="0" sldId="277"/>
            <ac:spMk id="1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45:44.763" v="475" actId="403"/>
          <ac:spMkLst>
            <pc:docMk/>
            <pc:sldMk cId="0" sldId="277"/>
            <ac:spMk id="13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45:44.763" v="475" actId="403"/>
          <ac:spMkLst>
            <pc:docMk/>
            <pc:sldMk cId="0" sldId="277"/>
            <ac:spMk id="14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45:44.763" v="475" actId="403"/>
          <ac:spMkLst>
            <pc:docMk/>
            <pc:sldMk cId="0" sldId="277"/>
            <ac:spMk id="15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45:44.763" v="475" actId="403"/>
          <ac:spMkLst>
            <pc:docMk/>
            <pc:sldMk cId="0" sldId="277"/>
            <ac:spMk id="16" creationId="{00000000-0000-0000-0000-000000000000}"/>
          </ac:spMkLst>
        </pc:spChg>
      </pc:sldChg>
      <pc:sldChg chg="modSp mod addAnim delAnim modAnim">
        <pc:chgData name="Phan, Tiffany M Capt USAF USAFA AW/DFCS" userId="a0ed988f-3bd3-448a-ab68-f6eca8eadb00" providerId="ADAL" clId="{D74FDB2A-C6F9-423C-9DA7-5C8A44CC196C}" dt="2026-08-21T22:45:56.580" v="495" actId="27636"/>
        <pc:sldMkLst>
          <pc:docMk/>
          <pc:sldMk cId="0" sldId="278"/>
        </pc:sldMkLst>
        <pc:spChg chg="mod">
          <ac:chgData name="Phan, Tiffany M Capt USAF USAFA AW/DFCS" userId="a0ed988f-3bd3-448a-ab68-f6eca8eadb00" providerId="ADAL" clId="{D74FDB2A-C6F9-423C-9DA7-5C8A44CC196C}" dt="2026-08-21T22:45:56.580" v="495" actId="27636"/>
          <ac:spMkLst>
            <pc:docMk/>
            <pc:sldMk cId="0" sldId="278"/>
            <ac:spMk id="7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45:56.580" v="490" actId="27636"/>
          <ac:spMkLst>
            <pc:docMk/>
            <pc:sldMk cId="0" sldId="278"/>
            <ac:spMk id="8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45:56.580" v="491" actId="27636"/>
          <ac:spMkLst>
            <pc:docMk/>
            <pc:sldMk cId="0" sldId="278"/>
            <ac:spMk id="9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45:56.580" v="489" actId="27636"/>
          <ac:spMkLst>
            <pc:docMk/>
            <pc:sldMk cId="0" sldId="278"/>
            <ac:spMk id="10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45:56.580" v="488" actId="27636"/>
          <ac:spMkLst>
            <pc:docMk/>
            <pc:sldMk cId="0" sldId="278"/>
            <ac:spMk id="11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45:56.580" v="493" actId="27636"/>
          <ac:spMkLst>
            <pc:docMk/>
            <pc:sldMk cId="0" sldId="278"/>
            <ac:spMk id="1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45:56.580" v="492" actId="27636"/>
          <ac:spMkLst>
            <pc:docMk/>
            <pc:sldMk cId="0" sldId="278"/>
            <ac:spMk id="13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45:56.580" v="494" actId="27636"/>
          <ac:spMkLst>
            <pc:docMk/>
            <pc:sldMk cId="0" sldId="278"/>
            <ac:spMk id="14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45:56.532" v="487" actId="404"/>
          <ac:spMkLst>
            <pc:docMk/>
            <pc:sldMk cId="0" sldId="278"/>
            <ac:spMk id="15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45:56.532" v="487" actId="404"/>
          <ac:spMkLst>
            <pc:docMk/>
            <pc:sldMk cId="0" sldId="278"/>
            <ac:spMk id="16" creationId="{00000000-0000-0000-0000-000000000000}"/>
          </ac:spMkLst>
        </pc:spChg>
      </pc:sldChg>
      <pc:sldChg chg="modSp mod">
        <pc:chgData name="Phan, Tiffany M Capt USAF USAFA AW/DFCS" userId="a0ed988f-3bd3-448a-ab68-f6eca8eadb00" providerId="ADAL" clId="{D74FDB2A-C6F9-423C-9DA7-5C8A44CC196C}" dt="2026-08-21T22:46:27.702" v="590" actId="1037"/>
        <pc:sldMkLst>
          <pc:docMk/>
          <pc:sldMk cId="0" sldId="279"/>
        </pc:sldMkLst>
        <pc:spChg chg="mod">
          <ac:chgData name="Phan, Tiffany M Capt USAF USAFA AW/DFCS" userId="a0ed988f-3bd3-448a-ab68-f6eca8eadb00" providerId="ADAL" clId="{D74FDB2A-C6F9-423C-9DA7-5C8A44CC196C}" dt="2026-08-21T22:46:06.472" v="498" actId="403"/>
          <ac:spMkLst>
            <pc:docMk/>
            <pc:sldMk cId="0" sldId="279"/>
            <ac:spMk id="10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46:06.472" v="498" actId="403"/>
          <ac:spMkLst>
            <pc:docMk/>
            <pc:sldMk cId="0" sldId="279"/>
            <ac:spMk id="11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46:16.505" v="513" actId="403"/>
          <ac:spMkLst>
            <pc:docMk/>
            <pc:sldMk cId="0" sldId="279"/>
            <ac:spMk id="1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46:16.505" v="513" actId="403"/>
          <ac:spMkLst>
            <pc:docMk/>
            <pc:sldMk cId="0" sldId="279"/>
            <ac:spMk id="13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46:16.505" v="513" actId="403"/>
          <ac:spMkLst>
            <pc:docMk/>
            <pc:sldMk cId="0" sldId="279"/>
            <ac:spMk id="14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46:16.505" v="513" actId="403"/>
          <ac:spMkLst>
            <pc:docMk/>
            <pc:sldMk cId="0" sldId="279"/>
            <ac:spMk id="15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06T23:23:43.525" v="75" actId="14100"/>
          <ac:spMkLst>
            <pc:docMk/>
            <pc:sldMk cId="0" sldId="279"/>
            <ac:spMk id="16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46:06.472" v="498" actId="403"/>
          <ac:spMkLst>
            <pc:docMk/>
            <pc:sldMk cId="0" sldId="279"/>
            <ac:spMk id="18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46:06.472" v="498" actId="403"/>
          <ac:spMkLst>
            <pc:docMk/>
            <pc:sldMk cId="0" sldId="279"/>
            <ac:spMk id="19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46:06.472" v="498" actId="403"/>
          <ac:spMkLst>
            <pc:docMk/>
            <pc:sldMk cId="0" sldId="279"/>
            <ac:spMk id="21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46:06.472" v="498" actId="403"/>
          <ac:spMkLst>
            <pc:docMk/>
            <pc:sldMk cId="0" sldId="279"/>
            <ac:spMk id="24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46:16.505" v="513" actId="403"/>
          <ac:spMkLst>
            <pc:docMk/>
            <pc:sldMk cId="0" sldId="279"/>
            <ac:spMk id="26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46:16.505" v="513" actId="403"/>
          <ac:spMkLst>
            <pc:docMk/>
            <pc:sldMk cId="0" sldId="279"/>
            <ac:spMk id="27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46:16.505" v="513" actId="403"/>
          <ac:spMkLst>
            <pc:docMk/>
            <pc:sldMk cId="0" sldId="279"/>
            <ac:spMk id="28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46:16.505" v="513" actId="403"/>
          <ac:spMkLst>
            <pc:docMk/>
            <pc:sldMk cId="0" sldId="279"/>
            <ac:spMk id="29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46:27.702" v="590" actId="1037"/>
          <ac:spMkLst>
            <pc:docMk/>
            <pc:sldMk cId="0" sldId="279"/>
            <ac:spMk id="30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46:27.702" v="590" actId="1037"/>
          <ac:spMkLst>
            <pc:docMk/>
            <pc:sldMk cId="0" sldId="279"/>
            <ac:spMk id="31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46:27.702" v="590" actId="1037"/>
          <ac:spMkLst>
            <pc:docMk/>
            <pc:sldMk cId="0" sldId="279"/>
            <ac:spMk id="3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46:27.702" v="590" actId="1037"/>
          <ac:spMkLst>
            <pc:docMk/>
            <pc:sldMk cId="0" sldId="279"/>
            <ac:spMk id="33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06T23:23:51.288" v="77" actId="14100"/>
          <ac:spMkLst>
            <pc:docMk/>
            <pc:sldMk cId="0" sldId="279"/>
            <ac:spMk id="34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06T23:23:54.479" v="78" actId="14100"/>
          <ac:spMkLst>
            <pc:docMk/>
            <pc:sldMk cId="0" sldId="279"/>
            <ac:spMk id="36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06T23:20:15.404" v="12" actId="27636"/>
          <ac:spMkLst>
            <pc:docMk/>
            <pc:sldMk cId="0" sldId="279"/>
            <ac:spMk id="39" creationId="{00000000-0000-0000-0000-000000000000}"/>
          </ac:spMkLst>
        </pc:spChg>
      </pc:sldChg>
      <pc:sldChg chg="modSp mod">
        <pc:chgData name="Phan, Tiffany M Capt USAF USAFA AW/DFCS" userId="a0ed988f-3bd3-448a-ab68-f6eca8eadb00" providerId="ADAL" clId="{D74FDB2A-C6F9-423C-9DA7-5C8A44CC196C}" dt="2026-08-21T22:46:51.367" v="595" actId="27636"/>
        <pc:sldMkLst>
          <pc:docMk/>
          <pc:sldMk cId="0" sldId="281"/>
        </pc:sldMkLst>
        <pc:spChg chg="mod">
          <ac:chgData name="Phan, Tiffany M Capt USAF USAFA AW/DFCS" userId="a0ed988f-3bd3-448a-ab68-f6eca8eadb00" providerId="ADAL" clId="{D74FDB2A-C6F9-423C-9DA7-5C8A44CC196C}" dt="2026-08-21T22:46:44.637" v="591" actId="403"/>
          <ac:spMkLst>
            <pc:docMk/>
            <pc:sldMk cId="0" sldId="281"/>
            <ac:spMk id="7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46:44.637" v="591" actId="403"/>
          <ac:spMkLst>
            <pc:docMk/>
            <pc:sldMk cId="0" sldId="281"/>
            <ac:spMk id="8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46:44.637" v="591" actId="403"/>
          <ac:spMkLst>
            <pc:docMk/>
            <pc:sldMk cId="0" sldId="281"/>
            <ac:spMk id="9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46:51.367" v="594" actId="404"/>
          <ac:spMkLst>
            <pc:docMk/>
            <pc:sldMk cId="0" sldId="281"/>
            <ac:spMk id="10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46:51.367" v="595" actId="27636"/>
          <ac:spMkLst>
            <pc:docMk/>
            <pc:sldMk cId="0" sldId="281"/>
            <ac:spMk id="11" creationId="{00000000-0000-0000-0000-000000000000}"/>
          </ac:spMkLst>
        </pc:spChg>
      </pc:sldChg>
      <pc:sldChg chg="addSp modSp mod">
        <pc:chgData name="Phan, Tiffany M Capt USAF USAFA AW/DFCS" userId="a0ed988f-3bd3-448a-ab68-f6eca8eadb00" providerId="ADAL" clId="{D74FDB2A-C6F9-423C-9DA7-5C8A44CC196C}" dt="2026-08-21T22:48:03.348" v="660" actId="14100"/>
        <pc:sldMkLst>
          <pc:docMk/>
          <pc:sldMk cId="0" sldId="282"/>
        </pc:sldMkLst>
        <pc:spChg chg="mod">
          <ac:chgData name="Phan, Tiffany M Capt USAF USAFA AW/DFCS" userId="a0ed988f-3bd3-448a-ab68-f6eca8eadb00" providerId="ADAL" clId="{D74FDB2A-C6F9-423C-9DA7-5C8A44CC196C}" dt="2026-08-21T22:47:34.384" v="635" actId="403"/>
          <ac:spMkLst>
            <pc:docMk/>
            <pc:sldMk cId="0" sldId="282"/>
            <ac:spMk id="8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47:45.729" v="655" actId="1036"/>
          <ac:spMkLst>
            <pc:docMk/>
            <pc:sldMk cId="0" sldId="282"/>
            <ac:spMk id="9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47:45.729" v="655" actId="1036"/>
          <ac:spMkLst>
            <pc:docMk/>
            <pc:sldMk cId="0" sldId="282"/>
            <ac:spMk id="10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47:45.729" v="655" actId="1036"/>
          <ac:spMkLst>
            <pc:docMk/>
            <pc:sldMk cId="0" sldId="282"/>
            <ac:spMk id="11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47:45.729" v="655" actId="1036"/>
          <ac:spMkLst>
            <pc:docMk/>
            <pc:sldMk cId="0" sldId="282"/>
            <ac:spMk id="12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47:45.729" v="655" actId="1036"/>
          <ac:spMkLst>
            <pc:docMk/>
            <pc:sldMk cId="0" sldId="282"/>
            <ac:spMk id="13" creationId="{00000000-0000-0000-0000-000000000000}"/>
          </ac:spMkLst>
        </pc:spChg>
        <pc:spChg chg="mod">
          <ac:chgData name="Phan, Tiffany M Capt USAF USAFA AW/DFCS" userId="a0ed988f-3bd3-448a-ab68-f6eca8eadb00" providerId="ADAL" clId="{D74FDB2A-C6F9-423C-9DA7-5C8A44CC196C}" dt="2026-08-21T22:48:03.348" v="660" actId="14100"/>
          <ac:spMkLst>
            <pc:docMk/>
            <pc:sldMk cId="0" sldId="282"/>
            <ac:spMk id="14" creationId="{00000000-0000-0000-0000-000000000000}"/>
          </ac:spMkLst>
        </pc:spChg>
        <pc:spChg chg="add mod">
          <ac:chgData name="Phan, Tiffany M Capt USAF USAFA AW/DFCS" userId="a0ed988f-3bd3-448a-ab68-f6eca8eadb00" providerId="ADAL" clId="{D74FDB2A-C6F9-423C-9DA7-5C8A44CC196C}" dt="2026-08-21T22:47:18.004" v="615" actId="1076"/>
          <ac:spMkLst>
            <pc:docMk/>
            <pc:sldMk cId="0" sldId="282"/>
            <ac:spMk id="15" creationId="{827233DE-8814-B704-42FC-06D5FFD26C53}"/>
          </ac:spMkLst>
        </pc:spChg>
        <pc:spChg chg="mod">
          <ac:chgData name="Phan, Tiffany M Capt USAF USAFA AW/DFCS" userId="a0ed988f-3bd3-448a-ab68-f6eca8eadb00" providerId="ADAL" clId="{D74FDB2A-C6F9-423C-9DA7-5C8A44CC196C}" dt="2026-08-06T23:25:39.649" v="94" actId="20577"/>
          <ac:spMkLst>
            <pc:docMk/>
            <pc:sldMk cId="0" sldId="282"/>
            <ac:spMk id="17" creationId="{E2AEB810-045B-CFD1-F33F-2006DB4DF08F}"/>
          </ac:spMkLst>
        </pc:spChg>
        <pc:spChg chg="add mod">
          <ac:chgData name="Phan, Tiffany M Capt USAF USAFA AW/DFCS" userId="a0ed988f-3bd3-448a-ab68-f6eca8eadb00" providerId="ADAL" clId="{D74FDB2A-C6F9-423C-9DA7-5C8A44CC196C}" dt="2026-08-06T23:25:43.215" v="96" actId="20577"/>
          <ac:spMkLst>
            <pc:docMk/>
            <pc:sldMk cId="0" sldId="282"/>
            <ac:spMk id="19" creationId="{63622567-CB2F-CBF1-7E38-BE8094E659DB}"/>
          </ac:spMkLst>
        </pc:spChg>
        <pc:spChg chg="add mod">
          <ac:chgData name="Phan, Tiffany M Capt USAF USAFA AW/DFCS" userId="a0ed988f-3bd3-448a-ab68-f6eca8eadb00" providerId="ADAL" clId="{D74FDB2A-C6F9-423C-9DA7-5C8A44CC196C}" dt="2026-08-21T22:47:18.004" v="615" actId="1076"/>
          <ac:spMkLst>
            <pc:docMk/>
            <pc:sldMk cId="0" sldId="282"/>
            <ac:spMk id="21" creationId="{0FE37993-06C0-2950-ECC9-56543754E38E}"/>
          </ac:spMkLst>
        </pc:spChg>
        <pc:spChg chg="add mod">
          <ac:chgData name="Phan, Tiffany M Capt USAF USAFA AW/DFCS" userId="a0ed988f-3bd3-448a-ab68-f6eca8eadb00" providerId="ADAL" clId="{D74FDB2A-C6F9-423C-9DA7-5C8A44CC196C}" dt="2026-08-21T22:47:18.004" v="615" actId="1076"/>
          <ac:spMkLst>
            <pc:docMk/>
            <pc:sldMk cId="0" sldId="282"/>
            <ac:spMk id="23" creationId="{FE94003A-6584-843B-053C-4364EAEB478C}"/>
          </ac:spMkLst>
        </pc:spChg>
        <pc:spChg chg="add mod">
          <ac:chgData name="Phan, Tiffany M Capt USAF USAFA AW/DFCS" userId="a0ed988f-3bd3-448a-ab68-f6eca8eadb00" providerId="ADAL" clId="{D74FDB2A-C6F9-423C-9DA7-5C8A44CC196C}" dt="2026-08-21T22:47:18.004" v="615" actId="1076"/>
          <ac:spMkLst>
            <pc:docMk/>
            <pc:sldMk cId="0" sldId="282"/>
            <ac:spMk id="25" creationId="{9BECD12E-5DCB-058B-1803-13AEC193DF0D}"/>
          </ac:spMkLst>
        </pc:spChg>
        <pc:spChg chg="add mod">
          <ac:chgData name="Phan, Tiffany M Capt USAF USAFA AW/DFCS" userId="a0ed988f-3bd3-448a-ab68-f6eca8eadb00" providerId="ADAL" clId="{D74FDB2A-C6F9-423C-9DA7-5C8A44CC196C}" dt="2026-08-21T22:47:00.351" v="605" actId="403"/>
          <ac:spMkLst>
            <pc:docMk/>
            <pc:sldMk cId="0" sldId="282"/>
            <ac:spMk id="27" creationId="{5E712DB4-43CE-7753-0765-A219FEBDA17E}"/>
          </ac:spMkLst>
        </pc:spChg>
        <pc:spChg chg="add mod">
          <ac:chgData name="Phan, Tiffany M Capt USAF USAFA AW/DFCS" userId="a0ed988f-3bd3-448a-ab68-f6eca8eadb00" providerId="ADAL" clId="{D74FDB2A-C6F9-423C-9DA7-5C8A44CC196C}" dt="2026-08-21T22:47:18.004" v="615" actId="1076"/>
          <ac:spMkLst>
            <pc:docMk/>
            <pc:sldMk cId="0" sldId="282"/>
            <ac:spMk id="29" creationId="{A1D07771-13D5-31F1-A70B-E07D353100CC}"/>
          </ac:spMkLst>
        </pc:spChg>
        <pc:spChg chg="add mod">
          <ac:chgData name="Phan, Tiffany M Capt USAF USAFA AW/DFCS" userId="a0ed988f-3bd3-448a-ab68-f6eca8eadb00" providerId="ADAL" clId="{D74FDB2A-C6F9-423C-9DA7-5C8A44CC196C}" dt="2026-08-21T22:47:18.004" v="615" actId="1076"/>
          <ac:spMkLst>
            <pc:docMk/>
            <pc:sldMk cId="0" sldId="282"/>
            <ac:spMk id="31" creationId="{22E5ECEE-D5A6-1569-04E7-47AC138759C0}"/>
          </ac:spMkLst>
        </pc:spChg>
        <pc:spChg chg="add mod">
          <ac:chgData name="Phan, Tiffany M Capt USAF USAFA AW/DFCS" userId="a0ed988f-3bd3-448a-ab68-f6eca8eadb00" providerId="ADAL" clId="{D74FDB2A-C6F9-423C-9DA7-5C8A44CC196C}" dt="2026-08-21T22:47:18.004" v="615" actId="1076"/>
          <ac:spMkLst>
            <pc:docMk/>
            <pc:sldMk cId="0" sldId="282"/>
            <ac:spMk id="33" creationId="{1F3AC53C-60D5-3BAC-4722-068F30EA4AD5}"/>
          </ac:spMkLst>
        </pc:spChg>
        <pc:spChg chg="mod">
          <ac:chgData name="Phan, Tiffany M Capt USAF USAFA AW/DFCS" userId="a0ed988f-3bd3-448a-ab68-f6eca8eadb00" providerId="ADAL" clId="{D74FDB2A-C6F9-423C-9DA7-5C8A44CC196C}" dt="2026-08-21T22:47:18.004" v="615" actId="1076"/>
          <ac:spMkLst>
            <pc:docMk/>
            <pc:sldMk cId="0" sldId="282"/>
            <ac:spMk id="35" creationId="{7593B78C-BDE9-9CAE-3901-F593F04D364E}"/>
          </ac:spMkLst>
        </pc:spChg>
        <pc:spChg chg="add mod">
          <ac:chgData name="Phan, Tiffany M Capt USAF USAFA AW/DFCS" userId="a0ed988f-3bd3-448a-ab68-f6eca8eadb00" providerId="ADAL" clId="{D74FDB2A-C6F9-423C-9DA7-5C8A44CC196C}" dt="2026-08-21T22:47:18.004" v="615" actId="1076"/>
          <ac:spMkLst>
            <pc:docMk/>
            <pc:sldMk cId="0" sldId="282"/>
            <ac:spMk id="37" creationId="{EFF5B95E-B0D8-80AD-19BF-3A905F0AD620}"/>
          </ac:spMkLst>
        </pc:spChg>
        <pc:spChg chg="mod">
          <ac:chgData name="Phan, Tiffany M Capt USAF USAFA AW/DFCS" userId="a0ed988f-3bd3-448a-ab68-f6eca8eadb00" providerId="ADAL" clId="{D74FDB2A-C6F9-423C-9DA7-5C8A44CC196C}" dt="2026-08-21T22:47:18.004" v="615" actId="1076"/>
          <ac:spMkLst>
            <pc:docMk/>
            <pc:sldMk cId="0" sldId="282"/>
            <ac:spMk id="39" creationId="{FB79C9F4-D237-46B7-4CF4-D6F1045EFD4D}"/>
          </ac:spMkLst>
        </pc:spChg>
      </pc:sldChg>
    </pc:docChg>
  </pc:docChgLst>
  <pc:docChgLst>
    <pc:chgData name="Phan, Tiffany M Capt USAF USAFA AW/ESCS" userId="a0ed988f-3bd3-448a-ab68-f6eca8eadb00" providerId="ADAL" clId="{D74FDB2A-C6F9-423C-9DA7-5C8A44CC196C}"/>
    <pc:docChg chg="undo custSel modSld">
      <pc:chgData name="Phan, Tiffany M Capt USAF USAFA AW/ESCS" userId="a0ed988f-3bd3-448a-ab68-f6eca8eadb00" providerId="ADAL" clId="{D74FDB2A-C6F9-423C-9DA7-5C8A44CC196C}" dt="2026-08-25T23:11:10.606" v="151" actId="1076"/>
      <pc:docMkLst>
        <pc:docMk/>
      </pc:docMkLst>
      <pc:sldChg chg="addSp delSp modSp mod">
        <pc:chgData name="Phan, Tiffany M Capt USAF USAFA AW/ESCS" userId="a0ed988f-3bd3-448a-ab68-f6eca8eadb00" providerId="ADAL" clId="{D74FDB2A-C6F9-423C-9DA7-5C8A44CC196C}" dt="2026-08-25T23:09:38.759" v="107" actId="20577"/>
        <pc:sldMkLst>
          <pc:docMk/>
          <pc:sldMk cId="0" sldId="256"/>
        </pc:sldMkLst>
        <pc:spChg chg="mod">
          <ac:chgData name="Phan, Tiffany M Capt USAF USAFA AW/ESCS" userId="a0ed988f-3bd3-448a-ab68-f6eca8eadb00" providerId="ADAL" clId="{D74FDB2A-C6F9-423C-9DA7-5C8A44CC196C}" dt="2026-08-25T23:09:35.488" v="106" actId="20577"/>
          <ac:spMkLst>
            <pc:docMk/>
            <pc:sldMk cId="0" sldId="256"/>
            <ac:spMk id="18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5T23:09:38.759" v="107" actId="20577"/>
          <ac:spMkLst>
            <pc:docMk/>
            <pc:sldMk cId="0" sldId="256"/>
            <ac:spMk id="19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5T22:56:20.402" v="38" actId="1038"/>
          <ac:spMkLst>
            <pc:docMk/>
            <pc:sldMk cId="0" sldId="256"/>
            <ac:spMk id="30" creationId="{00000000-0000-0000-0000-000000000000}"/>
          </ac:spMkLst>
        </pc:spChg>
        <pc:spChg chg="add del mod">
          <ac:chgData name="Phan, Tiffany M Capt USAF USAFA AW/ESCS" userId="a0ed988f-3bd3-448a-ab68-f6eca8eadb00" providerId="ADAL" clId="{D74FDB2A-C6F9-423C-9DA7-5C8A44CC196C}" dt="2026-08-25T22:56:06.136" v="4"/>
          <ac:spMkLst>
            <pc:docMk/>
            <pc:sldMk cId="0" sldId="256"/>
            <ac:spMk id="34" creationId="{DE57FD5E-1B2B-9CCF-C9E7-A0A7E700626E}"/>
          </ac:spMkLst>
        </pc:spChg>
        <pc:spChg chg="mod">
          <ac:chgData name="Phan, Tiffany M Capt USAF USAFA AW/ESCS" userId="a0ed988f-3bd3-448a-ab68-f6eca8eadb00" providerId="ADAL" clId="{D74FDB2A-C6F9-423C-9DA7-5C8A44CC196C}" dt="2026-08-25T22:55:58.660" v="1" actId="1076"/>
          <ac:spMkLst>
            <pc:docMk/>
            <pc:sldMk cId="0" sldId="256"/>
            <ac:spMk id="35" creationId="{EF9BA8D7-A1FE-F002-2590-D86FE40126B4}"/>
          </ac:spMkLst>
        </pc:spChg>
      </pc:sldChg>
      <pc:sldChg chg="modSp mod">
        <pc:chgData name="Phan, Tiffany M Capt USAF USAFA AW/ESCS" userId="a0ed988f-3bd3-448a-ab68-f6eca8eadb00" providerId="ADAL" clId="{D74FDB2A-C6F9-423C-9DA7-5C8A44CC196C}" dt="2026-08-25T23:11:10.606" v="151" actId="1076"/>
        <pc:sldMkLst>
          <pc:docMk/>
          <pc:sldMk cId="0" sldId="271"/>
        </pc:sldMkLst>
        <pc:spChg chg="mod">
          <ac:chgData name="Phan, Tiffany M Capt USAF USAFA AW/ESCS" userId="a0ed988f-3bd3-448a-ab68-f6eca8eadb00" providerId="ADAL" clId="{D74FDB2A-C6F9-423C-9DA7-5C8A44CC196C}" dt="2026-08-25T23:11:10.606" v="151" actId="1076"/>
          <ac:spMkLst>
            <pc:docMk/>
            <pc:sldMk cId="0" sldId="271"/>
            <ac:spMk id="7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5T23:11:10.606" v="151" actId="1076"/>
          <ac:spMkLst>
            <pc:docMk/>
            <pc:sldMk cId="0" sldId="271"/>
            <ac:spMk id="8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5T23:11:10.606" v="151" actId="1076"/>
          <ac:spMkLst>
            <pc:docMk/>
            <pc:sldMk cId="0" sldId="271"/>
            <ac:spMk id="9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5T23:11:10.606" v="151" actId="1076"/>
          <ac:spMkLst>
            <pc:docMk/>
            <pc:sldMk cId="0" sldId="271"/>
            <ac:spMk id="10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5T23:11:10.606" v="151" actId="1076"/>
          <ac:spMkLst>
            <pc:docMk/>
            <pc:sldMk cId="0" sldId="271"/>
            <ac:spMk id="11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5T23:11:10.606" v="151" actId="1076"/>
          <ac:spMkLst>
            <pc:docMk/>
            <pc:sldMk cId="0" sldId="271"/>
            <ac:spMk id="12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5T23:11:10.606" v="151" actId="1076"/>
          <ac:spMkLst>
            <pc:docMk/>
            <pc:sldMk cId="0" sldId="271"/>
            <ac:spMk id="13" creationId="{00000000-0000-0000-0000-000000000000}"/>
          </ac:spMkLst>
        </pc:spChg>
      </pc:sldChg>
      <pc:sldChg chg="modSp mod">
        <pc:chgData name="Phan, Tiffany M Capt USAF USAFA AW/ESCS" userId="a0ed988f-3bd3-448a-ab68-f6eca8eadb00" providerId="ADAL" clId="{D74FDB2A-C6F9-423C-9DA7-5C8A44CC196C}" dt="2026-08-25T23:09:11.562" v="105" actId="1038"/>
        <pc:sldMkLst>
          <pc:docMk/>
          <pc:sldMk cId="0" sldId="279"/>
        </pc:sldMkLst>
        <pc:spChg chg="mod">
          <ac:chgData name="Phan, Tiffany M Capt USAF USAFA AW/ESCS" userId="a0ed988f-3bd3-448a-ab68-f6eca8eadb00" providerId="ADAL" clId="{D74FDB2A-C6F9-423C-9DA7-5C8A44CC196C}" dt="2026-08-25T23:09:11.562" v="105" actId="1038"/>
          <ac:spMkLst>
            <pc:docMk/>
            <pc:sldMk cId="0" sldId="279"/>
            <ac:spMk id="15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5T23:09:07.499" v="100" actId="14100"/>
          <ac:spMkLst>
            <pc:docMk/>
            <pc:sldMk cId="0" sldId="279"/>
            <ac:spMk id="19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5T23:08:32.662" v="53" actId="1037"/>
          <ac:spMkLst>
            <pc:docMk/>
            <pc:sldMk cId="0" sldId="279"/>
            <ac:spMk id="27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5T23:08:37.923" v="66" actId="1038"/>
          <ac:spMkLst>
            <pc:docMk/>
            <pc:sldMk cId="0" sldId="279"/>
            <ac:spMk id="29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5T23:08:55.040" v="87" actId="1038"/>
          <ac:spMkLst>
            <pc:docMk/>
            <pc:sldMk cId="0" sldId="279"/>
            <ac:spMk id="31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5T23:08:51.455" v="78" actId="1038"/>
          <ac:spMkLst>
            <pc:docMk/>
            <pc:sldMk cId="0" sldId="279"/>
            <ac:spMk id="33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5T23:08:45.890" v="68" actId="14100"/>
          <ac:spMkLst>
            <pc:docMk/>
            <pc:sldMk cId="0" sldId="279"/>
            <ac:spMk id="35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8-25T23:08:42.042" v="67" actId="14100"/>
          <ac:spMkLst>
            <pc:docMk/>
            <pc:sldMk cId="0" sldId="279"/>
            <ac:spMk id="3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7406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connecting this lesson to the previous search lessons. Emphasize the key modeling question: does another actor choose the response, or do outcomes occur probabilistically?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compare the assumptions behind search, minimax, and chance. Do not define algorithms yet; elicit the modeling issue.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directly to syllabus objectives. Students should be able to evaluate small trees and choose the appropriate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Ridge Route and Valley Route. Ask what we must know about the second decision point before solving.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a bridge: search is for deterministic single-agent settings; minimax for strategic opponents; expectimax for stochastic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MAX, MIN, CHANCE, and terminal utility. At this stage, do not solve the tree.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Clarify that values do not switch perspective at MIN nodes. MIN selects smaller values because those are worse for MAX.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universal procedure for both minimax and expectimax.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minimax and distinguish strategic opposition from bad luck.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Compute the small MIN backup. Make students state that 2 is worst for MAX, not that MIN has a different utility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to connect internal node backups to the root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Tree: MAX with two MIN children. Leaves left 9,4,6; right 7,5,8. Left MIN = 4; right MIN = 5; root MAX = 5; choose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Clarify what the root value is and is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the assumptions and limitation.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expectimax and contrast it explicitly with minimax.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Compute 0.7(10)+0.3(2)=7.6.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 2 uses equally likely outcomes, but students should not assume equal probability unless stated.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Tree: MAX with CHANCE nodes. Left outcomes 10 and 0 with p=.8/.2; right outcomes 6 and 5 with p=.5/.5. Left EV=8, right EV=5.5, choose left.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expected utility is not a guarantee and depends on the probability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same actions and leaves to show minimax chooses B while expectimax chooses A under the stated probabilities.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the main comparison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should classify scenarios and give one-sentence justifications.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as a quick oral diagnosis.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Pairs solve Tree A minimax and Tree B expectimax. Tree A: MAX/MIN leaves 8,3 and 6,4 =&gt; left=3, right=4, root=4, choose right. Tree B: CHANCE probabilities .6/.4 for 8/3 and .3/.7 for 6/4 =&gt; left=6.0, right=4.6, choose left.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complete the blanks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ticket answers: minimax chooses B because min A=1 and min B=5. Expectimax with equal probabilities chooses A because A average=5 and B average=5.5? Wait values A 9/1 average=5, B 6/5 average=5.5, choose B. Note both choose B in this prompt; ask what values represent.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D8A993B0-9632-255A-A4A2-BA1C5BE4F509}"/>
              </a:ext>
            </a:extLst>
          </p:cNvPr>
          <p:cNvSpPr/>
          <p:nvPr userDrawn="1"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BF20B553-6A1E-EA57-AD45-8A0E7D5D2E32}"/>
              </a:ext>
            </a:extLst>
          </p:cNvPr>
          <p:cNvSpPr/>
          <p:nvPr userDrawn="1"/>
        </p:nvSpPr>
        <p:spPr>
          <a:xfrm>
            <a:off x="0" y="164592"/>
            <a:ext cx="12191695" cy="32004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0">
            <a:extLst>
              <a:ext uri="{FF2B5EF4-FFF2-40B4-BE49-F238E27FC236}">
                <a16:creationId xmlns:a16="http://schemas.microsoft.com/office/drawing/2014/main" id="{EF9BA8D7-A1FE-F002-2590-D86FE40126B4}"/>
              </a:ext>
            </a:extLst>
          </p:cNvPr>
          <p:cNvSpPr/>
          <p:nvPr/>
        </p:nvSpPr>
        <p:spPr>
          <a:xfrm>
            <a:off x="0" y="202020"/>
            <a:ext cx="12191695" cy="6655980"/>
          </a:xfrm>
          <a:prstGeom prst="rect">
            <a:avLst/>
          </a:prstGeom>
          <a:solidFill>
            <a:srgbClr val="F4F8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731520" y="685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CompSci 471</a:t>
            </a:r>
            <a:endParaRPr lang="en-US" sz="1800" dirty="0">
              <a:solidFill>
                <a:schemeClr val="accent4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713232" y="1124712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Artificial Intelligence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49808" y="1874520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D5FA7"/>
                </a:solidFill>
                <a:latin typeface="Aptos" pitchFamily="34" charset="0"/>
              </a:rPr>
              <a:t>Lesson 8: Adversarial and Stochastic Decision-Making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251460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decisions depend not only on possible outcomes, but also on who—or what—controls them.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4251960"/>
            <a:ext cx="438912" cy="438912"/>
          </a:xfrm>
          <a:prstGeom prst="rect">
            <a:avLst/>
          </a:prstGeom>
          <a:solidFill>
            <a:srgbClr val="0B1F3A"/>
          </a:solidFill>
          <a:ln w="15240">
            <a:solidFill>
              <a:srgbClr val="0B1F3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44168" y="4480560"/>
            <a:ext cx="758952" cy="0"/>
          </a:xfrm>
          <a:prstGeom prst="line">
            <a:avLst/>
          </a:prstGeom>
          <a:noFill/>
          <a:ln w="15240">
            <a:solidFill>
              <a:srgbClr val="5B677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41448" y="4251960"/>
            <a:ext cx="438912" cy="438912"/>
          </a:xfrm>
          <a:prstGeom prst="rect">
            <a:avLst/>
          </a:prstGeom>
          <a:solidFill>
            <a:srgbClr val="C33A3A"/>
          </a:solidFill>
          <a:ln w="15240">
            <a:solidFill>
              <a:srgbClr val="C33A3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21408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2916936" y="4480560"/>
            <a:ext cx="758952" cy="0"/>
          </a:xfrm>
          <a:prstGeom prst="line">
            <a:avLst/>
          </a:prstGeom>
          <a:noFill/>
          <a:ln w="15240">
            <a:solidFill>
              <a:srgbClr val="5B677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014216" y="4251960"/>
            <a:ext cx="438912" cy="438912"/>
          </a:xfrm>
          <a:prstGeom prst="rect">
            <a:avLst/>
          </a:prstGeom>
          <a:solidFill>
            <a:srgbClr val="F4C542"/>
          </a:solidFill>
          <a:ln w="15240">
            <a:solidFill>
              <a:srgbClr val="F4C542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94176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489704" y="4480560"/>
            <a:ext cx="758952" cy="0"/>
          </a:xfrm>
          <a:prstGeom prst="line">
            <a:avLst/>
          </a:prstGeom>
          <a:noFill/>
          <a:ln w="15240">
            <a:solidFill>
              <a:srgbClr val="5B677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586984" y="4251960"/>
            <a:ext cx="438912" cy="438912"/>
          </a:xfrm>
          <a:prstGeom prst="rect">
            <a:avLst/>
          </a:prstGeom>
          <a:solidFill>
            <a:srgbClr val="3AA76D"/>
          </a:solidFill>
          <a:ln w="15240">
            <a:solidFill>
              <a:srgbClr val="3AA76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66944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9055250" y="2439296"/>
            <a:ext cx="749808" cy="475488"/>
          </a:xfrm>
          <a:prstGeom prst="rect">
            <a:avLst/>
          </a:prstGeom>
          <a:solidFill>
            <a:srgbClr val="0B1F3A"/>
          </a:solidFill>
          <a:ln w="15240">
            <a:solidFill>
              <a:srgbClr val="0B1F3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866530" y="3490856"/>
            <a:ext cx="914400" cy="475488"/>
          </a:xfrm>
          <a:prstGeom prst="rect">
            <a:avLst/>
          </a:prstGeom>
          <a:solidFill>
            <a:srgbClr val="C33A3A"/>
          </a:solidFill>
          <a:ln w="15240">
            <a:solidFill>
              <a:srgbClr val="C33A3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243970" y="3490856"/>
            <a:ext cx="914400" cy="475488"/>
          </a:xfrm>
          <a:prstGeom prst="rect">
            <a:avLst/>
          </a:prstGeom>
          <a:solidFill>
            <a:srgbClr val="C33A3A"/>
          </a:solidFill>
          <a:ln w="15240">
            <a:solidFill>
              <a:srgbClr val="C33A3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 flipH="1">
            <a:off x="8204858" y="2914784"/>
            <a:ext cx="941832" cy="576072"/>
          </a:xfrm>
          <a:prstGeom prst="line">
            <a:avLst/>
          </a:prstGeom>
          <a:noFill/>
          <a:ln w="15240">
            <a:solidFill>
              <a:srgbClr val="2B73B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713618" y="2914784"/>
            <a:ext cx="987552" cy="576072"/>
          </a:xfrm>
          <a:prstGeom prst="line">
            <a:avLst/>
          </a:prstGeom>
          <a:noFill/>
          <a:ln w="15240">
            <a:solidFill>
              <a:srgbClr val="2B73B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29370" y="4588136"/>
            <a:ext cx="475488" cy="347472"/>
          </a:xfrm>
          <a:prstGeom prst="rect">
            <a:avLst/>
          </a:prstGeom>
          <a:solidFill>
            <a:srgbClr val="FFFFFF"/>
          </a:solidFill>
          <a:ln w="15240">
            <a:solidFill>
              <a:srgbClr val="2B73B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460890" y="4588136"/>
            <a:ext cx="475488" cy="347472"/>
          </a:xfrm>
          <a:prstGeom prst="rect">
            <a:avLst/>
          </a:prstGeom>
          <a:solidFill>
            <a:srgbClr val="FFFFFF"/>
          </a:solidFill>
          <a:ln w="15240">
            <a:solidFill>
              <a:srgbClr val="2B73B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0106810" y="4588136"/>
            <a:ext cx="475488" cy="347472"/>
          </a:xfrm>
          <a:prstGeom prst="rect">
            <a:avLst/>
          </a:prstGeom>
          <a:solidFill>
            <a:srgbClr val="FFFFFF"/>
          </a:solidFill>
          <a:ln w="15240">
            <a:solidFill>
              <a:srgbClr val="2B73B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0838330" y="4588136"/>
            <a:ext cx="475488" cy="347472"/>
          </a:xfrm>
          <a:prstGeom prst="rect">
            <a:avLst/>
          </a:prstGeom>
          <a:solidFill>
            <a:srgbClr val="FFFFFF"/>
          </a:solidFill>
          <a:ln w="15240">
            <a:solidFill>
              <a:srgbClr val="2B73B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 flipH="1">
            <a:off x="7957970" y="3966344"/>
            <a:ext cx="228600" cy="612648"/>
          </a:xfrm>
          <a:prstGeom prst="line">
            <a:avLst/>
          </a:prstGeom>
          <a:noFill/>
          <a:ln w="15240">
            <a:solidFill>
              <a:srgbClr val="5B677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460890" y="3966344"/>
            <a:ext cx="228600" cy="621792"/>
          </a:xfrm>
          <a:prstGeom prst="line">
            <a:avLst/>
          </a:prstGeom>
          <a:noFill/>
          <a:ln w="15240">
            <a:solidFill>
              <a:srgbClr val="5B677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 flipH="1">
            <a:off x="10335410" y="3966344"/>
            <a:ext cx="228600" cy="612648"/>
          </a:xfrm>
          <a:prstGeom prst="line">
            <a:avLst/>
          </a:prstGeom>
          <a:noFill/>
          <a:ln w="15240">
            <a:solidFill>
              <a:srgbClr val="5B677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0838330" y="3966344"/>
            <a:ext cx="228600" cy="621792"/>
          </a:xfrm>
          <a:prstGeom prst="line">
            <a:avLst/>
          </a:prstGeom>
          <a:noFill/>
          <a:ln w="15240">
            <a:solidFill>
              <a:srgbClr val="5B677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261287" y="5182496"/>
            <a:ext cx="2011680" cy="310896"/>
          </a:xfrm>
          <a:prstGeom prst="rect">
            <a:avLst/>
          </a:prstGeom>
          <a:solidFill>
            <a:srgbClr val="FCEAEA"/>
          </a:solidFill>
          <a:ln>
            <a:solidFill>
              <a:srgbClr val="FCEAEA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MIN: strategic response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9649610" y="5182496"/>
            <a:ext cx="2331720" cy="310896"/>
          </a:xfrm>
          <a:prstGeom prst="rect">
            <a:avLst/>
          </a:prstGeom>
          <a:solidFill>
            <a:srgbClr val="FFF3C4"/>
          </a:solidFill>
          <a:ln>
            <a:solidFill>
              <a:srgbClr val="FFF3C4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CHANCE: probabilistic outcome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492240" y="57150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749808" y="623620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 2026</a:t>
            </a:r>
            <a:endParaRPr lang="en-US" sz="11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DEC22E8B-89D4-F409-EE09-4EE574F86491}"/>
              </a:ext>
            </a:extLst>
          </p:cNvPr>
          <p:cNvPicPr/>
          <p:nvPr/>
        </p:nvPicPr>
        <p:blipFill>
          <a:blip r:embed="rId3"/>
          <a:srcRect/>
          <a:stretch/>
        </p:blipFill>
        <p:spPr bwMode="auto">
          <a:xfrm>
            <a:off x="530565" y="5148923"/>
            <a:ext cx="980535" cy="981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Retrieval warm-up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Lessons 4–7 focused on representing and searching a single-agent problem.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L08: Adversarial and Stochastic Decision-Making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68680" y="1691640"/>
            <a:ext cx="105156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prior search problems, the agent chose actions and the environment followed known rules.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22960" y="2743200"/>
            <a:ext cx="3291840" cy="1005840"/>
          </a:xfrm>
          <a:prstGeom prst="rect">
            <a:avLst/>
          </a:prstGeom>
          <a:solidFill>
            <a:srgbClr val="EAF2FA"/>
          </a:solidFill>
          <a:ln w="12700">
            <a:solidFill>
              <a:srgbClr val="EAF2FA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1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changes when another intelligent actor responds?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434840" y="2743200"/>
            <a:ext cx="3291840" cy="1005840"/>
          </a:xfrm>
          <a:prstGeom prst="rect">
            <a:avLst/>
          </a:prstGeom>
          <a:solidFill>
            <a:srgbClr val="FFF3C4"/>
          </a:solidFill>
          <a:ln w="12700">
            <a:solidFill>
              <a:srgbClr val="EAF2FA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2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changes when the next outcome is random?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8046720" y="2743200"/>
            <a:ext cx="3291840" cy="1005840"/>
          </a:xfrm>
          <a:prstGeom prst="rect">
            <a:avLst/>
          </a:prstGeom>
          <a:solidFill>
            <a:srgbClr val="FCEAEA"/>
          </a:solidFill>
          <a:ln w="12700">
            <a:solidFill>
              <a:srgbClr val="EAF2FA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3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“worst possible” the same as “most likely”?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1005840" y="4800600"/>
            <a:ext cx="102412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Think-pair-share: who or what controls what happens after the agent acts?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Today’s mission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the end of Lesson 8, students should be able to…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L08: Adversarial and Stochastic Decision-Making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68680" y="1920240"/>
            <a:ext cx="502920" cy="457200"/>
          </a:xfrm>
          <a:prstGeom prst="rect">
            <a:avLst/>
          </a:prstGeom>
          <a:solidFill>
            <a:srgbClr val="F4C542"/>
          </a:solidFill>
          <a:ln w="15240">
            <a:solidFill>
              <a:srgbClr val="F4C542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572768" y="1901952"/>
            <a:ext cx="93268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minimax decision-making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868680" y="3063240"/>
            <a:ext cx="502920" cy="457200"/>
          </a:xfrm>
          <a:prstGeom prst="rect">
            <a:avLst/>
          </a:prstGeom>
          <a:solidFill>
            <a:srgbClr val="F4C542"/>
          </a:solidFill>
          <a:ln w="15240">
            <a:solidFill>
              <a:srgbClr val="F4C542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572768" y="3044952"/>
            <a:ext cx="93268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 expectimax and stochastic environments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868680" y="4206240"/>
            <a:ext cx="502920" cy="457200"/>
          </a:xfrm>
          <a:prstGeom prst="rect">
            <a:avLst/>
          </a:prstGeom>
          <a:solidFill>
            <a:srgbClr val="F4C542"/>
          </a:solidFill>
          <a:ln w="15240">
            <a:solidFill>
              <a:srgbClr val="F4C542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572768" y="4187952"/>
            <a:ext cx="93268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adversarial vs probabilistic reasoning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914400" y="5486400"/>
            <a:ext cx="101498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target: evaluate a small decision tree from the leaves upward and justify whether MIN or CHANCE fits the situation.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Running scenario: aerial resupply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aircraft chooses a delivery corridor; the environment determines the outcome.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L08: Adversarial and Stochastic Decision-Making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040674" y="2071116"/>
            <a:ext cx="3840480" cy="1609344"/>
          </a:xfrm>
          <a:prstGeom prst="rect">
            <a:avLst/>
          </a:prstGeom>
          <a:solidFill>
            <a:srgbClr val="F4F8FC"/>
          </a:solidFill>
          <a:ln w="12700">
            <a:solidFill>
              <a:srgbClr val="EAF2FA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setup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Aircraft chooses one of two corridors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utility = better outcome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possible outcomes, different model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292634" y="2071116"/>
            <a:ext cx="2468880" cy="1600200"/>
          </a:xfrm>
          <a:prstGeom prst="rect">
            <a:avLst/>
          </a:prstGeom>
          <a:solidFill>
            <a:srgbClr val="EAF2FA"/>
          </a:solidFill>
          <a:ln w="12700">
            <a:solidFill>
              <a:srgbClr val="EAF2FA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Ridge Route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 and exposed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succeed dramatically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also fail badly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538754" y="2071116"/>
            <a:ext cx="2468880" cy="1600200"/>
          </a:xfrm>
          <a:prstGeom prst="rect">
            <a:avLst/>
          </a:prstGeom>
          <a:solidFill>
            <a:srgbClr val="FFF3C4"/>
          </a:solidFill>
          <a:ln w="12700">
            <a:solidFill>
              <a:srgbClr val="EAF2FA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Valley Route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Slower and protected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Usually less extreme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 offer safer outcome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881154" y="2894076"/>
            <a:ext cx="411480" cy="0"/>
          </a:xfrm>
          <a:prstGeom prst="line">
            <a:avLst/>
          </a:prstGeom>
          <a:noFill/>
          <a:ln w="15240">
            <a:solidFill>
              <a:srgbClr val="5B677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000"/>
          </a:p>
        </p:txBody>
      </p:sp>
      <p:sp>
        <p:nvSpPr>
          <p:cNvPr id="11" name="Shape 8"/>
          <p:cNvSpPr/>
          <p:nvPr/>
        </p:nvSpPr>
        <p:spPr>
          <a:xfrm>
            <a:off x="7761514" y="2894076"/>
            <a:ext cx="777240" cy="0"/>
          </a:xfrm>
          <a:prstGeom prst="line">
            <a:avLst/>
          </a:prstGeom>
          <a:noFill/>
          <a:ln w="15240">
            <a:solidFill>
              <a:srgbClr val="5B677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000"/>
          </a:p>
        </p:txBody>
      </p:sp>
      <p:sp>
        <p:nvSpPr>
          <p:cNvPr id="12" name="Text 9"/>
          <p:cNvSpPr/>
          <p:nvPr/>
        </p:nvSpPr>
        <p:spPr>
          <a:xfrm>
            <a:off x="914400" y="4709160"/>
            <a:ext cx="102412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solving the tree, what must we know about the second decision point?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3931920" y="5513832"/>
            <a:ext cx="4297680" cy="310896"/>
          </a:xfrm>
          <a:prstGeom prst="rect">
            <a:avLst/>
          </a:prstGeom>
          <a:solidFill>
            <a:srgbClr val="EAF2FA"/>
          </a:solidFill>
          <a:ln>
            <a:solidFill>
              <a:srgbClr val="EAF2FA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Opponent response or chance outcome?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kinds of decision environments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 selection begins with the environment model.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L08: Adversarial and Stochastic Decision-Making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53934" y="2304288"/>
            <a:ext cx="3429000" cy="1404257"/>
          </a:xfrm>
          <a:prstGeom prst="rect">
            <a:avLst/>
          </a:prstGeom>
          <a:solidFill>
            <a:srgbClr val="F4F8FC"/>
          </a:solidFill>
          <a:ln w="12700">
            <a:solidFill>
              <a:srgbClr val="EAF2FA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single-agent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Known action result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Appropriate method: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/ A*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431574" y="2304288"/>
            <a:ext cx="3429000" cy="1404257"/>
          </a:xfrm>
          <a:prstGeom prst="rect">
            <a:avLst/>
          </a:prstGeom>
          <a:solidFill>
            <a:srgbClr val="FCEAEA"/>
          </a:solidFill>
          <a:ln w="12700">
            <a:solidFill>
              <a:srgbClr val="EAF2FA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Adversarial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Another decision-maker responds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Appropriate method: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Minimax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409214" y="2304288"/>
            <a:ext cx="3429000" cy="1404257"/>
          </a:xfrm>
          <a:prstGeom prst="rect">
            <a:avLst/>
          </a:prstGeom>
          <a:solidFill>
            <a:srgbClr val="FFF3C4"/>
          </a:solidFill>
          <a:ln w="12700">
            <a:solidFill>
              <a:srgbClr val="EAF2FA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Stochastic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 sampled from probabilities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Appropriate method: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Expectimax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5303520"/>
            <a:ext cx="100584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question: who or what determines the next state?</a:t>
            </a:r>
            <a:endParaRPr lang="en-US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Anatomy of a decision tree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trees make the control structure visible.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L08: Adversarial and Stochastic Decision-Making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3062149" y="1953989"/>
            <a:ext cx="822960" cy="530352"/>
          </a:xfrm>
          <a:prstGeom prst="rect">
            <a:avLst/>
          </a:prstGeom>
          <a:solidFill>
            <a:srgbClr val="0B1F3A"/>
          </a:solidFill>
          <a:ln w="15240">
            <a:solidFill>
              <a:srgbClr val="0B1F3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507669" y="3124421"/>
            <a:ext cx="987552" cy="493776"/>
          </a:xfrm>
          <a:prstGeom prst="rect">
            <a:avLst/>
          </a:prstGeom>
          <a:solidFill>
            <a:srgbClr val="C33A3A"/>
          </a:solidFill>
          <a:ln w="15240">
            <a:solidFill>
              <a:srgbClr val="C33A3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25189" y="3124421"/>
            <a:ext cx="987552" cy="493776"/>
          </a:xfrm>
          <a:prstGeom prst="rect">
            <a:avLst/>
          </a:prstGeom>
          <a:solidFill>
            <a:srgbClr val="C33A3A"/>
          </a:solidFill>
          <a:ln w="15240">
            <a:solidFill>
              <a:srgbClr val="C33A3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 flipH="1">
            <a:off x="2069756" y="2484341"/>
            <a:ext cx="1083833" cy="640080"/>
          </a:xfrm>
          <a:prstGeom prst="line">
            <a:avLst/>
          </a:prstGeom>
          <a:noFill/>
          <a:ln w="15240">
            <a:solidFill>
              <a:srgbClr val="2B73B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sz="3600"/>
          </a:p>
        </p:txBody>
      </p:sp>
      <p:sp>
        <p:nvSpPr>
          <p:cNvPr id="11" name="Shape 8"/>
          <p:cNvSpPr/>
          <p:nvPr/>
        </p:nvSpPr>
        <p:spPr>
          <a:xfrm>
            <a:off x="3793669" y="2484341"/>
            <a:ext cx="1225296" cy="640080"/>
          </a:xfrm>
          <a:prstGeom prst="line">
            <a:avLst/>
          </a:prstGeom>
          <a:noFill/>
          <a:ln w="15240">
            <a:solidFill>
              <a:srgbClr val="2B73B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sz="3600"/>
          </a:p>
        </p:txBody>
      </p:sp>
      <p:sp>
        <p:nvSpPr>
          <p:cNvPr id="12" name="Text 9"/>
          <p:cNvSpPr/>
          <p:nvPr/>
        </p:nvSpPr>
        <p:spPr>
          <a:xfrm>
            <a:off x="1187629" y="4422869"/>
            <a:ext cx="475488" cy="347472"/>
          </a:xfrm>
          <a:prstGeom prst="rect">
            <a:avLst/>
          </a:prstGeom>
          <a:solidFill>
            <a:srgbClr val="FFFFFF"/>
          </a:solidFill>
          <a:ln w="15240">
            <a:solidFill>
              <a:srgbClr val="2B73B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2129461" y="4422869"/>
            <a:ext cx="475488" cy="347472"/>
          </a:xfrm>
          <a:prstGeom prst="rect">
            <a:avLst/>
          </a:prstGeom>
          <a:solidFill>
            <a:srgbClr val="FFFFFF"/>
          </a:solidFill>
          <a:ln w="15240">
            <a:solidFill>
              <a:srgbClr val="2B73B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4205149" y="4422869"/>
            <a:ext cx="475488" cy="347472"/>
          </a:xfrm>
          <a:prstGeom prst="rect">
            <a:avLst/>
          </a:prstGeom>
          <a:solidFill>
            <a:srgbClr val="FFFFFF"/>
          </a:solidFill>
          <a:ln w="15240">
            <a:solidFill>
              <a:srgbClr val="2B73B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5325071" y="4422869"/>
            <a:ext cx="475488" cy="347472"/>
          </a:xfrm>
          <a:prstGeom prst="rect">
            <a:avLst/>
          </a:prstGeom>
          <a:solidFill>
            <a:srgbClr val="FFFFFF"/>
          </a:solidFill>
          <a:ln w="15240">
            <a:solidFill>
              <a:srgbClr val="2B73B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2400" dirty="0"/>
          </a:p>
        </p:txBody>
      </p:sp>
      <p:sp>
        <p:nvSpPr>
          <p:cNvPr id="16" name="Shape 13"/>
          <p:cNvSpPr/>
          <p:nvPr/>
        </p:nvSpPr>
        <p:spPr>
          <a:xfrm flipH="1">
            <a:off x="1429676" y="3618197"/>
            <a:ext cx="398033" cy="804672"/>
          </a:xfrm>
          <a:prstGeom prst="line">
            <a:avLst/>
          </a:prstGeom>
          <a:noFill/>
          <a:ln w="15240">
            <a:solidFill>
              <a:srgbClr val="5B677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sz="3600"/>
          </a:p>
        </p:txBody>
      </p:sp>
      <p:sp>
        <p:nvSpPr>
          <p:cNvPr id="17" name="Shape 14"/>
          <p:cNvSpPr/>
          <p:nvPr/>
        </p:nvSpPr>
        <p:spPr>
          <a:xfrm>
            <a:off x="2193469" y="3618197"/>
            <a:ext cx="173736" cy="804672"/>
          </a:xfrm>
          <a:prstGeom prst="line">
            <a:avLst/>
          </a:prstGeom>
          <a:noFill/>
          <a:ln w="15240">
            <a:solidFill>
              <a:srgbClr val="5B677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sz="3600"/>
          </a:p>
        </p:txBody>
      </p:sp>
      <p:sp>
        <p:nvSpPr>
          <p:cNvPr id="18" name="Shape 15"/>
          <p:cNvSpPr/>
          <p:nvPr/>
        </p:nvSpPr>
        <p:spPr>
          <a:xfrm flipH="1">
            <a:off x="4433749" y="3618197"/>
            <a:ext cx="411480" cy="804672"/>
          </a:xfrm>
          <a:prstGeom prst="line">
            <a:avLst/>
          </a:prstGeom>
          <a:noFill/>
          <a:ln w="15240">
            <a:solidFill>
              <a:srgbClr val="5B677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sz="3600"/>
          </a:p>
        </p:txBody>
      </p:sp>
      <p:sp>
        <p:nvSpPr>
          <p:cNvPr id="19" name="Shape 16"/>
          <p:cNvSpPr/>
          <p:nvPr/>
        </p:nvSpPr>
        <p:spPr>
          <a:xfrm>
            <a:off x="5210989" y="3618197"/>
            <a:ext cx="365760" cy="804672"/>
          </a:xfrm>
          <a:prstGeom prst="line">
            <a:avLst/>
          </a:prstGeom>
          <a:noFill/>
          <a:ln w="15240">
            <a:solidFill>
              <a:srgbClr val="5B677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sz="3600"/>
          </a:p>
        </p:txBody>
      </p:sp>
      <p:sp>
        <p:nvSpPr>
          <p:cNvPr id="20" name="Text 17"/>
          <p:cNvSpPr/>
          <p:nvPr/>
        </p:nvSpPr>
        <p:spPr>
          <a:xfrm>
            <a:off x="6720840" y="1828800"/>
            <a:ext cx="4389120" cy="685800"/>
          </a:xfrm>
          <a:prstGeom prst="rect">
            <a:avLst/>
          </a:prstGeom>
          <a:solidFill>
            <a:srgbClr val="EAF2FA"/>
          </a:solidFill>
          <a:ln w="12700">
            <a:solidFill>
              <a:srgbClr val="EAF2FA"/>
            </a:solidFill>
          </a:ln>
        </p:spPr>
        <p:txBody>
          <a:bodyPr wrap="square" lIns="1651" tIns="1651" rIns="1651" bIns="1651" rtlCol="0" anchor="t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node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agent chooses the highest-valued action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720840" y="2697480"/>
            <a:ext cx="4389120" cy="685800"/>
          </a:xfrm>
          <a:prstGeom prst="rect">
            <a:avLst/>
          </a:prstGeom>
          <a:solidFill>
            <a:srgbClr val="FCEAEA"/>
          </a:solidFill>
          <a:ln w="12700">
            <a:solidFill>
              <a:srgbClr val="EAF2FA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 node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opponent chooses what is worst for MAX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720840" y="3566160"/>
            <a:ext cx="4389120" cy="685800"/>
          </a:xfrm>
          <a:prstGeom prst="rect">
            <a:avLst/>
          </a:prstGeom>
          <a:solidFill>
            <a:srgbClr val="FFF3C4"/>
          </a:solidFill>
          <a:ln w="12700">
            <a:solidFill>
              <a:srgbClr val="EAF2FA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CHANCE node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Outcomes are combined using probabilities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720840" y="4434840"/>
            <a:ext cx="4389120" cy="685800"/>
          </a:xfrm>
          <a:prstGeom prst="rect">
            <a:avLst/>
          </a:prstGeom>
          <a:solidFill>
            <a:schemeClr val="bg1"/>
          </a:solidFill>
          <a:ln w="12700">
            <a:solidFill>
              <a:srgbClr val="EAF2FA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Terminal utility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Numerical value of a completed outcome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Utility is always from one perspective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Unless stated otherwise, every value is measured from MAX’s perspective.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L08: Adversarial and Stochastic Decision-Making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914400" y="1920240"/>
            <a:ext cx="2834640" cy="2286000"/>
          </a:xfrm>
          <a:prstGeom prst="rect">
            <a:avLst/>
          </a:prstGeom>
          <a:solidFill>
            <a:srgbClr val="EAF2FA"/>
          </a:solidFill>
          <a:ln w="12700">
            <a:solidFill>
              <a:srgbClr val="EAF2FA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utility</a:t>
            </a:r>
          </a:p>
          <a:p>
            <a:pPr marL="0" indent="0" algn="ctr">
              <a:buNone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for MAX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success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loss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payoff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663440" y="1920240"/>
            <a:ext cx="2834640" cy="2286000"/>
          </a:xfrm>
          <a:prstGeom prst="rect">
            <a:avLst/>
          </a:prstGeom>
          <a:solidFill>
            <a:srgbClr val="FCEAEA"/>
          </a:solidFill>
          <a:ln w="12700">
            <a:solidFill>
              <a:srgbClr val="EAF2FA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utility</a:t>
            </a:r>
          </a:p>
          <a:p>
            <a:pPr marL="0" indent="0" algn="ctr">
              <a:buNone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Bad for MAX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failure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loss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 payoff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412480" y="1920240"/>
            <a:ext cx="2834640" cy="2286000"/>
          </a:xfrm>
          <a:prstGeom prst="rect">
            <a:avLst/>
          </a:prstGeom>
          <a:solidFill>
            <a:srgbClr val="FFF3C4"/>
          </a:solidFill>
          <a:ln w="12700">
            <a:solidFill>
              <a:srgbClr val="EAF2FA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MIN’s role</a:t>
            </a:r>
          </a:p>
          <a:p>
            <a:pPr marL="0" indent="0" algn="ctr">
              <a:buNone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not change the scale.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Chooses the child with the lowest utility for MAX.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05840" y="5120640"/>
            <a:ext cx="100584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one perspective throughout the whole tree.</a:t>
            </a:r>
            <a:endParaRPr lang="en-US" sz="2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Evaluate from the leaves upward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 up values from terminal utilities to the root decision.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L08: Adversarial and Stochastic Decision-Making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344168" y="1828800"/>
            <a:ext cx="502920" cy="457200"/>
          </a:xfrm>
          <a:prstGeom prst="rect">
            <a:avLst/>
          </a:prstGeom>
          <a:solidFill>
            <a:srgbClr val="0B1F3A"/>
          </a:solidFill>
          <a:ln w="15240">
            <a:solidFill>
              <a:srgbClr val="0B1F3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85800" y="2395728"/>
            <a:ext cx="18288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Begin with terminal utilities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286000" y="2057400"/>
            <a:ext cx="548640" cy="0"/>
          </a:xfrm>
          <a:prstGeom prst="line">
            <a:avLst/>
          </a:prstGeom>
          <a:noFill/>
          <a:ln w="15240">
            <a:solidFill>
              <a:srgbClr val="5B677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000"/>
          </a:p>
        </p:txBody>
      </p:sp>
      <p:sp>
        <p:nvSpPr>
          <p:cNvPr id="10" name="Text 7"/>
          <p:cNvSpPr/>
          <p:nvPr/>
        </p:nvSpPr>
        <p:spPr>
          <a:xfrm>
            <a:off x="3630168" y="1828800"/>
            <a:ext cx="502920" cy="457200"/>
          </a:xfrm>
          <a:prstGeom prst="rect">
            <a:avLst/>
          </a:prstGeom>
          <a:solidFill>
            <a:srgbClr val="0B1F3A"/>
          </a:solidFill>
          <a:ln w="15240">
            <a:solidFill>
              <a:srgbClr val="0B1F3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2971800" y="2395728"/>
            <a:ext cx="18288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 the lowest internal nodes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0" y="2057400"/>
            <a:ext cx="548640" cy="0"/>
          </a:xfrm>
          <a:prstGeom prst="line">
            <a:avLst/>
          </a:prstGeom>
          <a:noFill/>
          <a:ln w="15240">
            <a:solidFill>
              <a:srgbClr val="5B677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000"/>
          </a:p>
        </p:txBody>
      </p:sp>
      <p:sp>
        <p:nvSpPr>
          <p:cNvPr id="13" name="Text 10"/>
          <p:cNvSpPr/>
          <p:nvPr/>
        </p:nvSpPr>
        <p:spPr>
          <a:xfrm>
            <a:off x="5916168" y="1828800"/>
            <a:ext cx="502920" cy="457200"/>
          </a:xfrm>
          <a:prstGeom prst="rect">
            <a:avLst/>
          </a:prstGeom>
          <a:solidFill>
            <a:srgbClr val="F4C542"/>
          </a:solidFill>
          <a:ln w="15240">
            <a:solidFill>
              <a:srgbClr val="F4C542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5257800" y="2395728"/>
            <a:ext cx="18288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each subtree with its backed-up value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858000" y="2057400"/>
            <a:ext cx="548640" cy="0"/>
          </a:xfrm>
          <a:prstGeom prst="line">
            <a:avLst/>
          </a:prstGeom>
          <a:noFill/>
          <a:ln w="15240">
            <a:solidFill>
              <a:srgbClr val="5B677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000"/>
          </a:p>
        </p:txBody>
      </p:sp>
      <p:sp>
        <p:nvSpPr>
          <p:cNvPr id="16" name="Text 13"/>
          <p:cNvSpPr/>
          <p:nvPr/>
        </p:nvSpPr>
        <p:spPr>
          <a:xfrm>
            <a:off x="8202168" y="1828800"/>
            <a:ext cx="502920" cy="457200"/>
          </a:xfrm>
          <a:prstGeom prst="rect">
            <a:avLst/>
          </a:prstGeom>
          <a:solidFill>
            <a:srgbClr val="F4C542"/>
          </a:solidFill>
          <a:ln w="15240">
            <a:solidFill>
              <a:srgbClr val="F4C542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7543800" y="2395728"/>
            <a:ext cx="18288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Continue toward the root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9144000" y="2057400"/>
            <a:ext cx="548640" cy="0"/>
          </a:xfrm>
          <a:prstGeom prst="line">
            <a:avLst/>
          </a:prstGeom>
          <a:noFill/>
          <a:ln w="15240">
            <a:solidFill>
              <a:srgbClr val="5B677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000"/>
          </a:p>
        </p:txBody>
      </p:sp>
      <p:sp>
        <p:nvSpPr>
          <p:cNvPr id="19" name="Text 16"/>
          <p:cNvSpPr/>
          <p:nvPr/>
        </p:nvSpPr>
        <p:spPr>
          <a:xfrm>
            <a:off x="10488168" y="1828800"/>
            <a:ext cx="502920" cy="457200"/>
          </a:xfrm>
          <a:prstGeom prst="rect">
            <a:avLst/>
          </a:prstGeom>
          <a:solidFill>
            <a:srgbClr val="3AA76D"/>
          </a:solidFill>
          <a:ln w="15240">
            <a:solidFill>
              <a:srgbClr val="3AA76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9829800" y="2395728"/>
            <a:ext cx="18288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best root action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5394960" y="3246120"/>
            <a:ext cx="822960" cy="530352"/>
          </a:xfrm>
          <a:prstGeom prst="rect">
            <a:avLst/>
          </a:prstGeom>
          <a:solidFill>
            <a:srgbClr val="0B1F3A"/>
          </a:solidFill>
          <a:ln w="15240">
            <a:solidFill>
              <a:srgbClr val="0B1F3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</a:t>
            </a: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3840480" y="4416552"/>
            <a:ext cx="987552" cy="493776"/>
          </a:xfrm>
          <a:prstGeom prst="rect">
            <a:avLst/>
          </a:prstGeom>
          <a:solidFill>
            <a:srgbClr val="C33A3A"/>
          </a:solidFill>
          <a:ln w="15240">
            <a:solidFill>
              <a:srgbClr val="C33A3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</a:t>
            </a: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6858000" y="4416552"/>
            <a:ext cx="987552" cy="493776"/>
          </a:xfrm>
          <a:prstGeom prst="rect">
            <a:avLst/>
          </a:prstGeom>
          <a:solidFill>
            <a:srgbClr val="C33A3A"/>
          </a:solidFill>
          <a:ln w="15240">
            <a:solidFill>
              <a:srgbClr val="C33A3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</a:t>
            </a:r>
            <a:endParaRPr lang="en-US" dirty="0"/>
          </a:p>
        </p:txBody>
      </p:sp>
      <p:sp>
        <p:nvSpPr>
          <p:cNvPr id="24" name="Shape 21"/>
          <p:cNvSpPr/>
          <p:nvPr/>
        </p:nvSpPr>
        <p:spPr>
          <a:xfrm flipH="1">
            <a:off x="4378362" y="3776472"/>
            <a:ext cx="1108038" cy="640080"/>
          </a:xfrm>
          <a:prstGeom prst="line">
            <a:avLst/>
          </a:prstGeom>
          <a:noFill/>
          <a:ln w="15240">
            <a:solidFill>
              <a:srgbClr val="2B73B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sz="2800"/>
          </a:p>
        </p:txBody>
      </p:sp>
      <p:sp>
        <p:nvSpPr>
          <p:cNvPr id="25" name="Shape 22"/>
          <p:cNvSpPr/>
          <p:nvPr/>
        </p:nvSpPr>
        <p:spPr>
          <a:xfrm>
            <a:off x="6126480" y="3776472"/>
            <a:ext cx="1225296" cy="640080"/>
          </a:xfrm>
          <a:prstGeom prst="line">
            <a:avLst/>
          </a:prstGeom>
          <a:noFill/>
          <a:ln w="15240">
            <a:solidFill>
              <a:srgbClr val="2B73B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sz="2800"/>
          </a:p>
        </p:txBody>
      </p:sp>
      <p:sp>
        <p:nvSpPr>
          <p:cNvPr id="26" name="Text 23"/>
          <p:cNvSpPr/>
          <p:nvPr/>
        </p:nvSpPr>
        <p:spPr>
          <a:xfrm>
            <a:off x="3520440" y="5715000"/>
            <a:ext cx="475488" cy="347472"/>
          </a:xfrm>
          <a:prstGeom prst="rect">
            <a:avLst/>
          </a:prstGeom>
          <a:solidFill>
            <a:srgbClr val="FFFFFF"/>
          </a:solidFill>
          <a:ln w="15240">
            <a:solidFill>
              <a:srgbClr val="2B73B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4462272" y="5715000"/>
            <a:ext cx="475488" cy="347472"/>
          </a:xfrm>
          <a:prstGeom prst="rect">
            <a:avLst/>
          </a:prstGeom>
          <a:solidFill>
            <a:srgbClr val="FFFFFF"/>
          </a:solidFill>
          <a:ln w="15240">
            <a:solidFill>
              <a:srgbClr val="2B73B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6537960" y="5715000"/>
            <a:ext cx="475488" cy="347472"/>
          </a:xfrm>
          <a:prstGeom prst="rect">
            <a:avLst/>
          </a:prstGeom>
          <a:solidFill>
            <a:srgbClr val="FFFFFF"/>
          </a:solidFill>
          <a:ln w="15240">
            <a:solidFill>
              <a:srgbClr val="2B73B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7479792" y="5715000"/>
            <a:ext cx="475488" cy="347472"/>
          </a:xfrm>
          <a:prstGeom prst="rect">
            <a:avLst/>
          </a:prstGeom>
          <a:solidFill>
            <a:srgbClr val="FFFFFF"/>
          </a:solidFill>
          <a:ln w="15240">
            <a:solidFill>
              <a:srgbClr val="2B73B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dirty="0"/>
          </a:p>
        </p:txBody>
      </p:sp>
      <p:sp>
        <p:nvSpPr>
          <p:cNvPr id="30" name="Shape 27"/>
          <p:cNvSpPr/>
          <p:nvPr/>
        </p:nvSpPr>
        <p:spPr>
          <a:xfrm flipH="1">
            <a:off x="3712464" y="4910328"/>
            <a:ext cx="448056" cy="804672"/>
          </a:xfrm>
          <a:prstGeom prst="line">
            <a:avLst/>
          </a:prstGeom>
          <a:noFill/>
          <a:ln w="15240">
            <a:solidFill>
              <a:srgbClr val="5B677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sz="2800"/>
          </a:p>
        </p:txBody>
      </p:sp>
      <p:sp>
        <p:nvSpPr>
          <p:cNvPr id="31" name="Shape 28"/>
          <p:cNvSpPr/>
          <p:nvPr/>
        </p:nvSpPr>
        <p:spPr>
          <a:xfrm>
            <a:off x="4526280" y="4910328"/>
            <a:ext cx="173736" cy="804672"/>
          </a:xfrm>
          <a:prstGeom prst="line">
            <a:avLst/>
          </a:prstGeom>
          <a:noFill/>
          <a:ln w="15240">
            <a:solidFill>
              <a:srgbClr val="5B677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sz="2800"/>
          </a:p>
        </p:txBody>
      </p:sp>
      <p:sp>
        <p:nvSpPr>
          <p:cNvPr id="32" name="Shape 29"/>
          <p:cNvSpPr/>
          <p:nvPr/>
        </p:nvSpPr>
        <p:spPr>
          <a:xfrm flipH="1">
            <a:off x="6766560" y="4910328"/>
            <a:ext cx="411480" cy="804672"/>
          </a:xfrm>
          <a:prstGeom prst="line">
            <a:avLst/>
          </a:prstGeom>
          <a:noFill/>
          <a:ln w="15240">
            <a:solidFill>
              <a:srgbClr val="5B677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sz="2800"/>
          </a:p>
        </p:txBody>
      </p:sp>
      <p:sp>
        <p:nvSpPr>
          <p:cNvPr id="33" name="Shape 30"/>
          <p:cNvSpPr/>
          <p:nvPr/>
        </p:nvSpPr>
        <p:spPr>
          <a:xfrm>
            <a:off x="7543800" y="4910328"/>
            <a:ext cx="173736" cy="804672"/>
          </a:xfrm>
          <a:prstGeom prst="line">
            <a:avLst/>
          </a:prstGeom>
          <a:noFill/>
          <a:ln w="15240">
            <a:solidFill>
              <a:srgbClr val="5B677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sz="2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Minimax models an intelligent opponent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chooses well; MIN responds to make the outcome worse for MAX.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L08: Adversarial and Stochastic Decision-Making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914400" y="2057400"/>
            <a:ext cx="4480560" cy="1828800"/>
          </a:xfrm>
          <a:prstGeom prst="rect">
            <a:avLst/>
          </a:prstGeom>
          <a:solidFill>
            <a:srgbClr val="EAF2FA"/>
          </a:solidFill>
          <a:ln w="12700">
            <a:solidFill>
              <a:srgbClr val="EAF2FA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MAX</a:t>
            </a:r>
            <a:endParaRPr lang="en-US" sz="1700" dirty="0"/>
          </a:p>
          <a:p>
            <a:pPr marL="0" indent="0" algn="ctr">
              <a:buNone/>
            </a:pPr>
            <a:endParaRPr lang="en-US" sz="1700" dirty="0">
              <a:solidFill>
                <a:srgbClr val="0E1116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r>
              <a:rPr lang="en-US" sz="17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maximum child value</a:t>
            </a:r>
            <a:endParaRPr lang="en-US" sz="1700" dirty="0"/>
          </a:p>
          <a:p>
            <a:pPr marL="0" indent="0" algn="ctr">
              <a:buNone/>
            </a:pP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V(n) = max(children)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492240" y="2057400"/>
            <a:ext cx="4480560" cy="1828800"/>
          </a:xfrm>
          <a:prstGeom prst="rect">
            <a:avLst/>
          </a:prstGeom>
          <a:solidFill>
            <a:srgbClr val="FCEAEA"/>
          </a:solidFill>
          <a:ln w="12700">
            <a:solidFill>
              <a:srgbClr val="EAF2FA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MIN</a:t>
            </a:r>
            <a:endParaRPr lang="en-US" sz="1700" dirty="0"/>
          </a:p>
          <a:p>
            <a:pPr marL="0" indent="0" algn="ctr">
              <a:buNone/>
            </a:pPr>
            <a:endParaRPr lang="en-US" sz="1700" dirty="0">
              <a:solidFill>
                <a:srgbClr val="0E1116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r>
              <a:rPr lang="en-US" sz="17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minimum child value</a:t>
            </a:r>
            <a:endParaRPr lang="en-US" sz="1700" dirty="0"/>
          </a:p>
          <a:p>
            <a:pPr marL="0" indent="0" algn="ctr">
              <a:buNone/>
            </a:pP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V(n) = min(children)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983480"/>
            <a:ext cx="102412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Minimax asks: what payoff can MAX guarantee against an optimal opponent?</a:t>
            </a:r>
            <a:endParaRPr lang="en-US" sz="2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 nodes choose the worst result for MAX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an opponent can force a lower utility, MAX should plan for it.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L08: Adversarial and Stochastic Decision-Making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394960" y="1828800"/>
            <a:ext cx="822960" cy="502920"/>
          </a:xfrm>
          <a:prstGeom prst="rect">
            <a:avLst/>
          </a:prstGeom>
          <a:solidFill>
            <a:srgbClr val="C33A3A"/>
          </a:solidFill>
          <a:ln w="15240">
            <a:solidFill>
              <a:srgbClr val="C33A3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5806440" y="2331720"/>
            <a:ext cx="0" cy="960120"/>
          </a:xfrm>
          <a:prstGeom prst="line">
            <a:avLst/>
          </a:prstGeom>
          <a:noFill/>
          <a:ln w="15240">
            <a:solidFill>
              <a:srgbClr val="5B677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sz="3600"/>
          </a:p>
        </p:txBody>
      </p:sp>
      <p:sp>
        <p:nvSpPr>
          <p:cNvPr id="9" name="Text 6"/>
          <p:cNvSpPr/>
          <p:nvPr/>
        </p:nvSpPr>
        <p:spPr>
          <a:xfrm>
            <a:off x="3840480" y="3291840"/>
            <a:ext cx="475488" cy="347472"/>
          </a:xfrm>
          <a:prstGeom prst="rect">
            <a:avLst/>
          </a:prstGeom>
          <a:solidFill>
            <a:srgbClr val="FFFFFF"/>
          </a:solidFill>
          <a:ln w="15240">
            <a:solidFill>
              <a:srgbClr val="2B73B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5806440" y="2331720"/>
            <a:ext cx="0" cy="960120"/>
          </a:xfrm>
          <a:prstGeom prst="line">
            <a:avLst/>
          </a:prstGeom>
          <a:noFill/>
          <a:ln w="15240">
            <a:solidFill>
              <a:srgbClr val="5B677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sz="3600"/>
          </a:p>
        </p:txBody>
      </p:sp>
      <p:sp>
        <p:nvSpPr>
          <p:cNvPr id="11" name="Text 8"/>
          <p:cNvSpPr/>
          <p:nvPr/>
        </p:nvSpPr>
        <p:spPr>
          <a:xfrm>
            <a:off x="5566007" y="3280007"/>
            <a:ext cx="475488" cy="347472"/>
          </a:xfrm>
          <a:prstGeom prst="rect">
            <a:avLst/>
          </a:prstGeom>
          <a:solidFill>
            <a:srgbClr val="FFFFFF"/>
          </a:solidFill>
          <a:ln w="15240">
            <a:solidFill>
              <a:srgbClr val="2B73B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5806439" y="2331720"/>
            <a:ext cx="1557165" cy="960120"/>
          </a:xfrm>
          <a:prstGeom prst="line">
            <a:avLst/>
          </a:prstGeom>
          <a:noFill/>
          <a:ln w="15240">
            <a:solidFill>
              <a:srgbClr val="5B677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sz="3600"/>
          </a:p>
        </p:txBody>
      </p:sp>
      <p:sp>
        <p:nvSpPr>
          <p:cNvPr id="13" name="Text 10"/>
          <p:cNvSpPr/>
          <p:nvPr/>
        </p:nvSpPr>
        <p:spPr>
          <a:xfrm>
            <a:off x="7187184" y="3291840"/>
            <a:ext cx="475488" cy="347472"/>
          </a:xfrm>
          <a:prstGeom prst="rect">
            <a:avLst/>
          </a:prstGeom>
          <a:solidFill>
            <a:srgbClr val="FFFFFF"/>
          </a:solidFill>
          <a:ln w="15240">
            <a:solidFill>
              <a:srgbClr val="2B73B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3192780" y="4246953"/>
            <a:ext cx="53035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min(7, 2, 5) = 2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1188720" y="5166360"/>
            <a:ext cx="98755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opponent selects the child that is least favorable to MAX.</a:t>
            </a:r>
            <a:endParaRPr lang="en-US" sz="2100" dirty="0"/>
          </a:p>
        </p:txBody>
      </p:sp>
      <p:sp>
        <p:nvSpPr>
          <p:cNvPr id="6" name="Shape 7">
            <a:extLst>
              <a:ext uri="{FF2B5EF4-FFF2-40B4-BE49-F238E27FC236}">
                <a16:creationId xmlns:a16="http://schemas.microsoft.com/office/drawing/2014/main" id="{1240BBCC-21EE-B177-038D-5EB1F6F5B299}"/>
              </a:ext>
            </a:extLst>
          </p:cNvPr>
          <p:cNvSpPr/>
          <p:nvPr/>
        </p:nvSpPr>
        <p:spPr>
          <a:xfrm flipH="1">
            <a:off x="4114800" y="2340864"/>
            <a:ext cx="1691639" cy="941832"/>
          </a:xfrm>
          <a:prstGeom prst="line">
            <a:avLst/>
          </a:prstGeom>
          <a:noFill/>
          <a:ln w="15240">
            <a:solidFill>
              <a:srgbClr val="5B677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sz="3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MAX nodes choose the best guaranteed branch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MIN nodes are evaluated, MAX chooses the higher backed-up value.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L08: Adversarial and Stochastic Decision-Making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394960" y="1737360"/>
            <a:ext cx="822960" cy="502920"/>
          </a:xfrm>
          <a:prstGeom prst="rect">
            <a:avLst/>
          </a:prstGeom>
          <a:solidFill>
            <a:srgbClr val="0B1F3A"/>
          </a:solidFill>
          <a:ln w="15240">
            <a:solidFill>
              <a:srgbClr val="0B1F3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4297680" y="3291840"/>
            <a:ext cx="475488" cy="347472"/>
          </a:xfrm>
          <a:prstGeom prst="rect">
            <a:avLst/>
          </a:prstGeom>
          <a:solidFill>
            <a:srgbClr val="FFFFFF"/>
          </a:solidFill>
          <a:ln w="15240">
            <a:solidFill>
              <a:srgbClr val="C33A3A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856925" y="3255265"/>
            <a:ext cx="475488" cy="347472"/>
          </a:xfrm>
          <a:prstGeom prst="rect">
            <a:avLst/>
          </a:prstGeom>
          <a:solidFill>
            <a:srgbClr val="FFFFFF"/>
          </a:solidFill>
          <a:ln w="15240">
            <a:solidFill>
              <a:srgbClr val="C33A3A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 flipH="1">
            <a:off x="4534348" y="2240280"/>
            <a:ext cx="1180652" cy="1051560"/>
          </a:xfrm>
          <a:prstGeom prst="line">
            <a:avLst/>
          </a:prstGeom>
          <a:noFill/>
          <a:ln w="15240">
            <a:solidFill>
              <a:srgbClr val="5B677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sz="3600"/>
          </a:p>
        </p:txBody>
      </p:sp>
      <p:sp>
        <p:nvSpPr>
          <p:cNvPr id="11" name="Shape 8"/>
          <p:cNvSpPr/>
          <p:nvPr/>
        </p:nvSpPr>
        <p:spPr>
          <a:xfrm>
            <a:off x="5897880" y="2240280"/>
            <a:ext cx="1180652" cy="1014984"/>
          </a:xfrm>
          <a:prstGeom prst="line">
            <a:avLst/>
          </a:prstGeom>
          <a:noFill/>
          <a:ln w="15240">
            <a:solidFill>
              <a:srgbClr val="5B677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sz="3600"/>
          </a:p>
        </p:txBody>
      </p:sp>
      <p:sp>
        <p:nvSpPr>
          <p:cNvPr id="12" name="Text 9"/>
          <p:cNvSpPr/>
          <p:nvPr/>
        </p:nvSpPr>
        <p:spPr>
          <a:xfrm>
            <a:off x="3058886" y="4153771"/>
            <a:ext cx="53035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max(2, 5) = 5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1188720" y="5166360"/>
            <a:ext cx="98755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chooses the action whose worst-case result is best.</a:t>
            </a:r>
            <a:endParaRPr lang="en-US" sz="2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Guided minimax trace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 each internal node, then choose at the root.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L08: Adversarial and Stochastic Decision-Making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3389812" y="2036717"/>
            <a:ext cx="822960" cy="475488"/>
          </a:xfrm>
          <a:prstGeom prst="rect">
            <a:avLst/>
          </a:prstGeom>
          <a:solidFill>
            <a:srgbClr val="0B1F3A"/>
          </a:solidFill>
          <a:ln w="15240">
            <a:solidFill>
              <a:srgbClr val="0B1F3A"/>
            </a:solidFill>
          </a:ln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1652452" y="3088277"/>
            <a:ext cx="822960" cy="475488"/>
          </a:xfrm>
          <a:prstGeom prst="rect">
            <a:avLst/>
          </a:prstGeom>
          <a:solidFill>
            <a:srgbClr val="C33A3A"/>
          </a:solidFill>
          <a:ln w="15240">
            <a:solidFill>
              <a:srgbClr val="C33A3A"/>
            </a:solidFill>
          </a:ln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5127172" y="3088277"/>
            <a:ext cx="822960" cy="475488"/>
          </a:xfrm>
          <a:prstGeom prst="rect">
            <a:avLst/>
          </a:prstGeom>
          <a:solidFill>
            <a:srgbClr val="C33A3A"/>
          </a:solidFill>
          <a:ln w="15240">
            <a:solidFill>
              <a:srgbClr val="C33A3A"/>
            </a:solidFill>
          </a:ln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 flipH="1">
            <a:off x="2082220" y="2512205"/>
            <a:ext cx="1490472" cy="576072"/>
          </a:xfrm>
          <a:prstGeom prst="line">
            <a:avLst/>
          </a:prstGeom>
          <a:noFill/>
          <a:ln w="15240">
            <a:solidFill>
              <a:srgbClr val="2B73B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sz="3600"/>
          </a:p>
        </p:txBody>
      </p:sp>
      <p:sp>
        <p:nvSpPr>
          <p:cNvPr id="11" name="Shape 8"/>
          <p:cNvSpPr/>
          <p:nvPr/>
        </p:nvSpPr>
        <p:spPr>
          <a:xfrm>
            <a:off x="4048180" y="2512205"/>
            <a:ext cx="1490472" cy="576072"/>
          </a:xfrm>
          <a:prstGeom prst="line">
            <a:avLst/>
          </a:prstGeom>
          <a:noFill/>
          <a:ln w="15240">
            <a:solidFill>
              <a:srgbClr val="2B73B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sz="3600"/>
          </a:p>
        </p:txBody>
      </p:sp>
      <p:sp>
        <p:nvSpPr>
          <p:cNvPr id="12" name="Text 9"/>
          <p:cNvSpPr/>
          <p:nvPr/>
        </p:nvSpPr>
        <p:spPr>
          <a:xfrm>
            <a:off x="1012372" y="4414157"/>
            <a:ext cx="466337" cy="475488"/>
          </a:xfrm>
          <a:prstGeom prst="rect">
            <a:avLst/>
          </a:prstGeom>
          <a:solidFill>
            <a:srgbClr val="FFFFFF"/>
          </a:solidFill>
          <a:ln w="15240">
            <a:solidFill>
              <a:srgbClr val="2B73B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1826625" y="4414157"/>
            <a:ext cx="466337" cy="475488"/>
          </a:xfrm>
          <a:prstGeom prst="rect">
            <a:avLst/>
          </a:prstGeom>
          <a:solidFill>
            <a:srgbClr val="FFFFFF"/>
          </a:solidFill>
          <a:ln w="15240">
            <a:solidFill>
              <a:srgbClr val="2B73B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2466705" y="4414157"/>
            <a:ext cx="466337" cy="475488"/>
          </a:xfrm>
          <a:prstGeom prst="rect">
            <a:avLst/>
          </a:prstGeom>
          <a:solidFill>
            <a:srgbClr val="FFFFFF"/>
          </a:solidFill>
          <a:ln w="15240">
            <a:solidFill>
              <a:srgbClr val="2B73B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4487092" y="4414157"/>
            <a:ext cx="466337" cy="475488"/>
          </a:xfrm>
          <a:prstGeom prst="rect">
            <a:avLst/>
          </a:prstGeom>
          <a:solidFill>
            <a:srgbClr val="FFFFFF"/>
          </a:solidFill>
          <a:ln w="15240">
            <a:solidFill>
              <a:srgbClr val="2B73B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5295903" y="4414157"/>
            <a:ext cx="466337" cy="475488"/>
          </a:xfrm>
          <a:prstGeom prst="rect">
            <a:avLst/>
          </a:prstGeom>
          <a:solidFill>
            <a:srgbClr val="FFFFFF"/>
          </a:solidFill>
          <a:ln w="15240">
            <a:solidFill>
              <a:srgbClr val="2B73B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6048104" y="4414157"/>
            <a:ext cx="466337" cy="475488"/>
          </a:xfrm>
          <a:prstGeom prst="rect">
            <a:avLst/>
          </a:prstGeom>
          <a:solidFill>
            <a:srgbClr val="FFFFFF"/>
          </a:solidFill>
          <a:ln w="15240">
            <a:solidFill>
              <a:srgbClr val="2B73B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3200" dirty="0"/>
          </a:p>
        </p:txBody>
      </p:sp>
      <p:sp>
        <p:nvSpPr>
          <p:cNvPr id="18" name="Shape 15"/>
          <p:cNvSpPr/>
          <p:nvPr/>
        </p:nvSpPr>
        <p:spPr>
          <a:xfrm>
            <a:off x="2063932" y="3563765"/>
            <a:ext cx="0" cy="850392"/>
          </a:xfrm>
          <a:prstGeom prst="line">
            <a:avLst/>
          </a:prstGeom>
          <a:noFill/>
          <a:ln w="15240">
            <a:solidFill>
              <a:srgbClr val="5B677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sz="3600"/>
          </a:p>
        </p:txBody>
      </p:sp>
      <p:sp>
        <p:nvSpPr>
          <p:cNvPr id="19" name="Shape 16"/>
          <p:cNvSpPr/>
          <p:nvPr/>
        </p:nvSpPr>
        <p:spPr>
          <a:xfrm>
            <a:off x="2063932" y="3563765"/>
            <a:ext cx="0" cy="850392"/>
          </a:xfrm>
          <a:prstGeom prst="line">
            <a:avLst/>
          </a:prstGeom>
          <a:noFill/>
          <a:ln w="15240">
            <a:solidFill>
              <a:srgbClr val="5B677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sz="3600"/>
          </a:p>
        </p:txBody>
      </p:sp>
      <p:sp>
        <p:nvSpPr>
          <p:cNvPr id="20" name="Shape 17"/>
          <p:cNvSpPr/>
          <p:nvPr/>
        </p:nvSpPr>
        <p:spPr>
          <a:xfrm>
            <a:off x="2063932" y="3563765"/>
            <a:ext cx="640510" cy="850392"/>
          </a:xfrm>
          <a:prstGeom prst="line">
            <a:avLst/>
          </a:prstGeom>
          <a:noFill/>
          <a:ln w="15240">
            <a:solidFill>
              <a:srgbClr val="5B677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sz="3600"/>
          </a:p>
        </p:txBody>
      </p:sp>
      <p:sp>
        <p:nvSpPr>
          <p:cNvPr id="21" name="Shape 18"/>
          <p:cNvSpPr/>
          <p:nvPr/>
        </p:nvSpPr>
        <p:spPr>
          <a:xfrm>
            <a:off x="5538652" y="3563765"/>
            <a:ext cx="0" cy="850392"/>
          </a:xfrm>
          <a:prstGeom prst="line">
            <a:avLst/>
          </a:prstGeom>
          <a:noFill/>
          <a:ln w="15240">
            <a:solidFill>
              <a:srgbClr val="5B677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sz="3600"/>
          </a:p>
        </p:txBody>
      </p:sp>
      <p:sp>
        <p:nvSpPr>
          <p:cNvPr id="22" name="Shape 19"/>
          <p:cNvSpPr/>
          <p:nvPr/>
        </p:nvSpPr>
        <p:spPr>
          <a:xfrm>
            <a:off x="5538652" y="3563765"/>
            <a:ext cx="0" cy="850392"/>
          </a:xfrm>
          <a:prstGeom prst="line">
            <a:avLst/>
          </a:prstGeom>
          <a:noFill/>
          <a:ln w="15240">
            <a:solidFill>
              <a:srgbClr val="5B677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sz="3600"/>
          </a:p>
        </p:txBody>
      </p:sp>
      <p:sp>
        <p:nvSpPr>
          <p:cNvPr id="23" name="Shape 20"/>
          <p:cNvSpPr/>
          <p:nvPr/>
        </p:nvSpPr>
        <p:spPr>
          <a:xfrm>
            <a:off x="5538651" y="3563765"/>
            <a:ext cx="654227" cy="831566"/>
          </a:xfrm>
          <a:prstGeom prst="line">
            <a:avLst/>
          </a:prstGeom>
          <a:noFill/>
          <a:ln w="15240">
            <a:solidFill>
              <a:srgbClr val="5B677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sz="3600"/>
          </a:p>
        </p:txBody>
      </p:sp>
      <p:sp>
        <p:nvSpPr>
          <p:cNvPr id="24" name="Text 21"/>
          <p:cNvSpPr/>
          <p:nvPr/>
        </p:nvSpPr>
        <p:spPr>
          <a:xfrm>
            <a:off x="7559046" y="2410097"/>
            <a:ext cx="3657600" cy="1920240"/>
          </a:xfrm>
          <a:prstGeom prst="rect">
            <a:avLst/>
          </a:prstGeom>
          <a:solidFill>
            <a:srgbClr val="F4F8FC"/>
          </a:solidFill>
          <a:ln w="12700">
            <a:solidFill>
              <a:srgbClr val="EAF2FA"/>
            </a:solidFill>
          </a:ln>
        </p:spPr>
        <p:txBody>
          <a:bodyPr wrap="square" lIns="1651" tIns="1651" rIns="1651" bIns="1651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Calculate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Left MIN = min(9,4,6) = ?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Right MIN = min(7,5,8) = ?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Root MAX = max(left,right) = ?</a:t>
            </a:r>
            <a:endParaRPr lang="en-US" sz="2000" dirty="0"/>
          </a:p>
        </p:txBody>
      </p:sp>
      <p:sp>
        <p:nvSpPr>
          <p:cNvPr id="6" name="Shape 16">
            <a:extLst>
              <a:ext uri="{FF2B5EF4-FFF2-40B4-BE49-F238E27FC236}">
                <a16:creationId xmlns:a16="http://schemas.microsoft.com/office/drawing/2014/main" id="{C1F8EBEB-EB7D-E215-031F-862447C9B97B}"/>
              </a:ext>
            </a:extLst>
          </p:cNvPr>
          <p:cNvSpPr/>
          <p:nvPr/>
        </p:nvSpPr>
        <p:spPr>
          <a:xfrm flipH="1">
            <a:off x="1240972" y="3563765"/>
            <a:ext cx="822960" cy="850392"/>
          </a:xfrm>
          <a:prstGeom prst="line">
            <a:avLst/>
          </a:prstGeom>
          <a:noFill/>
          <a:ln w="15240">
            <a:solidFill>
              <a:srgbClr val="5B677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sz="3600"/>
          </a:p>
        </p:txBody>
      </p:sp>
      <p:sp>
        <p:nvSpPr>
          <p:cNvPr id="26" name="Shape 16">
            <a:extLst>
              <a:ext uri="{FF2B5EF4-FFF2-40B4-BE49-F238E27FC236}">
                <a16:creationId xmlns:a16="http://schemas.microsoft.com/office/drawing/2014/main" id="{316E2CEE-6A6E-2923-7842-2BCF61A839CE}"/>
              </a:ext>
            </a:extLst>
          </p:cNvPr>
          <p:cNvSpPr/>
          <p:nvPr/>
        </p:nvSpPr>
        <p:spPr>
          <a:xfrm flipH="1">
            <a:off x="4724836" y="3582591"/>
            <a:ext cx="822960" cy="812740"/>
          </a:xfrm>
          <a:prstGeom prst="line">
            <a:avLst/>
          </a:prstGeom>
          <a:noFill/>
          <a:ln w="15240">
            <a:solidFill>
              <a:srgbClr val="5B677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sz="3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does the minimax root value mean?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root value is the payoff MAX can guarantee against an optimal opponent.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L08: Adversarial and Stochastic Decision-Making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68680" y="2409444"/>
            <a:ext cx="3017520" cy="1325880"/>
          </a:xfrm>
          <a:prstGeom prst="rect">
            <a:avLst/>
          </a:prstGeom>
          <a:solidFill>
            <a:srgbClr val="EAF2FA"/>
          </a:solidFill>
          <a:ln w="12700">
            <a:solidFill>
              <a:srgbClr val="EAF2FA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is…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guaranteed payoff under the modeled tree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0" y="2409444"/>
            <a:ext cx="3017520" cy="1325880"/>
          </a:xfrm>
          <a:prstGeom prst="rect">
            <a:avLst/>
          </a:prstGeom>
          <a:solidFill>
            <a:srgbClr val="FCEAEA"/>
          </a:solidFill>
          <a:ln w="12700">
            <a:solidFill>
              <a:srgbClr val="EAF2FA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is not…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average leaf value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highest leaf anywhere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most likely result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75320" y="2409444"/>
            <a:ext cx="3017520" cy="1325880"/>
          </a:xfrm>
          <a:prstGeom prst="rect">
            <a:avLst/>
          </a:prstGeom>
          <a:solidFill>
            <a:srgbClr val="FFF3C4"/>
          </a:solidFill>
          <a:ln w="12700">
            <a:solidFill>
              <a:srgbClr val="EAF2FA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assumes…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 is modeled as rational, adversarial, and able to choose the response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4800600"/>
            <a:ext cx="102412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Minimax prepares for the best of the worst-case outcomes.</a:t>
            </a:r>
            <a:endParaRPr lang="en-US" sz="2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Minimax assumptions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Minimax is useful when poor outcomes are selected strategically.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L08: Adversarial and Stochastic Decision-Making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68680" y="1828800"/>
            <a:ext cx="4754880" cy="2103120"/>
          </a:xfrm>
          <a:prstGeom prst="rect">
            <a:avLst/>
          </a:prstGeom>
          <a:solidFill>
            <a:srgbClr val="FCEAEA"/>
          </a:solidFill>
          <a:ln w="12700">
            <a:solidFill>
              <a:srgbClr val="EAF2FA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Appropriate when</a:t>
            </a:r>
            <a:endParaRPr lang="en-US" sz="1600" dirty="0"/>
          </a:p>
          <a:p>
            <a:pPr marL="0" indent="0">
              <a:buNone/>
            </a:pPr>
            <a:endParaRPr lang="en-US" sz="1600" dirty="0">
              <a:solidFill>
                <a:srgbClr val="0E1116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Another actor has conflicting objectives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actor can respond to MAX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Utilities represent MAX preferences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46520" y="1828800"/>
            <a:ext cx="4754880" cy="2103120"/>
          </a:xfrm>
          <a:prstGeom prst="rect">
            <a:avLst/>
          </a:prstGeom>
          <a:solidFill>
            <a:srgbClr val="F4F8FC"/>
          </a:solidFill>
          <a:ln w="12700">
            <a:solidFill>
              <a:srgbClr val="EAF2FA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Limitation</a:t>
            </a:r>
            <a:endParaRPr lang="en-US" sz="1600" dirty="0"/>
          </a:p>
          <a:p>
            <a:pPr marL="0" indent="0">
              <a:buNone/>
            </a:pPr>
            <a:endParaRPr lang="en-US" sz="1600" dirty="0">
              <a:solidFill>
                <a:srgbClr val="0E1116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Minimax can be too conservative when bad outcomes are possible but not deliberately selected.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4937760"/>
            <a:ext cx="102412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the environment is not hostile, MIN may be the wrong model.</a:t>
            </a:r>
            <a:endParaRPr lang="en-US" sz="2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Expectimax models chance, not hostility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CHANCE nodes represent probabilistic outcomes rather than an opponent.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L08: Adversarial and Stochastic Decision-Making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914400" y="2057400"/>
            <a:ext cx="4480560" cy="1828800"/>
          </a:xfrm>
          <a:prstGeom prst="rect">
            <a:avLst/>
          </a:prstGeom>
          <a:solidFill>
            <a:srgbClr val="EAF2FA"/>
          </a:solidFill>
          <a:ln w="12700">
            <a:solidFill>
              <a:srgbClr val="EAF2FA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MAX</a:t>
            </a:r>
            <a:endParaRPr lang="en-US" sz="1700" dirty="0"/>
          </a:p>
          <a:p>
            <a:pPr marL="0" indent="0">
              <a:buNone/>
            </a:pPr>
            <a:endParaRPr lang="en-US" sz="1700" dirty="0">
              <a:solidFill>
                <a:srgbClr val="0E1116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>
              <a:buNone/>
            </a:pPr>
            <a:r>
              <a:rPr lang="en-US" sz="17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maximum child value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V(n) = max(children)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492240" y="2057400"/>
            <a:ext cx="4480560" cy="1828800"/>
          </a:xfrm>
          <a:prstGeom prst="rect">
            <a:avLst/>
          </a:prstGeom>
          <a:solidFill>
            <a:srgbClr val="FFF3C4"/>
          </a:solidFill>
          <a:ln w="12700">
            <a:solidFill>
              <a:srgbClr val="EAF2FA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CHANCE</a:t>
            </a:r>
            <a:endParaRPr lang="en-US" sz="1700" dirty="0"/>
          </a:p>
          <a:p>
            <a:pPr marL="0" indent="0">
              <a:buNone/>
            </a:pPr>
            <a:endParaRPr lang="en-US" sz="1700" dirty="0">
              <a:solidFill>
                <a:srgbClr val="0E1116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>
              <a:buNone/>
            </a:pPr>
            <a:r>
              <a:rPr lang="en-US" sz="17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 probability-weighted value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V(n) = Σ pᵢ V(i)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983480"/>
            <a:ext cx="102412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Expectimax asks: which action has the best expected utility?</a:t>
            </a:r>
            <a:endParaRPr lang="en-US" sz="2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CHANCE nodes compute expected utility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value is probability-weighted, not a guarantee.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L08: Adversarial and Stochastic Decision-Making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593080" y="1920240"/>
            <a:ext cx="1005840" cy="502920"/>
          </a:xfrm>
          <a:prstGeom prst="rect">
            <a:avLst/>
          </a:prstGeom>
          <a:solidFill>
            <a:srgbClr val="F4C542"/>
          </a:solidFill>
          <a:ln w="15240">
            <a:solidFill>
              <a:srgbClr val="F4C542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CHANCE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450080" y="3520440"/>
            <a:ext cx="475488" cy="347472"/>
          </a:xfrm>
          <a:prstGeom prst="rect">
            <a:avLst/>
          </a:prstGeom>
          <a:solidFill>
            <a:srgbClr val="FFFFFF"/>
          </a:solidFill>
          <a:ln w="15240">
            <a:solidFill>
              <a:srgbClr val="2B73B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7318683" y="3520440"/>
            <a:ext cx="475488" cy="347472"/>
          </a:xfrm>
          <a:prstGeom prst="rect">
            <a:avLst/>
          </a:prstGeom>
          <a:solidFill>
            <a:srgbClr val="FFFFFF"/>
          </a:solidFill>
          <a:ln w="15240">
            <a:solidFill>
              <a:srgbClr val="2B73B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 flipH="1">
            <a:off x="4721711" y="2423160"/>
            <a:ext cx="1237129" cy="1097280"/>
          </a:xfrm>
          <a:prstGeom prst="line">
            <a:avLst/>
          </a:prstGeom>
          <a:noFill/>
          <a:ln w="15240">
            <a:solidFill>
              <a:srgbClr val="5B677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278880" y="2423160"/>
            <a:ext cx="1237128" cy="1097280"/>
          </a:xfrm>
          <a:prstGeom prst="line">
            <a:avLst/>
          </a:prstGeom>
          <a:noFill/>
          <a:ln w="15240">
            <a:solidFill>
              <a:srgbClr val="5B677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358640" y="2971800"/>
            <a:ext cx="77724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= 0.7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7405551" y="2971800"/>
            <a:ext cx="77724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= 0.3</a:t>
            </a: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2423160" y="4434840"/>
            <a:ext cx="73152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0.7(10) + 0.3(2) = 7.6</a:t>
            </a:r>
            <a:endParaRPr lang="en-US" sz="2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Equal probabilities are a special case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an average only when outcomes are equally likely.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L08: Adversarial and Stochastic Decision-Making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704088" y="2107692"/>
            <a:ext cx="3291840" cy="1463040"/>
          </a:xfrm>
          <a:prstGeom prst="rect">
            <a:avLst/>
          </a:prstGeom>
          <a:solidFill>
            <a:srgbClr val="FFF3C4"/>
          </a:solidFill>
          <a:ln w="12700">
            <a:solidFill>
              <a:srgbClr val="EAF2FA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equal outcomes</a:t>
            </a:r>
            <a:endParaRPr lang="en-US" sz="1800" dirty="0"/>
          </a:p>
          <a:p>
            <a:pPr marL="0" indent="0" algn="ctr">
              <a:buNone/>
            </a:pPr>
            <a:endParaRPr lang="en-US" sz="1800" dirty="0">
              <a:solidFill>
                <a:srgbClr val="0E1116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r>
              <a:rPr lang="en-US" sz="18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 = (u₁ + u₂) / 2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407408" y="2107692"/>
            <a:ext cx="3291840" cy="1463040"/>
          </a:xfrm>
          <a:prstGeom prst="rect">
            <a:avLst/>
          </a:prstGeom>
          <a:solidFill>
            <a:srgbClr val="FCEAEA"/>
          </a:solidFill>
          <a:ln w="12700">
            <a:solidFill>
              <a:srgbClr val="EAF2FA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assume</a:t>
            </a:r>
            <a:endParaRPr lang="en-US" dirty="0"/>
          </a:p>
          <a:p>
            <a:pPr marL="0" indent="0" algn="ctr">
              <a:buNone/>
            </a:pPr>
            <a:endParaRPr lang="en-US" sz="1600" dirty="0">
              <a:solidFill>
                <a:srgbClr val="0E1116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Probabilities must be provided or modeled. They should sum to 1.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110728" y="2107692"/>
            <a:ext cx="3291840" cy="1463040"/>
          </a:xfrm>
          <a:prstGeom prst="rect">
            <a:avLst/>
          </a:prstGeom>
          <a:solidFill>
            <a:srgbClr val="EAF2FA"/>
          </a:solidFill>
          <a:ln w="12700">
            <a:solidFill>
              <a:srgbClr val="EAF2FA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dirty="0"/>
          </a:p>
          <a:p>
            <a:pPr marL="0" indent="0" algn="ctr">
              <a:buNone/>
            </a:pPr>
            <a:endParaRPr lang="en-US" sz="1600" dirty="0">
              <a:solidFill>
                <a:srgbClr val="0E1116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value summarizes the probability-weighted utility.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4937760"/>
            <a:ext cx="102412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Average-case reasoning is not worst-case reasoning.</a:t>
            </a:r>
            <a:endParaRPr lang="en-US" sz="2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Guided expectimax trace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 CHANCE nodes with probabilities, then choose at MAX.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L08: Adversarial and Stochastic Decision-Making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3108960" y="1828800"/>
            <a:ext cx="822960" cy="530352"/>
          </a:xfrm>
          <a:prstGeom prst="rect">
            <a:avLst/>
          </a:prstGeom>
          <a:solidFill>
            <a:srgbClr val="0B1F3A"/>
          </a:solidFill>
          <a:ln w="15240">
            <a:solidFill>
              <a:srgbClr val="0B1F3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554480" y="2999232"/>
            <a:ext cx="987552" cy="493776"/>
          </a:xfrm>
          <a:prstGeom prst="rect">
            <a:avLst/>
          </a:prstGeom>
          <a:solidFill>
            <a:srgbClr val="F4C542"/>
          </a:solidFill>
          <a:ln w="15240">
            <a:solidFill>
              <a:srgbClr val="F4C542"/>
            </a:solidFill>
          </a:ln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CHANCE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572000" y="2999232"/>
            <a:ext cx="987552" cy="493776"/>
          </a:xfrm>
          <a:prstGeom prst="rect">
            <a:avLst/>
          </a:prstGeom>
          <a:solidFill>
            <a:srgbClr val="F4C542"/>
          </a:solidFill>
          <a:ln w="15240">
            <a:solidFill>
              <a:srgbClr val="F4C542"/>
            </a:solidFill>
          </a:ln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CHANCE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 flipH="1">
            <a:off x="2113878" y="2359152"/>
            <a:ext cx="1086522" cy="640080"/>
          </a:xfrm>
          <a:prstGeom prst="line">
            <a:avLst/>
          </a:prstGeom>
          <a:noFill/>
          <a:ln w="15240">
            <a:solidFill>
              <a:srgbClr val="2B73B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sz="2800"/>
          </a:p>
        </p:txBody>
      </p:sp>
      <p:sp>
        <p:nvSpPr>
          <p:cNvPr id="11" name="Shape 8"/>
          <p:cNvSpPr/>
          <p:nvPr/>
        </p:nvSpPr>
        <p:spPr>
          <a:xfrm>
            <a:off x="3840480" y="2359152"/>
            <a:ext cx="1225296" cy="640080"/>
          </a:xfrm>
          <a:prstGeom prst="line">
            <a:avLst/>
          </a:prstGeom>
          <a:noFill/>
          <a:ln w="15240">
            <a:solidFill>
              <a:srgbClr val="2B73B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sz="2800"/>
          </a:p>
        </p:txBody>
      </p:sp>
      <p:sp>
        <p:nvSpPr>
          <p:cNvPr id="12" name="Text 9"/>
          <p:cNvSpPr/>
          <p:nvPr/>
        </p:nvSpPr>
        <p:spPr>
          <a:xfrm>
            <a:off x="1234440" y="4297680"/>
            <a:ext cx="711708" cy="493776"/>
          </a:xfrm>
          <a:prstGeom prst="rect">
            <a:avLst/>
          </a:prstGeom>
          <a:solidFill>
            <a:srgbClr val="FFFFFF"/>
          </a:solidFill>
          <a:ln w="15240">
            <a:solidFill>
              <a:srgbClr val="2B73B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2176272" y="4297680"/>
            <a:ext cx="711708" cy="493776"/>
          </a:xfrm>
          <a:prstGeom prst="rect">
            <a:avLst/>
          </a:prstGeom>
          <a:solidFill>
            <a:srgbClr val="FFFFFF"/>
          </a:solidFill>
          <a:ln w="15240">
            <a:solidFill>
              <a:srgbClr val="2B73B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4251960" y="4297680"/>
            <a:ext cx="711708" cy="493776"/>
          </a:xfrm>
          <a:prstGeom prst="rect">
            <a:avLst/>
          </a:prstGeom>
          <a:solidFill>
            <a:srgbClr val="FFFFFF"/>
          </a:solidFill>
          <a:ln w="15240">
            <a:solidFill>
              <a:srgbClr val="2B73B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5376566" y="4297680"/>
            <a:ext cx="711708" cy="493776"/>
          </a:xfrm>
          <a:prstGeom prst="rect">
            <a:avLst/>
          </a:prstGeom>
          <a:solidFill>
            <a:srgbClr val="FFFFFF"/>
          </a:solidFill>
          <a:ln w="15240">
            <a:solidFill>
              <a:srgbClr val="2B73B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1547950" y="3913632"/>
            <a:ext cx="3657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.8</a:t>
            </a: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2462350" y="3913632"/>
            <a:ext cx="3657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.2</a:t>
            </a: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565470" y="3913632"/>
            <a:ext cx="3657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.5</a:t>
            </a: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5479870" y="3913632"/>
            <a:ext cx="3657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.5</a:t>
            </a:r>
            <a:endParaRPr lang="en-US" dirty="0"/>
          </a:p>
        </p:txBody>
      </p:sp>
      <p:sp>
        <p:nvSpPr>
          <p:cNvPr id="20" name="Shape 17"/>
          <p:cNvSpPr/>
          <p:nvPr/>
        </p:nvSpPr>
        <p:spPr>
          <a:xfrm flipH="1">
            <a:off x="1389888" y="3493008"/>
            <a:ext cx="484632" cy="804672"/>
          </a:xfrm>
          <a:prstGeom prst="line">
            <a:avLst/>
          </a:prstGeom>
          <a:noFill/>
          <a:ln w="15240">
            <a:solidFill>
              <a:srgbClr val="5B677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sz="2800"/>
          </a:p>
        </p:txBody>
      </p:sp>
      <p:sp>
        <p:nvSpPr>
          <p:cNvPr id="21" name="Shape 18"/>
          <p:cNvSpPr/>
          <p:nvPr/>
        </p:nvSpPr>
        <p:spPr>
          <a:xfrm>
            <a:off x="2240280" y="3493008"/>
            <a:ext cx="365760" cy="804672"/>
          </a:xfrm>
          <a:prstGeom prst="line">
            <a:avLst/>
          </a:prstGeom>
          <a:noFill/>
          <a:ln w="15240">
            <a:solidFill>
              <a:srgbClr val="5B677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sz="2800"/>
          </a:p>
        </p:txBody>
      </p:sp>
      <p:sp>
        <p:nvSpPr>
          <p:cNvPr id="22" name="Shape 19"/>
          <p:cNvSpPr/>
          <p:nvPr/>
        </p:nvSpPr>
        <p:spPr>
          <a:xfrm flipH="1">
            <a:off x="4389120" y="3493008"/>
            <a:ext cx="502920" cy="804672"/>
          </a:xfrm>
          <a:prstGeom prst="line">
            <a:avLst/>
          </a:prstGeom>
          <a:noFill/>
          <a:ln w="15240">
            <a:solidFill>
              <a:srgbClr val="5B677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sz="2800"/>
          </a:p>
        </p:txBody>
      </p:sp>
      <p:sp>
        <p:nvSpPr>
          <p:cNvPr id="23" name="Shape 20"/>
          <p:cNvSpPr/>
          <p:nvPr/>
        </p:nvSpPr>
        <p:spPr>
          <a:xfrm>
            <a:off x="5257800" y="3493008"/>
            <a:ext cx="404950" cy="804672"/>
          </a:xfrm>
          <a:prstGeom prst="line">
            <a:avLst/>
          </a:prstGeom>
          <a:noFill/>
          <a:ln w="15240">
            <a:solidFill>
              <a:srgbClr val="5B677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sz="2800"/>
          </a:p>
        </p:txBody>
      </p:sp>
      <p:sp>
        <p:nvSpPr>
          <p:cNvPr id="24" name="Text 21"/>
          <p:cNvSpPr/>
          <p:nvPr/>
        </p:nvSpPr>
        <p:spPr>
          <a:xfrm>
            <a:off x="6949440" y="1874520"/>
            <a:ext cx="4206240" cy="2148840"/>
          </a:xfrm>
          <a:prstGeom prst="rect">
            <a:avLst/>
          </a:prstGeom>
          <a:solidFill>
            <a:srgbClr val="F4F8FC"/>
          </a:solidFill>
          <a:ln w="12700">
            <a:solidFill>
              <a:srgbClr val="EAF2FA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Calculate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Left EV = .8(10) + .2(0) = ?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Right EV = .5(6) + .5(5) = ?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Root MAX = max(left,right) = ?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does an expectimax root value mean?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root value is the highest expected utility under the modeled probabilities.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L08: Adversarial and Stochastic Decision-Making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68680" y="1874520"/>
            <a:ext cx="3108960" cy="1280160"/>
          </a:xfrm>
          <a:prstGeom prst="rect">
            <a:avLst/>
          </a:prstGeom>
          <a:solidFill>
            <a:srgbClr val="FFF3C4"/>
          </a:solidFill>
          <a:ln w="12700">
            <a:solidFill>
              <a:srgbClr val="EAF2FA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is…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probability-weighted value under the model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572000" y="1874520"/>
            <a:ext cx="3108960" cy="1280160"/>
          </a:xfrm>
          <a:prstGeom prst="rect">
            <a:avLst/>
          </a:prstGeom>
          <a:solidFill>
            <a:srgbClr val="FCEAEA"/>
          </a:solidFill>
          <a:ln w="12700">
            <a:solidFill>
              <a:srgbClr val="EAF2FA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is not…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worst-case guarantee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best possible result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promise the value will occur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8275320" y="1874520"/>
            <a:ext cx="3108960" cy="1280160"/>
          </a:xfrm>
          <a:prstGeom prst="rect">
            <a:avLst/>
          </a:prstGeom>
          <a:solidFill>
            <a:srgbClr val="EAF2FA"/>
          </a:solidFill>
          <a:ln w="12700">
            <a:solidFill>
              <a:srgbClr val="EAF2FA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depends on…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correctness of the outcome probabilities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914400" y="4800600"/>
            <a:ext cx="102412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Expectimax chooses what performs best on average under the probability model.</a:t>
            </a:r>
            <a:endParaRPr lang="en-US" sz="2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Same leaves, different assumption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tree structure can look the same while the rational decision changes.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L08: Adversarial and Stochastic Decision-Making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3200400" y="1719072"/>
            <a:ext cx="2560320" cy="822960"/>
          </a:xfrm>
          <a:prstGeom prst="rect">
            <a:avLst/>
          </a:prstGeom>
          <a:solidFill>
            <a:srgbClr val="EAF2FA"/>
          </a:solidFill>
          <a:ln w="12700">
            <a:solidFill>
              <a:srgbClr val="EAF2FA"/>
            </a:solidFill>
          </a:ln>
        </p:spPr>
        <p:txBody>
          <a:bodyPr wrap="square" lIns="1651" tIns="1651" rIns="1651" bIns="1651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A outcomes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and 0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943600" y="1719072"/>
            <a:ext cx="2560320" cy="822960"/>
          </a:xfrm>
          <a:prstGeom prst="rect">
            <a:avLst/>
          </a:prstGeom>
          <a:solidFill>
            <a:srgbClr val="EAF2FA"/>
          </a:solidFill>
          <a:ln w="12700">
            <a:solidFill>
              <a:srgbClr val="EAF2FA"/>
            </a:solidFill>
          </a:ln>
        </p:spPr>
        <p:txBody>
          <a:bodyPr wrap="square" lIns="1651" tIns="1651" rIns="1651" bIns="1651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B outcomes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and 5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14400" y="3063240"/>
            <a:ext cx="4480560" cy="1600200"/>
          </a:xfrm>
          <a:prstGeom prst="rect">
            <a:avLst/>
          </a:prstGeom>
          <a:solidFill>
            <a:srgbClr val="FCEAEA"/>
          </a:solidFill>
          <a:ln w="12700">
            <a:solidFill>
              <a:srgbClr val="EAF2FA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Minimax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→ min(10,0) = 0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→ min(6,5) = 5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B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400800" y="3063240"/>
            <a:ext cx="4480560" cy="1600200"/>
          </a:xfrm>
          <a:prstGeom prst="rect">
            <a:avLst/>
          </a:prstGeom>
          <a:solidFill>
            <a:srgbClr val="FFF3C4"/>
          </a:solidFill>
          <a:ln w="12700">
            <a:solidFill>
              <a:srgbClr val="EAF2FA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Expectimax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→ .8(10)+.2(0) = 8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→ .5(6)+.5(5) = 5.5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A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914400" y="5349240"/>
            <a:ext cx="102412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environmental assumption changed—and so did the rational decision.</a:t>
            </a:r>
            <a:endParaRPr lang="en-US" sz="2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Minimax versus expectimax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second-level node tells us what kind of reasoning is being used.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L08: Adversarial and Stochastic Decision-Making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731520" y="1737360"/>
            <a:ext cx="3017520" cy="310896"/>
          </a:xfrm>
          <a:prstGeom prst="rect">
            <a:avLst/>
          </a:prstGeom>
          <a:solidFill>
            <a:srgbClr val="0B1F3A"/>
          </a:solidFill>
          <a:ln>
            <a:solidFill>
              <a:srgbClr val="0B1F3A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3977640" y="1737360"/>
            <a:ext cx="3474720" cy="310896"/>
          </a:xfrm>
          <a:prstGeom prst="rect">
            <a:avLst/>
          </a:prstGeom>
          <a:solidFill>
            <a:srgbClr val="C33A3A"/>
          </a:solidFill>
          <a:ln>
            <a:solidFill>
              <a:srgbClr val="C33A3A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Minimax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680960" y="1737360"/>
            <a:ext cx="3840480" cy="310896"/>
          </a:xfrm>
          <a:prstGeom prst="rect">
            <a:avLst/>
          </a:prstGeom>
          <a:solidFill>
            <a:srgbClr val="F4C542"/>
          </a:solidFill>
          <a:ln>
            <a:solidFill>
              <a:srgbClr val="F4C542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Expectimax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31520" y="2432304"/>
            <a:ext cx="3017520" cy="411480"/>
          </a:xfrm>
          <a:prstGeom prst="rect">
            <a:avLst/>
          </a:prstGeom>
          <a:solidFill>
            <a:srgbClr val="F4F8F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Second-level node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3977640" y="2432304"/>
            <a:ext cx="3474720" cy="411480"/>
          </a:xfrm>
          <a:prstGeom prst="rect">
            <a:avLst/>
          </a:prstGeom>
          <a:solidFill>
            <a:srgbClr val="FCEAEA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680960" y="2432304"/>
            <a:ext cx="3840480" cy="411480"/>
          </a:xfrm>
          <a:prstGeom prst="rect">
            <a:avLst/>
          </a:prstGeom>
          <a:solidFill>
            <a:srgbClr val="FFF3C4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CHANCE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731520" y="3008376"/>
            <a:ext cx="3017520" cy="411480"/>
          </a:xfrm>
          <a:prstGeom prst="rect">
            <a:avLst/>
          </a:prstGeom>
          <a:solidFill>
            <a:srgbClr val="F4F8F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Environment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3977640" y="3008376"/>
            <a:ext cx="3474720" cy="411480"/>
          </a:xfrm>
          <a:prstGeom prst="rect">
            <a:avLst/>
          </a:prstGeom>
          <a:solidFill>
            <a:srgbClr val="FCEAEA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 opponent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7680960" y="3008376"/>
            <a:ext cx="3840480" cy="411480"/>
          </a:xfrm>
          <a:prstGeom prst="rect">
            <a:avLst/>
          </a:prstGeom>
          <a:solidFill>
            <a:srgbClr val="FFF3C4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Stochastic process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731520" y="3584448"/>
            <a:ext cx="3017520" cy="411480"/>
          </a:xfrm>
          <a:prstGeom prst="rect">
            <a:avLst/>
          </a:prstGeom>
          <a:solidFill>
            <a:srgbClr val="F4F8F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Backup operation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3977640" y="3584448"/>
            <a:ext cx="3474720" cy="411480"/>
          </a:xfrm>
          <a:prstGeom prst="rect">
            <a:avLst/>
          </a:prstGeom>
          <a:solidFill>
            <a:srgbClr val="FCEAEA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Minimum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7680960" y="3584448"/>
            <a:ext cx="3840480" cy="411480"/>
          </a:xfrm>
          <a:prstGeom prst="rect">
            <a:avLst/>
          </a:prstGeom>
          <a:solidFill>
            <a:srgbClr val="FFF3C4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value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731520" y="4160520"/>
            <a:ext cx="3017520" cy="411480"/>
          </a:xfrm>
          <a:prstGeom prst="rect">
            <a:avLst/>
          </a:prstGeom>
          <a:solidFill>
            <a:srgbClr val="F4F8F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Root meaning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3977640" y="4160520"/>
            <a:ext cx="3474720" cy="411480"/>
          </a:xfrm>
          <a:prstGeom prst="rect">
            <a:avLst/>
          </a:prstGeom>
          <a:solidFill>
            <a:srgbClr val="FCEAEA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guaranteed payoff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7680960" y="4160520"/>
            <a:ext cx="3840480" cy="411480"/>
          </a:xfrm>
          <a:prstGeom prst="rect">
            <a:avLst/>
          </a:prstGeom>
          <a:solidFill>
            <a:srgbClr val="FFF3C4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expected payoff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731520" y="4736592"/>
            <a:ext cx="3017520" cy="411480"/>
          </a:xfrm>
          <a:prstGeom prst="rect">
            <a:avLst/>
          </a:prstGeom>
          <a:solidFill>
            <a:srgbClr val="F4F8F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risk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3977640" y="4736592"/>
            <a:ext cx="3474720" cy="411480"/>
          </a:xfrm>
          <a:prstGeom prst="rect">
            <a:avLst/>
          </a:prstGeom>
          <a:solidFill>
            <a:srgbClr val="FCEAEA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 conservative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7680960" y="4736592"/>
            <a:ext cx="3840480" cy="411480"/>
          </a:xfrm>
          <a:prstGeom prst="rect">
            <a:avLst/>
          </a:prstGeom>
          <a:solidFill>
            <a:srgbClr val="FFF3C4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Bad probabilities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Choose the model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 who or what controls the next outcome.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L08: Adversarial and Stochastic Decision-Making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68680" y="1627632"/>
            <a:ext cx="6583680" cy="438912"/>
          </a:xfrm>
          <a:prstGeom prst="rect">
            <a:avLst/>
          </a:prstGeom>
          <a:solidFill>
            <a:srgbClr val="F4F8F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Opposing commander selects a countermeasure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863840" y="1627632"/>
            <a:ext cx="2560320" cy="310896"/>
          </a:xfrm>
          <a:prstGeom prst="rect">
            <a:avLst/>
          </a:prstGeom>
          <a:solidFill>
            <a:srgbClr val="FCEAEA"/>
          </a:solidFill>
          <a:ln>
            <a:solidFill>
              <a:srgbClr val="FCEAEA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Minimax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868680" y="2386584"/>
            <a:ext cx="6583680" cy="438912"/>
          </a:xfrm>
          <a:prstGeom prst="rect">
            <a:avLst/>
          </a:prstGeom>
          <a:solidFill>
            <a:srgbClr val="F4F8F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Weather produces outcomes with known probabilities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7863840" y="2386584"/>
            <a:ext cx="2560320" cy="310896"/>
          </a:xfrm>
          <a:prstGeom prst="rect">
            <a:avLst/>
          </a:prstGeom>
          <a:solidFill>
            <a:srgbClr val="FFF3C4"/>
          </a:solidFill>
          <a:ln>
            <a:solidFill>
              <a:srgbClr val="FFF3C4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Expectimax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868680" y="3145536"/>
            <a:ext cx="6583680" cy="438912"/>
          </a:xfrm>
          <a:prstGeom prst="rect">
            <a:avLst/>
          </a:prstGeom>
          <a:solidFill>
            <a:srgbClr val="F4F8F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Robot follows a fixed map with known transitions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863840" y="3145536"/>
            <a:ext cx="2560320" cy="310896"/>
          </a:xfrm>
          <a:prstGeom prst="rect">
            <a:avLst/>
          </a:prstGeom>
          <a:solidFill>
            <a:srgbClr val="EAF2FA"/>
          </a:solidFill>
          <a:ln>
            <a:solidFill>
              <a:srgbClr val="EAF2FA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/ A*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868680" y="3904488"/>
            <a:ext cx="6583680" cy="438912"/>
          </a:xfrm>
          <a:prstGeom prst="rect">
            <a:avLst/>
          </a:prstGeom>
          <a:solidFill>
            <a:srgbClr val="F4F8F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Cyber attacker adapts to the defender’s action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7863840" y="3904488"/>
            <a:ext cx="2560320" cy="310896"/>
          </a:xfrm>
          <a:prstGeom prst="rect">
            <a:avLst/>
          </a:prstGeom>
          <a:solidFill>
            <a:srgbClr val="FCEAEA"/>
          </a:solidFill>
          <a:ln>
            <a:solidFill>
              <a:srgbClr val="FCEAEA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Minimax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868680" y="4663440"/>
            <a:ext cx="6583680" cy="438912"/>
          </a:xfrm>
          <a:prstGeom prst="rect">
            <a:avLst/>
          </a:prstGeom>
          <a:solidFill>
            <a:srgbClr val="F4F8F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Equipment failure follows estimated rates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7863840" y="4663440"/>
            <a:ext cx="2560320" cy="310896"/>
          </a:xfrm>
          <a:prstGeom prst="rect">
            <a:avLst/>
          </a:prstGeom>
          <a:solidFill>
            <a:srgbClr val="FFF3C4"/>
          </a:solidFill>
          <a:ln>
            <a:solidFill>
              <a:srgbClr val="FFF3C4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Expectimax</a:t>
            </a: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914400" y="5806440"/>
            <a:ext cx="102412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Justification matters: strategic opponent, random outcome, or fixed transition?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2" grpId="0" animBg="1"/>
      <p:bldP spid="14" grpId="0" animBg="1"/>
      <p:bldP spid="1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Common mistakes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 the reasoning error, not just the final answer.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L08: Adversarial and Stochastic Decision-Making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68680" y="1600200"/>
            <a:ext cx="4663440" cy="548640"/>
          </a:xfrm>
          <a:prstGeom prst="rect">
            <a:avLst/>
          </a:prstGeom>
          <a:solidFill>
            <a:srgbClr val="FCEAEA"/>
          </a:solidFill>
          <a:ln w="12700">
            <a:solidFill>
              <a:srgbClr val="EAF2FA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Mistake 1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chooses the largest leaf anywhere.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89320" y="1600200"/>
            <a:ext cx="4663440" cy="548640"/>
          </a:xfrm>
          <a:prstGeom prst="rect">
            <a:avLst/>
          </a:prstGeom>
          <a:solidFill>
            <a:srgbClr val="EAF2FA"/>
          </a:solidFill>
          <a:ln w="12700">
            <a:solidFill>
              <a:srgbClr val="EAF2FA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Correction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 internal nodes first.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2386584"/>
            <a:ext cx="4663440" cy="548640"/>
          </a:xfrm>
          <a:prstGeom prst="rect">
            <a:avLst/>
          </a:prstGeom>
          <a:solidFill>
            <a:srgbClr val="FCEAEA"/>
          </a:solidFill>
          <a:ln w="12700">
            <a:solidFill>
              <a:srgbClr val="EAF2FA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Mistake 2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 represents bad luck.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989320" y="2386584"/>
            <a:ext cx="4663440" cy="548640"/>
          </a:xfrm>
          <a:prstGeom prst="rect">
            <a:avLst/>
          </a:prstGeom>
          <a:solidFill>
            <a:srgbClr val="EAF2FA"/>
          </a:solidFill>
          <a:ln w="12700">
            <a:solidFill>
              <a:srgbClr val="EAF2FA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Correction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 represents an adversarial actor.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68680" y="3172968"/>
            <a:ext cx="4663440" cy="548640"/>
          </a:xfrm>
          <a:prstGeom prst="rect">
            <a:avLst/>
          </a:prstGeom>
          <a:solidFill>
            <a:srgbClr val="FCEAEA"/>
          </a:solidFill>
          <a:ln w="12700">
            <a:solidFill>
              <a:srgbClr val="EAF2FA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Mistake 3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CHANCE chooses the worst outcome.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989320" y="3172968"/>
            <a:ext cx="4663440" cy="548640"/>
          </a:xfrm>
          <a:prstGeom prst="rect">
            <a:avLst/>
          </a:prstGeom>
          <a:solidFill>
            <a:srgbClr val="EAF2FA"/>
          </a:solidFill>
          <a:ln w="12700">
            <a:solidFill>
              <a:srgbClr val="EAF2FA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Correction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CHANCE computes expected value.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68680" y="3959352"/>
            <a:ext cx="4663440" cy="548640"/>
          </a:xfrm>
          <a:prstGeom prst="rect">
            <a:avLst/>
          </a:prstGeom>
          <a:solidFill>
            <a:srgbClr val="FCEAEA"/>
          </a:solidFill>
          <a:ln w="12700">
            <a:solidFill>
              <a:srgbClr val="EAF2FA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Mistake 4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value is guaranteed to occur.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989320" y="3959352"/>
            <a:ext cx="4663440" cy="548640"/>
          </a:xfrm>
          <a:prstGeom prst="rect">
            <a:avLst/>
          </a:prstGeom>
          <a:solidFill>
            <a:srgbClr val="EAF2FA"/>
          </a:solidFill>
          <a:ln w="12700">
            <a:solidFill>
              <a:srgbClr val="EAF2FA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Correction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value summarizes probabilities.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68680" y="4745736"/>
            <a:ext cx="4663440" cy="548640"/>
          </a:xfrm>
          <a:prstGeom prst="rect">
            <a:avLst/>
          </a:prstGeom>
          <a:solidFill>
            <a:srgbClr val="FCEAEA"/>
          </a:solidFill>
          <a:ln w="12700">
            <a:solidFill>
              <a:srgbClr val="EAF2FA"/>
            </a:solidFill>
          </a:ln>
        </p:spPr>
        <p:txBody>
          <a:bodyPr wrap="square" lIns="1651" tIns="1651" rIns="1651" bIns="1651" rtlCol="0" anchor="t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Mistake 5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Utilities switch perspective at MIN nodes.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989320" y="4745736"/>
            <a:ext cx="4663440" cy="548640"/>
          </a:xfrm>
          <a:prstGeom prst="rect">
            <a:avLst/>
          </a:prstGeom>
          <a:solidFill>
            <a:srgbClr val="EAF2FA"/>
          </a:solidFill>
          <a:ln w="12700">
            <a:solidFill>
              <a:srgbClr val="EAF2FA"/>
            </a:solidFill>
          </a:ln>
        </p:spPr>
        <p:txBody>
          <a:bodyPr wrap="square" lIns="1651" tIns="1651" rIns="1651" bIns="1651" rtlCol="0" anchor="t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Correction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values remain from MAX’s perspective.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4" grpId="0" animBg="1"/>
      <p:bldP spid="1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Pair decision-tree sprint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 two compact trees and explain the model assumption.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L08: Adversarial and Stochastic Decision-Making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2926080" y="1828800"/>
            <a:ext cx="822960" cy="530352"/>
          </a:xfrm>
          <a:prstGeom prst="rect">
            <a:avLst/>
          </a:prstGeom>
          <a:solidFill>
            <a:srgbClr val="0B1F3A"/>
          </a:solidFill>
          <a:ln w="15240">
            <a:solidFill>
              <a:srgbClr val="0B1F3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371600" y="2999232"/>
            <a:ext cx="987552" cy="493776"/>
          </a:xfrm>
          <a:prstGeom prst="rect">
            <a:avLst/>
          </a:prstGeom>
          <a:solidFill>
            <a:srgbClr val="C33A3A"/>
          </a:solidFill>
          <a:ln w="15240">
            <a:solidFill>
              <a:srgbClr val="C33A3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389120" y="2999232"/>
            <a:ext cx="987552" cy="493776"/>
          </a:xfrm>
          <a:prstGeom prst="rect">
            <a:avLst/>
          </a:prstGeom>
          <a:solidFill>
            <a:srgbClr val="C33A3A"/>
          </a:solidFill>
          <a:ln w="15240">
            <a:solidFill>
              <a:srgbClr val="C33A3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 flipH="1">
            <a:off x="1792224" y="2359152"/>
            <a:ext cx="1225296" cy="640080"/>
          </a:xfrm>
          <a:prstGeom prst="line">
            <a:avLst/>
          </a:prstGeom>
          <a:noFill/>
          <a:ln w="15240">
            <a:solidFill>
              <a:srgbClr val="2B73B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sz="2800"/>
          </a:p>
        </p:txBody>
      </p:sp>
      <p:sp>
        <p:nvSpPr>
          <p:cNvPr id="11" name="Shape 8"/>
          <p:cNvSpPr/>
          <p:nvPr/>
        </p:nvSpPr>
        <p:spPr>
          <a:xfrm>
            <a:off x="3657600" y="2359152"/>
            <a:ext cx="1225296" cy="640080"/>
          </a:xfrm>
          <a:prstGeom prst="line">
            <a:avLst/>
          </a:prstGeom>
          <a:noFill/>
          <a:ln w="15240">
            <a:solidFill>
              <a:srgbClr val="2B73B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sz="2800"/>
          </a:p>
        </p:txBody>
      </p:sp>
      <p:sp>
        <p:nvSpPr>
          <p:cNvPr id="12" name="Text 9"/>
          <p:cNvSpPr/>
          <p:nvPr/>
        </p:nvSpPr>
        <p:spPr>
          <a:xfrm>
            <a:off x="948143" y="4297680"/>
            <a:ext cx="630936" cy="438912"/>
          </a:xfrm>
          <a:prstGeom prst="rect">
            <a:avLst/>
          </a:prstGeom>
          <a:solidFill>
            <a:srgbClr val="FFFFFF"/>
          </a:solidFill>
          <a:ln w="15240">
            <a:solidFill>
              <a:srgbClr val="2B73B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1889975" y="4297680"/>
            <a:ext cx="630936" cy="438912"/>
          </a:xfrm>
          <a:prstGeom prst="rect">
            <a:avLst/>
          </a:prstGeom>
          <a:solidFill>
            <a:srgbClr val="FFFFFF"/>
          </a:solidFill>
          <a:ln w="15240">
            <a:solidFill>
              <a:srgbClr val="2B73B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3965663" y="4297680"/>
            <a:ext cx="630936" cy="438912"/>
          </a:xfrm>
          <a:prstGeom prst="rect">
            <a:avLst/>
          </a:prstGeom>
          <a:solidFill>
            <a:srgbClr val="FFFFFF"/>
          </a:solidFill>
          <a:ln w="15240">
            <a:solidFill>
              <a:srgbClr val="2B73B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5070784" y="4297680"/>
            <a:ext cx="630936" cy="438912"/>
          </a:xfrm>
          <a:prstGeom prst="rect">
            <a:avLst/>
          </a:prstGeom>
          <a:solidFill>
            <a:srgbClr val="FFFFFF"/>
          </a:solidFill>
          <a:ln w="15240">
            <a:solidFill>
              <a:srgbClr val="2B73B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2800" dirty="0"/>
          </a:p>
        </p:txBody>
      </p:sp>
      <p:sp>
        <p:nvSpPr>
          <p:cNvPr id="16" name="Shape 13"/>
          <p:cNvSpPr/>
          <p:nvPr/>
        </p:nvSpPr>
        <p:spPr>
          <a:xfrm flipH="1">
            <a:off x="1243584" y="3493008"/>
            <a:ext cx="448056" cy="804672"/>
          </a:xfrm>
          <a:prstGeom prst="line">
            <a:avLst/>
          </a:prstGeom>
          <a:noFill/>
          <a:ln w="15240">
            <a:solidFill>
              <a:srgbClr val="5B677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sz="2800"/>
          </a:p>
        </p:txBody>
      </p:sp>
      <p:sp>
        <p:nvSpPr>
          <p:cNvPr id="17" name="Shape 14"/>
          <p:cNvSpPr/>
          <p:nvPr/>
        </p:nvSpPr>
        <p:spPr>
          <a:xfrm>
            <a:off x="2057400" y="3493008"/>
            <a:ext cx="173736" cy="804672"/>
          </a:xfrm>
          <a:prstGeom prst="line">
            <a:avLst/>
          </a:prstGeom>
          <a:noFill/>
          <a:ln w="15240">
            <a:solidFill>
              <a:srgbClr val="5B677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sz="2800"/>
          </a:p>
        </p:txBody>
      </p:sp>
      <p:sp>
        <p:nvSpPr>
          <p:cNvPr id="18" name="Shape 15"/>
          <p:cNvSpPr/>
          <p:nvPr/>
        </p:nvSpPr>
        <p:spPr>
          <a:xfrm flipH="1">
            <a:off x="4297680" y="3493008"/>
            <a:ext cx="411480" cy="804672"/>
          </a:xfrm>
          <a:prstGeom prst="line">
            <a:avLst/>
          </a:prstGeom>
          <a:noFill/>
          <a:ln w="15240">
            <a:solidFill>
              <a:srgbClr val="5B677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sz="2800"/>
          </a:p>
        </p:txBody>
      </p:sp>
      <p:sp>
        <p:nvSpPr>
          <p:cNvPr id="19" name="Shape 16"/>
          <p:cNvSpPr/>
          <p:nvPr/>
        </p:nvSpPr>
        <p:spPr>
          <a:xfrm>
            <a:off x="5074919" y="3493008"/>
            <a:ext cx="411479" cy="813816"/>
          </a:xfrm>
          <a:prstGeom prst="line">
            <a:avLst/>
          </a:prstGeom>
          <a:noFill/>
          <a:ln w="15240">
            <a:solidFill>
              <a:srgbClr val="5B677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sz="2800"/>
          </a:p>
        </p:txBody>
      </p:sp>
      <p:sp>
        <p:nvSpPr>
          <p:cNvPr id="20" name="Text 17"/>
          <p:cNvSpPr/>
          <p:nvPr/>
        </p:nvSpPr>
        <p:spPr>
          <a:xfrm>
            <a:off x="1783080" y="1353312"/>
            <a:ext cx="23774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Tree A: minimax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138160" y="1828800"/>
            <a:ext cx="822960" cy="530352"/>
          </a:xfrm>
          <a:prstGeom prst="rect">
            <a:avLst/>
          </a:prstGeom>
          <a:solidFill>
            <a:srgbClr val="0B1F3A"/>
          </a:solidFill>
          <a:ln w="15240">
            <a:solidFill>
              <a:srgbClr val="0B1F3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</a:t>
            </a: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6583680" y="2999232"/>
            <a:ext cx="987552" cy="493776"/>
          </a:xfrm>
          <a:prstGeom prst="rect">
            <a:avLst/>
          </a:prstGeom>
          <a:solidFill>
            <a:srgbClr val="F4C542"/>
          </a:solidFill>
          <a:ln w="15240">
            <a:solidFill>
              <a:srgbClr val="F4C542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CHANCE</a:t>
            </a: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9601200" y="2999232"/>
            <a:ext cx="987552" cy="493776"/>
          </a:xfrm>
          <a:prstGeom prst="rect">
            <a:avLst/>
          </a:prstGeom>
          <a:solidFill>
            <a:srgbClr val="F4C542"/>
          </a:solidFill>
          <a:ln w="15240">
            <a:solidFill>
              <a:srgbClr val="F4C542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CHANCE</a:t>
            </a:r>
            <a:endParaRPr lang="en-US" dirty="0"/>
          </a:p>
        </p:txBody>
      </p:sp>
      <p:sp>
        <p:nvSpPr>
          <p:cNvPr id="24" name="Shape 21"/>
          <p:cNvSpPr/>
          <p:nvPr/>
        </p:nvSpPr>
        <p:spPr>
          <a:xfrm flipH="1">
            <a:off x="7137699" y="2359152"/>
            <a:ext cx="1091901" cy="640080"/>
          </a:xfrm>
          <a:prstGeom prst="line">
            <a:avLst/>
          </a:prstGeom>
          <a:noFill/>
          <a:ln w="15240">
            <a:solidFill>
              <a:srgbClr val="2B73B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sz="2800"/>
          </a:p>
        </p:txBody>
      </p:sp>
      <p:sp>
        <p:nvSpPr>
          <p:cNvPr id="25" name="Shape 22"/>
          <p:cNvSpPr/>
          <p:nvPr/>
        </p:nvSpPr>
        <p:spPr>
          <a:xfrm>
            <a:off x="8869680" y="2359152"/>
            <a:ext cx="1225296" cy="640080"/>
          </a:xfrm>
          <a:prstGeom prst="line">
            <a:avLst/>
          </a:prstGeom>
          <a:noFill/>
          <a:ln w="15240">
            <a:solidFill>
              <a:srgbClr val="2B73B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sz="2800"/>
          </a:p>
        </p:txBody>
      </p:sp>
      <p:sp>
        <p:nvSpPr>
          <p:cNvPr id="26" name="Text 23"/>
          <p:cNvSpPr/>
          <p:nvPr/>
        </p:nvSpPr>
        <p:spPr>
          <a:xfrm>
            <a:off x="6160223" y="4297680"/>
            <a:ext cx="630936" cy="438912"/>
          </a:xfrm>
          <a:prstGeom prst="rect">
            <a:avLst/>
          </a:prstGeom>
          <a:solidFill>
            <a:srgbClr val="FFFFFF"/>
          </a:solidFill>
          <a:ln w="15240">
            <a:solidFill>
              <a:srgbClr val="2B73B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2800" dirty="0"/>
          </a:p>
        </p:txBody>
      </p:sp>
      <p:sp>
        <p:nvSpPr>
          <p:cNvPr id="27" name="Text 24"/>
          <p:cNvSpPr/>
          <p:nvPr/>
        </p:nvSpPr>
        <p:spPr>
          <a:xfrm>
            <a:off x="7259899" y="4297680"/>
            <a:ext cx="630936" cy="438912"/>
          </a:xfrm>
          <a:prstGeom prst="rect">
            <a:avLst/>
          </a:prstGeom>
          <a:solidFill>
            <a:srgbClr val="FFFFFF"/>
          </a:solidFill>
          <a:ln w="15240">
            <a:solidFill>
              <a:srgbClr val="2B73B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800" dirty="0"/>
          </a:p>
        </p:txBody>
      </p:sp>
      <p:sp>
        <p:nvSpPr>
          <p:cNvPr id="28" name="Text 25"/>
          <p:cNvSpPr/>
          <p:nvPr/>
        </p:nvSpPr>
        <p:spPr>
          <a:xfrm>
            <a:off x="9177743" y="4297680"/>
            <a:ext cx="630936" cy="438912"/>
          </a:xfrm>
          <a:prstGeom prst="rect">
            <a:avLst/>
          </a:prstGeom>
          <a:solidFill>
            <a:srgbClr val="FFFFFF"/>
          </a:solidFill>
          <a:ln w="15240">
            <a:solidFill>
              <a:srgbClr val="2B73B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2800" dirty="0"/>
          </a:p>
        </p:txBody>
      </p:sp>
      <p:sp>
        <p:nvSpPr>
          <p:cNvPr id="29" name="Text 26"/>
          <p:cNvSpPr/>
          <p:nvPr/>
        </p:nvSpPr>
        <p:spPr>
          <a:xfrm>
            <a:off x="10266534" y="4297680"/>
            <a:ext cx="630936" cy="438912"/>
          </a:xfrm>
          <a:prstGeom prst="rect">
            <a:avLst/>
          </a:prstGeom>
          <a:solidFill>
            <a:srgbClr val="FFFFFF"/>
          </a:solidFill>
          <a:ln w="15240">
            <a:solidFill>
              <a:srgbClr val="2B73B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2800" dirty="0"/>
          </a:p>
        </p:txBody>
      </p:sp>
      <p:sp>
        <p:nvSpPr>
          <p:cNvPr id="30" name="Text 27"/>
          <p:cNvSpPr/>
          <p:nvPr/>
        </p:nvSpPr>
        <p:spPr>
          <a:xfrm>
            <a:off x="6544493" y="3880978"/>
            <a:ext cx="3657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.6</a:t>
            </a: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7545981" y="3880978"/>
            <a:ext cx="3657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.4</a:t>
            </a: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9562013" y="3880978"/>
            <a:ext cx="3657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.3</a:t>
            </a: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10579830" y="3880978"/>
            <a:ext cx="3657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.7</a:t>
            </a:r>
            <a:endParaRPr lang="en-US" dirty="0"/>
          </a:p>
        </p:txBody>
      </p:sp>
      <p:sp>
        <p:nvSpPr>
          <p:cNvPr id="34" name="Shape 31"/>
          <p:cNvSpPr/>
          <p:nvPr/>
        </p:nvSpPr>
        <p:spPr>
          <a:xfrm flipH="1">
            <a:off x="6345936" y="3493008"/>
            <a:ext cx="557784" cy="813816"/>
          </a:xfrm>
          <a:prstGeom prst="line">
            <a:avLst/>
          </a:prstGeom>
          <a:noFill/>
          <a:ln w="15240">
            <a:solidFill>
              <a:srgbClr val="5B677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sz="2800"/>
          </a:p>
        </p:txBody>
      </p:sp>
      <p:sp>
        <p:nvSpPr>
          <p:cNvPr id="35" name="Shape 32"/>
          <p:cNvSpPr/>
          <p:nvPr/>
        </p:nvSpPr>
        <p:spPr>
          <a:xfrm>
            <a:off x="7269479" y="3493008"/>
            <a:ext cx="372293" cy="804672"/>
          </a:xfrm>
          <a:prstGeom prst="line">
            <a:avLst/>
          </a:prstGeom>
          <a:noFill/>
          <a:ln w="15240">
            <a:solidFill>
              <a:srgbClr val="5B677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sz="2800"/>
          </a:p>
        </p:txBody>
      </p:sp>
      <p:sp>
        <p:nvSpPr>
          <p:cNvPr id="36" name="Shape 33"/>
          <p:cNvSpPr/>
          <p:nvPr/>
        </p:nvSpPr>
        <p:spPr>
          <a:xfrm flipH="1">
            <a:off x="9372600" y="3493008"/>
            <a:ext cx="548640" cy="813816"/>
          </a:xfrm>
          <a:prstGeom prst="line">
            <a:avLst/>
          </a:prstGeom>
          <a:noFill/>
          <a:ln w="15240">
            <a:solidFill>
              <a:srgbClr val="5B677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sz="2800"/>
          </a:p>
        </p:txBody>
      </p:sp>
      <p:sp>
        <p:nvSpPr>
          <p:cNvPr id="37" name="Shape 34"/>
          <p:cNvSpPr/>
          <p:nvPr/>
        </p:nvSpPr>
        <p:spPr>
          <a:xfrm>
            <a:off x="10286999" y="3493008"/>
            <a:ext cx="413657" cy="804672"/>
          </a:xfrm>
          <a:prstGeom prst="line">
            <a:avLst/>
          </a:prstGeom>
          <a:noFill/>
          <a:ln w="15240">
            <a:solidFill>
              <a:srgbClr val="5B677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sz="2800"/>
          </a:p>
        </p:txBody>
      </p:sp>
      <p:sp>
        <p:nvSpPr>
          <p:cNvPr id="38" name="Text 35"/>
          <p:cNvSpPr/>
          <p:nvPr/>
        </p:nvSpPr>
        <p:spPr>
          <a:xfrm>
            <a:off x="6995160" y="1353312"/>
            <a:ext cx="2651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Tree B: expectimax</a:t>
            </a:r>
            <a:endParaRPr lang="en-US" sz="1500" dirty="0"/>
          </a:p>
        </p:txBody>
      </p:sp>
      <p:sp>
        <p:nvSpPr>
          <p:cNvPr id="39" name="Text 36"/>
          <p:cNvSpPr/>
          <p:nvPr/>
        </p:nvSpPr>
        <p:spPr>
          <a:xfrm>
            <a:off x="914400" y="5623560"/>
            <a:ext cx="103327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Tasks: evaluate from leaves upward, identify MAX’s action, and state what assumption makes each model appropriate.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Synthesis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Decision-tree reasoning depends on the node type.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L08: Adversarial and Stochastic Decision-Making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914400" y="1828800"/>
            <a:ext cx="3291840" cy="1280160"/>
          </a:xfrm>
          <a:prstGeom prst="rect">
            <a:avLst/>
          </a:prstGeom>
          <a:solidFill>
            <a:srgbClr val="EAF2FA"/>
          </a:solidFill>
          <a:ln w="12700">
            <a:solidFill>
              <a:srgbClr val="EAF2FA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node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__________ value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434840" y="1828800"/>
            <a:ext cx="3291840" cy="1280160"/>
          </a:xfrm>
          <a:prstGeom prst="rect">
            <a:avLst/>
          </a:prstGeom>
          <a:solidFill>
            <a:srgbClr val="FCEAEA"/>
          </a:solidFill>
          <a:ln w="12700">
            <a:solidFill>
              <a:srgbClr val="EAF2FA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 node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__________ value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955280" y="1828800"/>
            <a:ext cx="3291840" cy="1280160"/>
          </a:xfrm>
          <a:prstGeom prst="rect">
            <a:avLst/>
          </a:prstGeom>
          <a:solidFill>
            <a:srgbClr val="FFF3C4"/>
          </a:solidFill>
          <a:ln w="12700">
            <a:solidFill>
              <a:srgbClr val="EAF2FA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CHANCE node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 the __________ value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14400" y="4297680"/>
            <a:ext cx="102412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single question determines whether a second-level node should be MIN or CHANCE?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1920240" y="5212080"/>
            <a:ext cx="8321040" cy="310896"/>
          </a:xfrm>
          <a:prstGeom prst="rect">
            <a:avLst/>
          </a:prstGeom>
          <a:solidFill>
            <a:srgbClr val="F4F8FC"/>
          </a:solidFill>
          <a:ln>
            <a:solidFill>
              <a:srgbClr val="F4F8FC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the outcome selected strategically by an opponent, or generated probabilistically?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Exit Ticket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minimax and expectimax to the same possible outcomes.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L08: Adversarial and Stochastic Decision-Making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68680" y="1737360"/>
            <a:ext cx="3291840" cy="1143000"/>
          </a:xfrm>
          <a:prstGeom prst="rect">
            <a:avLst/>
          </a:prstGeom>
          <a:solidFill>
            <a:srgbClr val="F4F8FC"/>
          </a:solidFill>
          <a:ln w="12700">
            <a:solidFill>
              <a:srgbClr val="EAF2FA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A: 9 and 1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B: 6 and 5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074826" y="1691640"/>
            <a:ext cx="1218653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Answer: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089073" y="2073511"/>
            <a:ext cx="6843208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Under minimax, which action does MAX choose?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089073" y="2603863"/>
            <a:ext cx="6843208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If both outcomes are equally likely, which action does expectimax choose?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089073" y="3134215"/>
            <a:ext cx="6843208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What does each root value represent?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089073" y="3664567"/>
            <a:ext cx="6843208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Give one scenario appropriate for minimax.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089073" y="4194919"/>
            <a:ext cx="6843208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0E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Give one scenario appropriate for expectimax.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514344" y="5185192"/>
            <a:ext cx="102412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Reminder: HW2 due. Quiz 2 next class.</a:t>
            </a:r>
            <a:endParaRPr lang="en-US" sz="2100" dirty="0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827233DE-8814-B704-42FC-06D5FFD26C53}"/>
              </a:ext>
            </a:extLst>
          </p:cNvPr>
          <p:cNvSpPr/>
          <p:nvPr/>
        </p:nvSpPr>
        <p:spPr>
          <a:xfrm>
            <a:off x="2133600" y="3018064"/>
            <a:ext cx="822960" cy="530352"/>
          </a:xfrm>
          <a:prstGeom prst="rect">
            <a:avLst/>
          </a:prstGeom>
          <a:solidFill>
            <a:srgbClr val="0B1F3A"/>
          </a:solidFill>
          <a:ln w="15240">
            <a:solidFill>
              <a:srgbClr val="0B1F3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</a:t>
            </a:r>
            <a:endParaRPr lang="en-US" sz="2800" b="1" dirty="0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E2AEB810-045B-CFD1-F33F-2006DB4DF08F}"/>
              </a:ext>
            </a:extLst>
          </p:cNvPr>
          <p:cNvSpPr/>
          <p:nvPr/>
        </p:nvSpPr>
        <p:spPr>
          <a:xfrm>
            <a:off x="579120" y="4188496"/>
            <a:ext cx="987552" cy="493776"/>
          </a:xfrm>
          <a:prstGeom prst="rect">
            <a:avLst/>
          </a:prstGeom>
          <a:solidFill>
            <a:srgbClr val="C33A3A"/>
          </a:solidFill>
          <a:ln w="15240">
            <a:solidFill>
              <a:srgbClr val="C33A3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</a:rPr>
              <a:t>A</a:t>
            </a:r>
            <a:endParaRPr lang="en-US" sz="2800" b="1" dirty="0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63622567-CB2F-CBF1-7E38-BE8094E659DB}"/>
              </a:ext>
            </a:extLst>
          </p:cNvPr>
          <p:cNvSpPr/>
          <p:nvPr/>
        </p:nvSpPr>
        <p:spPr>
          <a:xfrm>
            <a:off x="3596640" y="4188496"/>
            <a:ext cx="987552" cy="493776"/>
          </a:xfrm>
          <a:prstGeom prst="rect">
            <a:avLst/>
          </a:prstGeom>
          <a:solidFill>
            <a:srgbClr val="C33A3A"/>
          </a:solidFill>
          <a:ln w="15240">
            <a:solidFill>
              <a:srgbClr val="C33A3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</a:rPr>
              <a:t>B</a:t>
            </a:r>
            <a:endParaRPr lang="en-US" sz="2800" b="1" dirty="0"/>
          </a:p>
        </p:txBody>
      </p:sp>
      <p:sp>
        <p:nvSpPr>
          <p:cNvPr id="21" name="Shape 7">
            <a:extLst>
              <a:ext uri="{FF2B5EF4-FFF2-40B4-BE49-F238E27FC236}">
                <a16:creationId xmlns:a16="http://schemas.microsoft.com/office/drawing/2014/main" id="{0FE37993-06C0-2950-ECC9-56543754E38E}"/>
              </a:ext>
            </a:extLst>
          </p:cNvPr>
          <p:cNvSpPr/>
          <p:nvPr/>
        </p:nvSpPr>
        <p:spPr>
          <a:xfrm flipH="1">
            <a:off x="1141207" y="3548416"/>
            <a:ext cx="1083833" cy="640080"/>
          </a:xfrm>
          <a:prstGeom prst="line">
            <a:avLst/>
          </a:prstGeom>
          <a:noFill/>
          <a:ln w="15240">
            <a:solidFill>
              <a:srgbClr val="2B73B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sz="4000" b="1"/>
          </a:p>
        </p:txBody>
      </p:sp>
      <p:sp>
        <p:nvSpPr>
          <p:cNvPr id="23" name="Shape 8">
            <a:extLst>
              <a:ext uri="{FF2B5EF4-FFF2-40B4-BE49-F238E27FC236}">
                <a16:creationId xmlns:a16="http://schemas.microsoft.com/office/drawing/2014/main" id="{FE94003A-6584-843B-053C-4364EAEB478C}"/>
              </a:ext>
            </a:extLst>
          </p:cNvPr>
          <p:cNvSpPr/>
          <p:nvPr/>
        </p:nvSpPr>
        <p:spPr>
          <a:xfrm>
            <a:off x="2865120" y="3548416"/>
            <a:ext cx="1225296" cy="640080"/>
          </a:xfrm>
          <a:prstGeom prst="line">
            <a:avLst/>
          </a:prstGeom>
          <a:noFill/>
          <a:ln w="15240">
            <a:solidFill>
              <a:srgbClr val="2B73B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sz="4000" b="1"/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9BECD12E-5DCB-058B-1803-13AEC193DF0D}"/>
              </a:ext>
            </a:extLst>
          </p:cNvPr>
          <p:cNvSpPr/>
          <p:nvPr/>
        </p:nvSpPr>
        <p:spPr>
          <a:xfrm>
            <a:off x="259080" y="5486944"/>
            <a:ext cx="475488" cy="347472"/>
          </a:xfrm>
          <a:prstGeom prst="rect">
            <a:avLst/>
          </a:prstGeom>
          <a:solidFill>
            <a:srgbClr val="FFFFFF"/>
          </a:solidFill>
          <a:ln w="15240">
            <a:solidFill>
              <a:srgbClr val="2B73B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1F3A"/>
                </a:solidFill>
                <a:latin typeface="Aptos" pitchFamily="34" charset="0"/>
              </a:rPr>
              <a:t>9</a:t>
            </a:r>
            <a:endParaRPr lang="en-US" sz="2800" b="1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5E712DB4-43CE-7753-0765-A219FEBDA17E}"/>
              </a:ext>
            </a:extLst>
          </p:cNvPr>
          <p:cNvSpPr/>
          <p:nvPr/>
        </p:nvSpPr>
        <p:spPr>
          <a:xfrm>
            <a:off x="1200912" y="5486944"/>
            <a:ext cx="475488" cy="347472"/>
          </a:xfrm>
          <a:prstGeom prst="rect">
            <a:avLst/>
          </a:prstGeom>
          <a:solidFill>
            <a:srgbClr val="FFFFFF"/>
          </a:solidFill>
          <a:ln w="15240">
            <a:solidFill>
              <a:srgbClr val="2B73B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800" b="1" dirty="0"/>
              <a:t>1</a:t>
            </a:r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A1D07771-13D5-31F1-A70B-E07D353100CC}"/>
              </a:ext>
            </a:extLst>
          </p:cNvPr>
          <p:cNvSpPr/>
          <p:nvPr/>
        </p:nvSpPr>
        <p:spPr>
          <a:xfrm>
            <a:off x="3276600" y="5486944"/>
            <a:ext cx="475488" cy="347472"/>
          </a:xfrm>
          <a:prstGeom prst="rect">
            <a:avLst/>
          </a:prstGeom>
          <a:solidFill>
            <a:srgbClr val="FFFFFF"/>
          </a:solidFill>
          <a:ln w="15240">
            <a:solidFill>
              <a:srgbClr val="2B73B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2800" b="1" dirty="0"/>
          </a:p>
        </p:txBody>
      </p:sp>
      <p:sp>
        <p:nvSpPr>
          <p:cNvPr id="31" name="Text 12">
            <a:extLst>
              <a:ext uri="{FF2B5EF4-FFF2-40B4-BE49-F238E27FC236}">
                <a16:creationId xmlns:a16="http://schemas.microsoft.com/office/drawing/2014/main" id="{22E5ECEE-D5A6-1569-04E7-47AC138759C0}"/>
              </a:ext>
            </a:extLst>
          </p:cNvPr>
          <p:cNvSpPr/>
          <p:nvPr/>
        </p:nvSpPr>
        <p:spPr>
          <a:xfrm>
            <a:off x="4290508" y="5486944"/>
            <a:ext cx="475488" cy="347472"/>
          </a:xfrm>
          <a:prstGeom prst="rect">
            <a:avLst/>
          </a:prstGeom>
          <a:solidFill>
            <a:srgbClr val="FFFFFF"/>
          </a:solidFill>
          <a:ln w="15240">
            <a:solidFill>
              <a:srgbClr val="2B73B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2800" b="1" dirty="0"/>
          </a:p>
        </p:txBody>
      </p:sp>
      <p:sp>
        <p:nvSpPr>
          <p:cNvPr id="33" name="Shape 13">
            <a:extLst>
              <a:ext uri="{FF2B5EF4-FFF2-40B4-BE49-F238E27FC236}">
                <a16:creationId xmlns:a16="http://schemas.microsoft.com/office/drawing/2014/main" id="{1F3AC53C-60D5-3BAC-4722-068F30EA4AD5}"/>
              </a:ext>
            </a:extLst>
          </p:cNvPr>
          <p:cNvSpPr/>
          <p:nvPr/>
        </p:nvSpPr>
        <p:spPr>
          <a:xfrm flipH="1">
            <a:off x="501127" y="4682272"/>
            <a:ext cx="398033" cy="804672"/>
          </a:xfrm>
          <a:prstGeom prst="line">
            <a:avLst/>
          </a:prstGeom>
          <a:noFill/>
          <a:ln w="15240">
            <a:solidFill>
              <a:srgbClr val="5B677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sz="4000" b="1"/>
          </a:p>
        </p:txBody>
      </p:sp>
      <p:sp>
        <p:nvSpPr>
          <p:cNvPr id="35" name="Shape 14">
            <a:extLst>
              <a:ext uri="{FF2B5EF4-FFF2-40B4-BE49-F238E27FC236}">
                <a16:creationId xmlns:a16="http://schemas.microsoft.com/office/drawing/2014/main" id="{7593B78C-BDE9-9CAE-3901-F593F04D364E}"/>
              </a:ext>
            </a:extLst>
          </p:cNvPr>
          <p:cNvSpPr/>
          <p:nvPr/>
        </p:nvSpPr>
        <p:spPr>
          <a:xfrm>
            <a:off x="1264920" y="4682272"/>
            <a:ext cx="173736" cy="804672"/>
          </a:xfrm>
          <a:prstGeom prst="line">
            <a:avLst/>
          </a:prstGeom>
          <a:noFill/>
          <a:ln w="15240">
            <a:solidFill>
              <a:srgbClr val="5B677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sz="4000" b="1"/>
          </a:p>
        </p:txBody>
      </p:sp>
      <p:sp>
        <p:nvSpPr>
          <p:cNvPr id="37" name="Shape 15">
            <a:extLst>
              <a:ext uri="{FF2B5EF4-FFF2-40B4-BE49-F238E27FC236}">
                <a16:creationId xmlns:a16="http://schemas.microsoft.com/office/drawing/2014/main" id="{EFF5B95E-B0D8-80AD-19BF-3A905F0AD620}"/>
              </a:ext>
            </a:extLst>
          </p:cNvPr>
          <p:cNvSpPr/>
          <p:nvPr/>
        </p:nvSpPr>
        <p:spPr>
          <a:xfrm flipH="1">
            <a:off x="3505200" y="4682272"/>
            <a:ext cx="411480" cy="804672"/>
          </a:xfrm>
          <a:prstGeom prst="line">
            <a:avLst/>
          </a:prstGeom>
          <a:noFill/>
          <a:ln w="15240">
            <a:solidFill>
              <a:srgbClr val="5B677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sz="4000" b="1"/>
          </a:p>
        </p:txBody>
      </p:sp>
      <p:sp>
        <p:nvSpPr>
          <p:cNvPr id="39" name="Shape 16">
            <a:extLst>
              <a:ext uri="{FF2B5EF4-FFF2-40B4-BE49-F238E27FC236}">
                <a16:creationId xmlns:a16="http://schemas.microsoft.com/office/drawing/2014/main" id="{FB79C9F4-D237-46B7-4CF4-D6F1045EFD4D}"/>
              </a:ext>
            </a:extLst>
          </p:cNvPr>
          <p:cNvSpPr/>
          <p:nvPr/>
        </p:nvSpPr>
        <p:spPr>
          <a:xfrm>
            <a:off x="4282440" y="4682272"/>
            <a:ext cx="173736" cy="804672"/>
          </a:xfrm>
          <a:prstGeom prst="line">
            <a:avLst/>
          </a:prstGeom>
          <a:noFill/>
          <a:ln w="15240">
            <a:solidFill>
              <a:srgbClr val="5B677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sz="4000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ab80a06-f029-45c0-84d1-7dad19ce3c61}" enabled="0" method="" siteId="{7ab80a06-f029-45c0-84d1-7dad19ce3c6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2431</Words>
  <Application>Microsoft Office PowerPoint</Application>
  <PresentationFormat>Widescreen</PresentationFormat>
  <Paragraphs>480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CS471 Lesson 8 Adversarial and Stochastic Decision-Making</dc:title>
  <dc:subject>CS 471 Lesson 8</dc:subject>
  <dc:creator>OpenAI</dc:creator>
  <cp:lastModifiedBy>Phan, Tiffany M Capt USAF USAFA AW/ESCS</cp:lastModifiedBy>
  <cp:revision>2</cp:revision>
  <dcterms:created xsi:type="dcterms:W3CDTF">2026-08-05T18:46:43Z</dcterms:created>
  <dcterms:modified xsi:type="dcterms:W3CDTF">2026-08-25T23:11:20Z</dcterms:modified>
</cp:coreProperties>
</file>
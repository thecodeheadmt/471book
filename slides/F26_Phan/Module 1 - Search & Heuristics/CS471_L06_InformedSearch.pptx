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55CB3-962F-444E-8C9B-EF7C11EE4862}" v="14" dt="2026-08-20T15:24:05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40" autoAdjust="0"/>
  </p:normalViewPr>
  <p:slideViewPr>
    <p:cSldViewPr snapToGrid="0" snapToObjects="1">
      <p:cViewPr varScale="1">
        <p:scale>
          <a:sx n="72" d="100"/>
          <a:sy n="72" d="100"/>
        </p:scale>
        <p:origin x="45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DFCS" userId="a0ed988f-3bd3-448a-ab68-f6eca8eadb00" providerId="ADAL" clId="{D74FDB2A-C6F9-423C-9DA7-5C8A44CC196C}"/>
    <pc:docChg chg="undo redo custSel modSld">
      <pc:chgData name="Phan, Tiffany M Capt USAF USAFA AW/DFCS" userId="a0ed988f-3bd3-448a-ab68-f6eca8eadb00" providerId="ADAL" clId="{D74FDB2A-C6F9-423C-9DA7-5C8A44CC196C}" dt="2026-08-20T15:24:15.785" v="1212" actId="403"/>
      <pc:docMkLst>
        <pc:docMk/>
      </pc:docMkLst>
      <pc:sldChg chg="modSp mod">
        <pc:chgData name="Phan, Tiffany M Capt USAF USAFA AW/DFCS" userId="a0ed988f-3bd3-448a-ab68-f6eca8eadb00" providerId="ADAL" clId="{D74FDB2A-C6F9-423C-9DA7-5C8A44CC196C}" dt="2026-08-17T23:41:56.753" v="148" actId="27636"/>
        <pc:sldMkLst>
          <pc:docMk/>
          <pc:sldMk cId="0" sldId="256"/>
        </pc:sldMkLst>
        <pc:spChg chg="mod">
          <ac:chgData name="Phan, Tiffany M Capt USAF USAFA AW/DFCS" userId="a0ed988f-3bd3-448a-ab68-f6eca8eadb00" providerId="ADAL" clId="{D74FDB2A-C6F9-423C-9DA7-5C8A44CC196C}" dt="2026-08-17T23:41:56.750" v="145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48" v="144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51" v="146" actId="276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52" v="147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53" v="148" actId="276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45" v="143" actId="27636"/>
          <ac:spMkLst>
            <pc:docMk/>
            <pc:sldMk cId="0" sldId="256"/>
            <ac:spMk id="1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774" v="151" actId="27636"/>
        <pc:sldMkLst>
          <pc:docMk/>
          <pc:sldMk cId="0" sldId="257"/>
        </pc:sldMkLst>
        <pc:spChg chg="mod">
          <ac:chgData name="Phan, Tiffany M Capt USAF USAFA AW/DFCS" userId="a0ed988f-3bd3-448a-ab68-f6eca8eadb00" providerId="ADAL" clId="{D74FDB2A-C6F9-423C-9DA7-5C8A44CC196C}" dt="2026-08-17T23:41:56.772" v="150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74" v="151" actId="276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71" v="149" actId="27636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8T00:02:52.857" v="1135" actId="20577"/>
        <pc:sldMkLst>
          <pc:docMk/>
          <pc:sldMk cId="0" sldId="258"/>
        </pc:sldMkLst>
        <pc:spChg chg="mod">
          <ac:chgData name="Phan, Tiffany M Capt USAF USAFA AW/DFCS" userId="a0ed988f-3bd3-448a-ab68-f6eca8eadb00" providerId="ADAL" clId="{D74FDB2A-C6F9-423C-9DA7-5C8A44CC196C}" dt="2026-08-17T23:41:56.794" v="153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2:42.358" v="1133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2:52.857" v="1135" actId="20577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0T15:19:10.927" v="1158" actId="403"/>
        <pc:sldMkLst>
          <pc:docMk/>
          <pc:sldMk cId="0" sldId="259"/>
        </pc:sldMkLst>
        <pc:spChg chg="mod">
          <ac:chgData name="Phan, Tiffany M Capt USAF USAFA AW/DFCS" userId="a0ed988f-3bd3-448a-ab68-f6eca8eadb00" providerId="ADAL" clId="{D74FDB2A-C6F9-423C-9DA7-5C8A44CC196C}" dt="2026-08-17T23:41:56.850" v="170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53" v="172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24" v="158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39" v="165" actId="2763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41" v="166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38" v="164" actId="276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06.310" v="1153" actId="276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06.310" v="1154" actId="2763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06.310" v="1155" actId="276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3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9:10.927" v="1158" actId="403"/>
          <ac:spMkLst>
            <pc:docMk/>
            <pc:sldMk cId="0" sldId="259"/>
            <ac:spMk id="3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43" v="167" actId="2763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48" v="169" actId="2763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45" v="168" actId="27636"/>
          <ac:spMkLst>
            <pc:docMk/>
            <pc:sldMk cId="0" sldId="259"/>
            <ac:spMk id="4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51" v="171" actId="27636"/>
          <ac:spMkLst>
            <pc:docMk/>
            <pc:sldMk cId="0" sldId="259"/>
            <ac:spMk id="4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22" v="157" actId="27636"/>
          <ac:spMkLst>
            <pc:docMk/>
            <pc:sldMk cId="0" sldId="259"/>
            <ac:spMk id="4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34" v="162" actId="27636"/>
          <ac:spMkLst>
            <pc:docMk/>
            <pc:sldMk cId="0" sldId="259"/>
            <ac:spMk id="5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26" v="159" actId="27636"/>
          <ac:spMkLst>
            <pc:docMk/>
            <pc:sldMk cId="0" sldId="259"/>
            <ac:spMk id="5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18" v="155" actId="27636"/>
          <ac:spMkLst>
            <pc:docMk/>
            <pc:sldMk cId="0" sldId="259"/>
            <ac:spMk id="5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36" v="163" actId="27636"/>
          <ac:spMkLst>
            <pc:docMk/>
            <pc:sldMk cId="0" sldId="259"/>
            <ac:spMk id="5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32" v="161" actId="27636"/>
          <ac:spMkLst>
            <pc:docMk/>
            <pc:sldMk cId="0" sldId="259"/>
            <ac:spMk id="5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29" v="160" actId="27636"/>
          <ac:spMkLst>
            <pc:docMk/>
            <pc:sldMk cId="0" sldId="259"/>
            <ac:spMk id="56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57:48.360" v="947" actId="114"/>
        <pc:sldMkLst>
          <pc:docMk/>
          <pc:sldMk cId="0" sldId="260"/>
        </pc:sldMkLst>
        <pc:spChg chg="mod">
          <ac:chgData name="Phan, Tiffany M Capt USAF USAFA AW/DFCS" userId="a0ed988f-3bd3-448a-ab68-f6eca8eadb00" providerId="ADAL" clId="{D74FDB2A-C6F9-423C-9DA7-5C8A44CC196C}" dt="2026-08-17T23:41:56.871" v="174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70" v="173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7:48.360" v="947" actId="114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893" v="176" actId="27636"/>
        <pc:sldMkLst>
          <pc:docMk/>
          <pc:sldMk cId="0" sldId="261"/>
        </pc:sldMkLst>
        <pc:spChg chg="mod">
          <ac:chgData name="Phan, Tiffany M Capt USAF USAFA AW/DFCS" userId="a0ed988f-3bd3-448a-ab68-f6eca8eadb00" providerId="ADAL" clId="{D74FDB2A-C6F9-423C-9DA7-5C8A44CC196C}" dt="2026-08-17T23:41:56.893" v="176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891" v="175" actId="27636"/>
          <ac:spMkLst>
            <pc:docMk/>
            <pc:sldMk cId="0" sldId="261"/>
            <ac:spMk id="26" creationId="{00000000-0000-0000-0000-000000000000}"/>
          </ac:spMkLst>
        </pc:spChg>
      </pc:sldChg>
      <pc:sldChg chg="addSp modSp mod">
        <pc:chgData name="Phan, Tiffany M Capt USAF USAFA AW/DFCS" userId="a0ed988f-3bd3-448a-ab68-f6eca8eadb00" providerId="ADAL" clId="{D74FDB2A-C6F9-423C-9DA7-5C8A44CC196C}" dt="2026-08-20T15:20:15.169" v="1177" actId="20577"/>
        <pc:sldMkLst>
          <pc:docMk/>
          <pc:sldMk cId="0" sldId="262"/>
        </pc:sldMkLst>
        <pc:spChg chg="mod">
          <ac:chgData name="Phan, Tiffany M Capt USAF USAFA AW/DFCS" userId="a0ed988f-3bd3-448a-ab68-f6eca8eadb00" providerId="ADAL" clId="{D74FDB2A-C6F9-423C-9DA7-5C8A44CC196C}" dt="2026-08-17T23:41:56.956" v="189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20:15.169" v="1177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55" v="188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64" v="193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28" v="177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31" v="178" actId="276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40" v="182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26.374" v="1048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4.040" v="1089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4.010" v="1078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2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20:13.182" v="1172" actId="20577"/>
          <ac:spMkLst>
            <pc:docMk/>
            <pc:sldMk cId="0" sldId="262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4.017" v="1081" actId="2763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3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4.037" v="1088" actId="2763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3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4.031" v="1086" actId="2763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3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05.173" v="1106" actId="255"/>
          <ac:spMkLst>
            <pc:docMk/>
            <pc:sldMk cId="0" sldId="262"/>
            <ac:spMk id="4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4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9:46.902" v="1098" actId="403"/>
          <ac:spMkLst>
            <pc:docMk/>
            <pc:sldMk cId="0" sldId="262"/>
            <ac:spMk id="4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0:25.411" v="1116" actId="20577"/>
          <ac:spMkLst>
            <pc:docMk/>
            <pc:sldMk cId="0" sldId="262"/>
            <ac:spMk id="44" creationId="{00000000-0000-0000-0000-000000000000}"/>
          </ac:spMkLst>
        </pc:spChg>
        <pc:spChg chg="add mod">
          <ac:chgData name="Phan, Tiffany M Capt USAF USAFA AW/DFCS" userId="a0ed988f-3bd3-448a-ab68-f6eca8eadb00" providerId="ADAL" clId="{D74FDB2A-C6F9-423C-9DA7-5C8A44CC196C}" dt="2026-08-18T00:01:20.897" v="1125" actId="1076"/>
          <ac:spMkLst>
            <pc:docMk/>
            <pc:sldMk cId="0" sldId="262"/>
            <ac:spMk id="46" creationId="{E33DEA1B-C048-C4B2-2F32-41CBE216E3F8}"/>
          </ac:spMkLst>
        </pc:spChg>
      </pc:sldChg>
      <pc:sldChg chg="addSp delSp modSp mod modAnim">
        <pc:chgData name="Phan, Tiffany M Capt USAF USAFA AW/DFCS" userId="a0ed988f-3bd3-448a-ab68-f6eca8eadb00" providerId="ADAL" clId="{D74FDB2A-C6F9-423C-9DA7-5C8A44CC196C}" dt="2026-08-20T15:21:35.667" v="1183"/>
        <pc:sldMkLst>
          <pc:docMk/>
          <pc:sldMk cId="0" sldId="263"/>
        </pc:sldMkLst>
        <pc:spChg chg="mod">
          <ac:chgData name="Phan, Tiffany M Capt USAF USAFA AW/DFCS" userId="a0ed988f-3bd3-448a-ab68-f6eca8eadb00" providerId="ADAL" clId="{D74FDB2A-C6F9-423C-9DA7-5C8A44CC196C}" dt="2026-08-17T23:41:56.984" v="196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85" v="197" actId="2763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87" v="198" actId="27636"/>
          <ac:spMkLst>
            <pc:docMk/>
            <pc:sldMk cId="0" sldId="263"/>
            <ac:spMk id="4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982" v="195" actId="27636"/>
          <ac:spMkLst>
            <pc:docMk/>
            <pc:sldMk cId="0" sldId="263"/>
            <ac:spMk id="5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1:52.934" v="1126" actId="108"/>
          <ac:spMkLst>
            <pc:docMk/>
            <pc:sldMk cId="0" sldId="263"/>
            <ac:spMk id="6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8T00:02:06.552" v="1127" actId="108"/>
          <ac:spMkLst>
            <pc:docMk/>
            <pc:sldMk cId="0" sldId="263"/>
            <ac:spMk id="61" creationId="{00000000-0000-0000-0000-000000000000}"/>
          </ac:spMkLst>
        </pc:spChg>
        <pc:spChg chg="add del mod">
          <ac:chgData name="Phan, Tiffany M Capt USAF USAFA AW/DFCS" userId="a0ed988f-3bd3-448a-ab68-f6eca8eadb00" providerId="ADAL" clId="{D74FDB2A-C6F9-423C-9DA7-5C8A44CC196C}" dt="2026-08-20T15:21:14.506" v="1180"/>
          <ac:spMkLst>
            <pc:docMk/>
            <pc:sldMk cId="0" sldId="263"/>
            <ac:spMk id="68" creationId="{F13C184E-E272-1CDA-F99A-70928FDF3F68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58:56.203" v="1045" actId="1076"/>
        <pc:sldMkLst>
          <pc:docMk/>
          <pc:sldMk cId="0" sldId="264"/>
        </pc:sldMkLst>
        <pc:spChg chg="mod">
          <ac:chgData name="Phan, Tiffany M Capt USAF USAFA AW/DFCS" userId="a0ed988f-3bd3-448a-ab68-f6eca8eadb00" providerId="ADAL" clId="{D74FDB2A-C6F9-423C-9DA7-5C8A44CC196C}" dt="2026-08-17T23:41:57.011" v="201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21.809" v="1022" actId="10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17.780" v="1001" actId="10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17.780" v="1001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56.203" v="104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56.203" v="1045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8:56.203" v="1045" actId="1076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7.037" v="205" actId="27636"/>
        <pc:sldMkLst>
          <pc:docMk/>
          <pc:sldMk cId="0" sldId="265"/>
        </pc:sldMkLst>
        <pc:spChg chg="mod">
          <ac:chgData name="Phan, Tiffany M Capt USAF USAFA AW/DFCS" userId="a0ed988f-3bd3-448a-ab68-f6eca8eadb00" providerId="ADAL" clId="{D74FDB2A-C6F9-423C-9DA7-5C8A44CC196C}" dt="2026-08-17T23:41:57.037" v="205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7.036" v="204" actId="27636"/>
          <ac:spMkLst>
            <pc:docMk/>
            <pc:sldMk cId="0" sldId="265"/>
            <ac:spMk id="30" creationId="{00000000-0000-0000-0000-000000000000}"/>
          </ac:spMkLst>
        </pc:spChg>
      </pc:sldChg>
      <pc:sldChg chg="addSp delSp modSp mod">
        <pc:chgData name="Phan, Tiffany M Capt USAF USAFA AW/DFCS" userId="a0ed988f-3bd3-448a-ab68-f6eca8eadb00" providerId="ADAL" clId="{D74FDB2A-C6F9-423C-9DA7-5C8A44CC196C}" dt="2026-08-20T15:22:10.573" v="1196" actId="403"/>
        <pc:sldMkLst>
          <pc:docMk/>
          <pc:sldMk cId="0" sldId="266"/>
        </pc:sldMkLst>
        <pc:spChg chg="mod">
          <ac:chgData name="Phan, Tiffany M Capt USAF USAFA AW/DFCS" userId="a0ed988f-3bd3-448a-ab68-f6eca8eadb00" providerId="ADAL" clId="{D74FDB2A-C6F9-423C-9DA7-5C8A44CC196C}" dt="2026-08-17T23:41:56.377" v="99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59.070" v="649" actId="14100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7" creationId="{F3A72C8A-EDAF-A1DE-3B62-BEA277F16229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8" creationId="{791D1A3F-7E93-CCFF-61F4-19BEA83D4F73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9" creationId="{FF6FCE15-D193-05B5-EC8A-EA883366C260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2:04.825" v="211" actId="20577"/>
          <ac:spMkLst>
            <pc:docMk/>
            <pc:sldMk cId="0" sldId="266"/>
            <ac:spMk id="10" creationId="{52ECDAB5-20EF-1456-758C-FCF62A23E6A8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11" creationId="{975F0B10-0026-CFE8-2027-290C7043DB93}"/>
          </ac:spMkLst>
        </pc:spChg>
        <pc:spChg chg="add mod">
          <ac:chgData name="Phan, Tiffany M Capt USAF USAFA AW/DFCS" userId="a0ed988f-3bd3-448a-ab68-f6eca8eadb00" providerId="ADAL" clId="{D74FDB2A-C6F9-423C-9DA7-5C8A44CC196C}" dt="2026-08-17T23:42:57.839" v="271" actId="14100"/>
          <ac:spMkLst>
            <pc:docMk/>
            <pc:sldMk cId="0" sldId="266"/>
            <ac:spMk id="12" creationId="{CE657267-7333-A677-1005-8A4B7CE86806}"/>
          </ac:spMkLst>
        </pc:spChg>
        <pc:spChg chg="add del mod">
          <ac:chgData name="Phan, Tiffany M Capt USAF USAFA AW/DFCS" userId="a0ed988f-3bd3-448a-ab68-f6eca8eadb00" providerId="ADAL" clId="{D74FDB2A-C6F9-423C-9DA7-5C8A44CC196C}" dt="2026-08-20T15:22:05.932" v="1189"/>
          <ac:spMkLst>
            <pc:docMk/>
            <pc:sldMk cId="0" sldId="266"/>
            <ac:spMk id="13" creationId="{904EF409-FC25-B330-8739-32C15D1B020C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4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31.756" v="618" actId="14100"/>
          <ac:spMkLst>
            <pc:docMk/>
            <pc:sldMk cId="0" sldId="266"/>
            <ac:spMk id="4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4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4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2:57.839" v="271" actId="14100"/>
          <ac:spMkLst>
            <pc:docMk/>
            <pc:sldMk cId="0" sldId="266"/>
            <ac:spMk id="4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5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2:32.445" v="246" actId="20577"/>
          <ac:spMkLst>
            <pc:docMk/>
            <pc:sldMk cId="0" sldId="266"/>
            <ac:spMk id="5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2:29.127" v="245" actId="1036"/>
          <ac:spMkLst>
            <pc:docMk/>
            <pc:sldMk cId="0" sldId="266"/>
            <ac:spMk id="5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5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7:58.159" v="530" actId="1035"/>
          <ac:spMkLst>
            <pc:docMk/>
            <pc:sldMk cId="0" sldId="266"/>
            <ac:spMk id="5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5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5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5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43.783" v="619" actId="14100"/>
          <ac:spMkLst>
            <pc:docMk/>
            <pc:sldMk cId="0" sldId="266"/>
            <ac:spMk id="6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09.792" v="572" actId="1035"/>
          <ac:spMkLst>
            <pc:docMk/>
            <pc:sldMk cId="0" sldId="266"/>
            <ac:spMk id="6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6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6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6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6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6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25.900" v="617" actId="1035"/>
          <ac:spMkLst>
            <pc:docMk/>
            <pc:sldMk cId="0" sldId="266"/>
            <ac:spMk id="6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8:25.900" v="617" actId="1035"/>
          <ac:spMkLst>
            <pc:docMk/>
            <pc:sldMk cId="0" sldId="266"/>
            <ac:spMk id="7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12.805" v="674" actId="1035"/>
          <ac:spMkLst>
            <pc:docMk/>
            <pc:sldMk cId="0" sldId="266"/>
            <ac:spMk id="7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82" creationId="{D03BBE5F-04D7-5CEF-FA2B-4D451CC705A5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86" creationId="{A85D3157-C325-D7A6-DFF7-C0FA8ECE2B5A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88" creationId="{BDE100B2-AA96-1A58-CA95-82C650E04D91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94" creationId="{D8E4DF3E-6294-8FF2-1F1A-94F815509D26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96" creationId="{6489C772-4D1C-D89D-2289-F93C343CBB7C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100" creationId="{25DCD2E2-30FF-7612-812B-BE848CDF6367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102" creationId="{037CE17C-5601-D01A-4801-6A3188BC68E3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08" creationId="{DC0A4D2A-B57A-FF43-1FF5-22A8D8B62D98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10" creationId="{9EEABAE0-7C2D-C4BD-53DB-BE566EA716AB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12" creationId="{E49D1C51-96E3-62D8-E06D-CC9CDB37B9CB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14" creationId="{EFA0260E-DEAA-4D73-32A2-5A0EF3FD8EA3}"/>
          </ac:spMkLst>
        </pc:spChg>
        <pc:spChg chg="mod">
          <ac:chgData name="Phan, Tiffany M Capt USAF USAFA AW/DFCS" userId="a0ed988f-3bd3-448a-ab68-f6eca8eadb00" providerId="ADAL" clId="{D74FDB2A-C6F9-423C-9DA7-5C8A44CC196C}" dt="2026-08-20T15:22:08.851" v="1193" actId="27636"/>
          <ac:spMkLst>
            <pc:docMk/>
            <pc:sldMk cId="0" sldId="266"/>
            <ac:spMk id="116" creationId="{8A505797-CCF8-CAD9-7B5D-1CE23F04ECD9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22" creationId="{E93E0949-7B8E-C0E3-45C3-1D838E1CA492}"/>
          </ac:spMkLst>
        </pc:spChg>
        <pc:spChg chg="mod">
          <ac:chgData name="Phan, Tiffany M Capt USAF USAFA AW/DFCS" userId="a0ed988f-3bd3-448a-ab68-f6eca8eadb00" providerId="ADAL" clId="{D74FDB2A-C6F9-423C-9DA7-5C8A44CC196C}" dt="2026-08-17T23:49:08.532" v="657" actId="1036"/>
          <ac:spMkLst>
            <pc:docMk/>
            <pc:sldMk cId="0" sldId="266"/>
            <ac:spMk id="126" creationId="{C996700C-4442-D476-A495-6CEA4606F833}"/>
          </ac:spMkLst>
        </pc:spChg>
        <pc:spChg chg="mod">
          <ac:chgData name="Phan, Tiffany M Capt USAF USAFA AW/DFCS" userId="a0ed988f-3bd3-448a-ab68-f6eca8eadb00" providerId="ADAL" clId="{D74FDB2A-C6F9-423C-9DA7-5C8A44CC196C}" dt="2026-08-20T15:22:08.851" v="1194" actId="27636"/>
          <ac:spMkLst>
            <pc:docMk/>
            <pc:sldMk cId="0" sldId="266"/>
            <ac:spMk id="128" creationId="{0E01A2B7-F916-F6DB-ED63-9186A955E922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32" creationId="{87E02A62-0E54-362F-6E36-6B4ACD4A7D9F}"/>
          </ac:spMkLst>
        </pc:spChg>
        <pc:spChg chg="mod">
          <ac:chgData name="Phan, Tiffany M Capt USAF USAFA AW/DFCS" userId="a0ed988f-3bd3-448a-ab68-f6eca8eadb00" providerId="ADAL" clId="{D74FDB2A-C6F9-423C-9DA7-5C8A44CC196C}" dt="2026-08-20T15:22:08.851" v="1191" actId="27636"/>
          <ac:spMkLst>
            <pc:docMk/>
            <pc:sldMk cId="0" sldId="266"/>
            <ac:spMk id="134" creationId="{9544FC47-8011-B218-839F-38461420A791}"/>
          </ac:spMkLst>
        </pc:spChg>
        <pc:spChg chg="mod">
          <ac:chgData name="Phan, Tiffany M Capt USAF USAFA AW/DFCS" userId="a0ed988f-3bd3-448a-ab68-f6eca8eadb00" providerId="ADAL" clId="{D74FDB2A-C6F9-423C-9DA7-5C8A44CC196C}" dt="2026-08-20T15:22:10.573" v="1196" actId="403"/>
          <ac:spMkLst>
            <pc:docMk/>
            <pc:sldMk cId="0" sldId="266"/>
            <ac:spMk id="136" creationId="{CE6AEEC6-5FCA-1E5B-3511-8635105DA2A1}"/>
          </ac:spMkLst>
        </pc:spChg>
        <pc:spChg chg="mod">
          <ac:chgData name="Phan, Tiffany M Capt USAF USAFA AW/DFCS" userId="a0ed988f-3bd3-448a-ab68-f6eca8eadb00" providerId="ADAL" clId="{D74FDB2A-C6F9-423C-9DA7-5C8A44CC196C}" dt="2026-08-20T15:22:08.851" v="1192" actId="27636"/>
          <ac:spMkLst>
            <pc:docMk/>
            <pc:sldMk cId="0" sldId="266"/>
            <ac:spMk id="140" creationId="{260FF2D2-8939-2C9C-5AAE-E6E9F315BE26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406" v="102" actId="27636"/>
        <pc:sldMkLst>
          <pc:docMk/>
          <pc:sldMk cId="0" sldId="267"/>
        </pc:sldMkLst>
        <pc:spChg chg="mod">
          <ac:chgData name="Phan, Tiffany M Capt USAF USAFA AW/DFCS" userId="a0ed988f-3bd3-448a-ab68-f6eca8eadb00" providerId="ADAL" clId="{D74FDB2A-C6F9-423C-9DA7-5C8A44CC196C}" dt="2026-08-17T23:41:56.406" v="102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00" v="100" actId="2763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04" v="101" actId="27636"/>
          <ac:spMkLst>
            <pc:docMk/>
            <pc:sldMk cId="0" sldId="267"/>
            <ac:spMk id="33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426" v="103" actId="27636"/>
        <pc:sldMkLst>
          <pc:docMk/>
          <pc:sldMk cId="0" sldId="268"/>
        </pc:sldMkLst>
        <pc:spChg chg="mod">
          <ac:chgData name="Phan, Tiffany M Capt USAF USAFA AW/DFCS" userId="a0ed988f-3bd3-448a-ab68-f6eca8eadb00" providerId="ADAL" clId="{D74FDB2A-C6F9-423C-9DA7-5C8A44CC196C}" dt="2026-08-17T23:41:56.426" v="103" actId="27636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458" v="109" actId="27636"/>
        <pc:sldMkLst>
          <pc:docMk/>
          <pc:sldMk cId="0" sldId="269"/>
        </pc:sldMkLst>
        <pc:spChg chg="mod">
          <ac:chgData name="Phan, Tiffany M Capt USAF USAFA AW/DFCS" userId="a0ed988f-3bd3-448a-ab68-f6eca8eadb00" providerId="ADAL" clId="{D74FDB2A-C6F9-423C-9DA7-5C8A44CC196C}" dt="2026-08-17T23:41:56.454" v="107" actId="276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58" v="109" actId="276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53" v="106" actId="276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56" v="108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46" v="104" actId="276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51" v="105" actId="27636"/>
          <ac:spMkLst>
            <pc:docMk/>
            <pc:sldMk cId="0" sldId="269"/>
            <ac:spMk id="16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20T15:24:05.639" v="1202"/>
        <pc:sldMkLst>
          <pc:docMk/>
          <pc:sldMk cId="0" sldId="270"/>
        </pc:sldMkLst>
        <pc:spChg chg="mod">
          <ac:chgData name="Phan, Tiffany M Capt USAF USAFA AW/DFCS" userId="a0ed988f-3bd3-448a-ab68-f6eca8eadb00" providerId="ADAL" clId="{D74FDB2A-C6F9-423C-9DA7-5C8A44CC196C}" dt="2026-08-17T23:41:56.475" v="112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470" v="110" actId="27636"/>
          <ac:spMkLst>
            <pc:docMk/>
            <pc:sldMk cId="0" sldId="270"/>
            <ac:spMk id="4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5:26.725" v="1139" actId="20577"/>
          <ac:spMkLst>
            <pc:docMk/>
            <pc:sldMk cId="0" sldId="270"/>
            <ac:spMk id="49" creationId="{00000000-0000-0000-0000-000000000000}"/>
          </ac:spMkLst>
        </pc:spChg>
      </pc:sldChg>
      <pc:sldChg chg="addSp delSp modSp mod">
        <pc:chgData name="Phan, Tiffany M Capt USAF USAFA AW/DFCS" userId="a0ed988f-3bd3-448a-ab68-f6eca8eadb00" providerId="ADAL" clId="{D74FDB2A-C6F9-423C-9DA7-5C8A44CC196C}" dt="2026-08-20T15:24:15.785" v="1212" actId="403"/>
        <pc:sldMkLst>
          <pc:docMk/>
          <pc:sldMk cId="0" sldId="271"/>
        </pc:sldMkLst>
        <pc:spChg chg="mod">
          <ac:chgData name="Phan, Tiffany M Capt USAF USAFA AW/DFCS" userId="a0ed988f-3bd3-448a-ab68-f6eca8eadb00" providerId="ADAL" clId="{D74FDB2A-C6F9-423C-9DA7-5C8A44CC196C}" dt="2026-08-17T23:41:56.493" v="113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3.755" v="911" actId="1076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3:49.151" v="880" actId="1036"/>
          <ac:spMkLst>
            <pc:docMk/>
            <pc:sldMk cId="0" sldId="271"/>
            <ac:spMk id="7" creationId="{64F9C2A2-94E7-7101-0A65-B7E579B6EB86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8" creationId="{5A3CF9BB-6F77-CB94-B17A-DD2DBF888305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9" creationId="{B4721813-A88F-D8EB-90B0-1C4067877082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10" creationId="{424F3777-DEBE-1554-AC9E-1955BB65479E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11" creationId="{FD8616EA-EEB4-B83E-CBF7-FE34D33D0BF0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12" creationId="{3CCFE774-6280-6063-1AE3-BEA58F2445C2}"/>
          </ac:spMkLst>
        </pc:spChg>
        <pc:spChg chg="add mod">
          <ac:chgData name="Phan, Tiffany M Capt USAF USAFA AW/DFCS" userId="a0ed988f-3bd3-448a-ab68-f6eca8eadb00" providerId="ADAL" clId="{D74FDB2A-C6F9-423C-9DA7-5C8A44CC196C}" dt="2026-08-17T23:56:22.373" v="933" actId="20577"/>
          <ac:spMkLst>
            <pc:docMk/>
            <pc:sldMk cId="0" sldId="271"/>
            <ac:spMk id="15" creationId="{9ADE167C-AE0B-780E-2E85-848A2DBDB794}"/>
          </ac:spMkLst>
        </pc:spChg>
        <pc:spChg chg="mod">
          <ac:chgData name="Phan, Tiffany M Capt USAF USAFA AW/DFCS" userId="a0ed988f-3bd3-448a-ab68-f6eca8eadb00" providerId="ADAL" clId="{D74FDB2A-C6F9-423C-9DA7-5C8A44CC196C}" dt="2026-08-17T23:53:54.425" v="881" actId="14100"/>
          <ac:spMkLst>
            <pc:docMk/>
            <pc:sldMk cId="0" sldId="271"/>
            <ac:spMk id="4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4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4:08.061" v="884" actId="404"/>
          <ac:spMkLst>
            <pc:docMk/>
            <pc:sldMk cId="0" sldId="271"/>
            <ac:spMk id="4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4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4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4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4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5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5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5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5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5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6:00.911" v="918" actId="20577"/>
          <ac:spMkLst>
            <pc:docMk/>
            <pc:sldMk cId="0" sldId="271"/>
            <ac:spMk id="5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5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5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6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6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1:48.384" v="767" actId="20577"/>
          <ac:spMkLst>
            <pc:docMk/>
            <pc:sldMk cId="0" sldId="271"/>
            <ac:spMk id="6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6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3:43.712" v="865" actId="1036"/>
          <ac:spMkLst>
            <pc:docMk/>
            <pc:sldMk cId="0" sldId="271"/>
            <ac:spMk id="6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36.773" v="888" actId="14100"/>
          <ac:spMkLst>
            <pc:docMk/>
            <pc:sldMk cId="0" sldId="271"/>
            <ac:spMk id="6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6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47.577" v="913" actId="1037"/>
          <ac:spMkLst>
            <pc:docMk/>
            <pc:sldMk cId="0" sldId="271"/>
            <ac:spMk id="6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5:55.078" v="914" actId="14100"/>
          <ac:spMkLst>
            <pc:docMk/>
            <pc:sldMk cId="0" sldId="271"/>
            <ac:spMk id="7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15:52.709" v="1145" actId="20577"/>
          <ac:spMkLst>
            <pc:docMk/>
            <pc:sldMk cId="0" sldId="271"/>
            <ac:spMk id="7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56:58.591" v="946" actId="20577"/>
          <ac:spMkLst>
            <pc:docMk/>
            <pc:sldMk cId="0" sldId="271"/>
            <ac:spMk id="7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78" creationId="{842E1794-3FA9-C6B9-34DD-A23F49FA3DBD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94" creationId="{2942B68A-A599-92E4-38BF-D30B714C5038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98" creationId="{74062051-81F2-B66C-E00F-9A95EB2E9A06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00" creationId="{266B5F5B-8CCE-C82A-4BDA-A58C74C2DDD5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02" creationId="{F0A7F04B-38DC-6FD1-4548-71C3B8F4ED84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06" creationId="{FFDAA481-006B-0F8A-C5CF-F63B7980D292}"/>
          </ac:spMkLst>
        </pc:spChg>
        <pc:spChg chg="mod">
          <ac:chgData name="Phan, Tiffany M Capt USAF USAFA AW/DFCS" userId="a0ed988f-3bd3-448a-ab68-f6eca8eadb00" providerId="ADAL" clId="{D74FDB2A-C6F9-423C-9DA7-5C8A44CC196C}" dt="2026-08-20T15:24:14.046" v="1209" actId="27636"/>
          <ac:spMkLst>
            <pc:docMk/>
            <pc:sldMk cId="0" sldId="271"/>
            <ac:spMk id="116" creationId="{5656C687-6977-10A3-9CCB-A4C62082713E}"/>
          </ac:spMkLst>
        </pc:spChg>
        <pc:spChg chg="mod">
          <ac:chgData name="Phan, Tiffany M Capt USAF USAFA AW/DFCS" userId="a0ed988f-3bd3-448a-ab68-f6eca8eadb00" providerId="ADAL" clId="{D74FDB2A-C6F9-423C-9DA7-5C8A44CC196C}" dt="2026-08-20T15:24:14.056" v="1210" actId="27636"/>
          <ac:spMkLst>
            <pc:docMk/>
            <pc:sldMk cId="0" sldId="271"/>
            <ac:spMk id="122" creationId="{EC4F9120-F532-850D-A999-EC00DA59CCB4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26" creationId="{3DD6138D-47B7-A791-021C-96A42DD690CA}"/>
          </ac:spMkLst>
        </pc:spChg>
        <pc:spChg chg="mod">
          <ac:chgData name="Phan, Tiffany M Capt USAF USAFA AW/DFCS" userId="a0ed988f-3bd3-448a-ab68-f6eca8eadb00" providerId="ADAL" clId="{D74FDB2A-C6F9-423C-9DA7-5C8A44CC196C}" dt="2026-08-20T15:24:14.046" v="1208" actId="27636"/>
          <ac:spMkLst>
            <pc:docMk/>
            <pc:sldMk cId="0" sldId="271"/>
            <ac:spMk id="128" creationId="{1BDE5C9B-D0AE-27FA-B607-FB80DFAD4CB5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30" creationId="{FA5275BA-6E53-2378-1F53-B6C54B1BF4E2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34" creationId="{B7D370AB-E0EF-4894-80C0-6571F933CB3F}"/>
          </ac:spMkLst>
        </pc:spChg>
        <pc:spChg chg="mod">
          <ac:chgData name="Phan, Tiffany M Capt USAF USAFA AW/DFCS" userId="a0ed988f-3bd3-448a-ab68-f6eca8eadb00" providerId="ADAL" clId="{D74FDB2A-C6F9-423C-9DA7-5C8A44CC196C}" dt="2026-08-20T15:24:15.785" v="1212" actId="403"/>
          <ac:spMkLst>
            <pc:docMk/>
            <pc:sldMk cId="0" sldId="271"/>
            <ac:spMk id="140" creationId="{FECC2AE5-5A4A-24C1-C3CF-E535DA34325E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513" v="116" actId="27636"/>
        <pc:sldMkLst>
          <pc:docMk/>
          <pc:sldMk cId="0" sldId="272"/>
        </pc:sldMkLst>
        <pc:spChg chg="mod">
          <ac:chgData name="Phan, Tiffany M Capt USAF USAFA AW/DFCS" userId="a0ed988f-3bd3-448a-ab68-f6eca8eadb00" providerId="ADAL" clId="{D74FDB2A-C6F9-423C-9DA7-5C8A44CC196C}" dt="2026-08-17T23:41:56.513" v="116" actId="276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0:55.673" v="73" actId="276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10" v="115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08" v="114" actId="27636"/>
          <ac:spMkLst>
            <pc:docMk/>
            <pc:sldMk cId="0" sldId="272"/>
            <ac:spMk id="1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532" v="117" actId="27636"/>
        <pc:sldMkLst>
          <pc:docMk/>
          <pc:sldMk cId="0" sldId="273"/>
        </pc:sldMkLst>
        <pc:spChg chg="mod">
          <ac:chgData name="Phan, Tiffany M Capt USAF USAFA AW/DFCS" userId="a0ed988f-3bd3-448a-ab68-f6eca8eadb00" providerId="ADAL" clId="{D74FDB2A-C6F9-423C-9DA7-5C8A44CC196C}" dt="2026-08-17T23:41:56.532" v="117" actId="27636"/>
          <ac:spMkLst>
            <pc:docMk/>
            <pc:sldMk cId="0" sldId="273"/>
            <ac:spMk id="2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20T15:16:42.995" v="1148"/>
        <pc:sldMkLst>
          <pc:docMk/>
          <pc:sldMk cId="0" sldId="274"/>
        </pc:sldMkLst>
        <pc:spChg chg="mod">
          <ac:chgData name="Phan, Tiffany M Capt USAF USAFA AW/DFCS" userId="a0ed988f-3bd3-448a-ab68-f6eca8eadb00" providerId="ADAL" clId="{D74FDB2A-C6F9-423C-9DA7-5C8A44CC196C}" dt="2026-08-17T23:41:56.554" v="120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48" v="118" actId="2763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50" v="119" actId="27636"/>
          <ac:spMkLst>
            <pc:docMk/>
            <pc:sldMk cId="0" sldId="274"/>
            <ac:spMk id="4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58" v="121" actId="27636"/>
          <ac:spMkLst>
            <pc:docMk/>
            <pc:sldMk cId="0" sldId="274"/>
            <ac:spMk id="4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0:42.459" v="67" actId="14100"/>
          <ac:spMkLst>
            <pc:docMk/>
            <pc:sldMk cId="0" sldId="274"/>
            <ac:spMk id="5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579" v="124" actId="27636"/>
        <pc:sldMkLst>
          <pc:docMk/>
          <pc:sldMk cId="0" sldId="275"/>
        </pc:sldMkLst>
        <pc:spChg chg="mod">
          <ac:chgData name="Phan, Tiffany M Capt USAF USAFA AW/DFCS" userId="a0ed988f-3bd3-448a-ab68-f6eca8eadb00" providerId="ADAL" clId="{D74FDB2A-C6F9-423C-9DA7-5C8A44CC196C}" dt="2026-08-17T23:41:56.573" v="122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79" v="124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575" v="123" actId="27636"/>
          <ac:spMkLst>
            <pc:docMk/>
            <pc:sldMk cId="0" sldId="275"/>
            <ac:spMk id="9" creationId="{00000000-0000-0000-0000-000000000000}"/>
          </ac:spMkLst>
        </pc:spChg>
      </pc:sldChg>
      <pc:sldChg chg="delSp modSp mod">
        <pc:chgData name="Phan, Tiffany M Capt USAF USAFA AW/DFCS" userId="a0ed988f-3bd3-448a-ab68-f6eca8eadb00" providerId="ADAL" clId="{D74FDB2A-C6F9-423C-9DA7-5C8A44CC196C}" dt="2026-08-17T23:41:56.595" v="125" actId="27636"/>
        <pc:sldMkLst>
          <pc:docMk/>
          <pc:sldMk cId="0" sldId="276"/>
        </pc:sldMkLst>
        <pc:spChg chg="mod">
          <ac:chgData name="Phan, Tiffany M Capt USAF USAFA AW/DFCS" userId="a0ed988f-3bd3-448a-ab68-f6eca8eadb00" providerId="ADAL" clId="{D74FDB2A-C6F9-423C-9DA7-5C8A44CC196C}" dt="2026-08-17T23:41:56.595" v="125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0:02.174" v="56" actId="404"/>
          <ac:spMkLst>
            <pc:docMk/>
            <pc:sldMk cId="0" sldId="276"/>
            <ac:spMk id="31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17T23:41:56.616" v="129" actId="27636"/>
        <pc:sldMkLst>
          <pc:docMk/>
          <pc:sldMk cId="0" sldId="277"/>
        </pc:sldMkLst>
        <pc:spChg chg="mod">
          <ac:chgData name="Phan, Tiffany M Capt USAF USAFA AW/DFCS" userId="a0ed988f-3bd3-448a-ab68-f6eca8eadb00" providerId="ADAL" clId="{D74FDB2A-C6F9-423C-9DA7-5C8A44CC196C}" dt="2026-08-17T23:41:56.616" v="129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13" v="127" actId="27636"/>
          <ac:spMkLst>
            <pc:docMk/>
            <pc:sldMk cId="0" sldId="277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10" v="126" actId="2763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15" v="128" actId="27636"/>
          <ac:spMkLst>
            <pc:docMk/>
            <pc:sldMk cId="0" sldId="277"/>
            <ac:spMk id="17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653" v="131" actId="27636"/>
        <pc:sldMkLst>
          <pc:docMk/>
          <pc:sldMk cId="0" sldId="278"/>
        </pc:sldMkLst>
        <pc:spChg chg="mod">
          <ac:chgData name="Phan, Tiffany M Capt USAF USAFA AW/DFCS" userId="a0ed988f-3bd3-448a-ab68-f6eca8eadb00" providerId="ADAL" clId="{D74FDB2A-C6F9-423C-9DA7-5C8A44CC196C}" dt="2026-08-17T23:41:56.653" v="131" actId="27636"/>
          <ac:spMkLst>
            <pc:docMk/>
            <pc:sldMk cId="0" sldId="278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9:20.296" v="47" actId="20577"/>
          <ac:spMkLst>
            <pc:docMk/>
            <pc:sldMk cId="0" sldId="278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9:21.494" v="48" actId="20577"/>
          <ac:spMkLst>
            <pc:docMk/>
            <pc:sldMk cId="0" sldId="278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9:22.775" v="49" actId="20577"/>
          <ac:spMkLst>
            <pc:docMk/>
            <pc:sldMk cId="0" sldId="278"/>
            <ac:spMk id="3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9:24.196" v="50" actId="20577"/>
          <ac:spMkLst>
            <pc:docMk/>
            <pc:sldMk cId="0" sldId="278"/>
            <ac:spMk id="4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51" v="130" actId="27636"/>
          <ac:spMkLst>
            <pc:docMk/>
            <pc:sldMk cId="0" sldId="278"/>
            <ac:spMk id="48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679" v="135" actId="27636"/>
        <pc:sldMkLst>
          <pc:docMk/>
          <pc:sldMk cId="0" sldId="279"/>
        </pc:sldMkLst>
        <pc:spChg chg="mod">
          <ac:chgData name="Phan, Tiffany M Capt USAF USAFA AW/DFCS" userId="a0ed988f-3bd3-448a-ab68-f6eca8eadb00" providerId="ADAL" clId="{D74FDB2A-C6F9-423C-9DA7-5C8A44CC196C}" dt="2026-08-17T23:41:56.679" v="135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77" v="134" actId="27636"/>
          <ac:spMkLst>
            <pc:docMk/>
            <pc:sldMk cId="0" sldId="27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73" v="132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75" v="133" actId="27636"/>
          <ac:spMkLst>
            <pc:docMk/>
            <pc:sldMk cId="0" sldId="279"/>
            <ac:spMk id="1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708" v="140" actId="27636"/>
        <pc:sldMkLst>
          <pc:docMk/>
          <pc:sldMk cId="0" sldId="281"/>
        </pc:sldMkLst>
        <pc:spChg chg="mod">
          <ac:chgData name="Phan, Tiffany M Capt USAF USAFA AW/DFCS" userId="a0ed988f-3bd3-448a-ab68-f6eca8eadb00" providerId="ADAL" clId="{D74FDB2A-C6F9-423C-9DA7-5C8A44CC196C}" dt="2026-08-17T23:41:56.705" v="139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34.519" v="6" actId="14100"/>
          <ac:spMkLst>
            <pc:docMk/>
            <pc:sldMk cId="0" sldId="281"/>
            <ac:spMk id="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04" v="138" actId="27636"/>
          <ac:spMkLst>
            <pc:docMk/>
            <pc:sldMk cId="0" sldId="28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08" v="140" actId="27636"/>
          <ac:spMkLst>
            <pc:docMk/>
            <pc:sldMk cId="0" sldId="28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34.519" v="6" actId="14100"/>
          <ac:spMkLst>
            <pc:docMk/>
            <pc:sldMk cId="0" sldId="281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697" v="136" actId="27636"/>
          <ac:spMkLst>
            <pc:docMk/>
            <pc:sldMk cId="0" sldId="281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02" v="137" actId="2763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53.905" v="46" actId="1036"/>
          <ac:spMkLst>
            <pc:docMk/>
            <pc:sldMk cId="0" sldId="281"/>
            <ac:spMk id="1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17T23:41:56.725" v="142" actId="27636"/>
        <pc:sldMkLst>
          <pc:docMk/>
          <pc:sldMk cId="0" sldId="282"/>
        </pc:sldMkLst>
        <pc:spChg chg="mod">
          <ac:chgData name="Phan, Tiffany M Capt USAF USAFA AW/DFCS" userId="a0ed988f-3bd3-448a-ab68-f6eca8eadb00" providerId="ADAL" clId="{D74FDB2A-C6F9-423C-9DA7-5C8A44CC196C}" dt="2026-08-17T23:41:56.725" v="142" actId="27636"/>
          <ac:spMkLst>
            <pc:docMk/>
            <pc:sldMk cId="0" sldId="282"/>
            <ac:spMk id="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16.448" v="1" actId="20577"/>
          <ac:spMkLst>
            <pc:docMk/>
            <pc:sldMk cId="0" sldId="282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18.610" v="3" actId="20577"/>
          <ac:spMkLst>
            <pc:docMk/>
            <pc:sldMk cId="0" sldId="282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38:20.378" v="5" actId="20577"/>
          <ac:spMkLst>
            <pc:docMk/>
            <pc:sldMk cId="0" sldId="282"/>
            <ac:spMk id="3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17T23:41:56.723" v="141" actId="27636"/>
          <ac:spMkLst>
            <pc:docMk/>
            <pc:sldMk cId="0" sldId="282"/>
            <ac:spMk id="40" creationId="{00000000-0000-0000-0000-000000000000}"/>
          </ac:spMkLst>
        </pc:spChg>
      </pc:sldChg>
    </pc:docChg>
  </pc:docChgLst>
  <pc:docChgLst>
    <pc:chgData name="Phan, Tiffany M Capt USAF USAFA DF/DFCS" userId="a0ed988f-3bd3-448a-ab68-f6eca8eadb00" providerId="ADAL" clId="{D74FDB2A-C6F9-423C-9DA7-5C8A44CC196C}"/>
    <pc:docChg chg="custSel modSld">
      <pc:chgData name="Phan, Tiffany M Capt USAF USAFA DF/DFCS" userId="a0ed988f-3bd3-448a-ab68-f6eca8eadb00" providerId="ADAL" clId="{D74FDB2A-C6F9-423C-9DA7-5C8A44CC196C}" dt="2026-08-06T20:23:33.908" v="2" actId="27636"/>
      <pc:docMkLst>
        <pc:docMk/>
      </pc:docMkLst>
      <pc:sldChg chg="modSp mod">
        <pc:chgData name="Phan, Tiffany M Capt USAF USAFA DF/DFCS" userId="a0ed988f-3bd3-448a-ab68-f6eca8eadb00" providerId="ADAL" clId="{D74FDB2A-C6F9-423C-9DA7-5C8A44CC196C}" dt="2026-08-05T15:30:09.765" v="0" actId="207"/>
        <pc:sldMkLst>
          <pc:docMk/>
          <pc:sldMk cId="0" sldId="256"/>
        </pc:sldMkLst>
        <pc:spChg chg="mod">
          <ac:chgData name="Phan, Tiffany M Capt USAF USAFA DF/DFCS" userId="a0ed988f-3bd3-448a-ab68-f6eca8eadb00" providerId="ADAL" clId="{D74FDB2A-C6F9-423C-9DA7-5C8A44CC196C}" dt="2026-08-05T15:30:09.765" v="0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Phan, Tiffany M Capt USAF USAFA DF/DFCS" userId="a0ed988f-3bd3-448a-ab68-f6eca8eadb00" providerId="ADAL" clId="{D74FDB2A-C6F9-423C-9DA7-5C8A44CC196C}" dt="2026-08-06T20:23:33.908" v="2" actId="27636"/>
        <pc:sldMkLst>
          <pc:docMk/>
          <pc:sldMk cId="0" sldId="272"/>
        </pc:sldMkLst>
        <pc:spChg chg="mod">
          <ac:chgData name="Phan, Tiffany M Capt USAF USAFA DF/DFCS" userId="a0ed988f-3bd3-448a-ab68-f6eca8eadb00" providerId="ADAL" clId="{D74FDB2A-C6F9-423C-9DA7-5C8A44CC196C}" dt="2026-08-06T20:23:33.908" v="2" actId="27636"/>
          <ac:spMkLst>
            <pc:docMk/>
            <pc:sldMk cId="0" sldId="27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62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Lesson 5 to Lesson 6. Uninformed search used frontier rules based on depth, recency, or accumulated path cost. Informed search adds an estimate of remaining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UCS selects A because g(A)=3 is lowest. It knows cost so far; it does not know estimated remaining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syllabus objectives. Explain that Lesson 7 will handle admissibility, consistency, dominance, and formal optimality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edge list: S-A 2, S-B 10, S-C 4, A-G 6, B-G 1, C-G 7. Heuristics: S=8, A=6, B=1, C=7, G=0.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assessment distinction: h is not g, not an exact total solution cost, and not the goal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intuitive sources of heuristics. Do not introduce admissibility yet; preview that Lesson 7 will ask when estimates are safe or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slide. Students should be able to distinguish g, h, and f before solving any search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three questions before revealing algorithm names. This is a rapid recognition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Greedy intuitive and tied to h. Make clear that it ignores accumulated path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to drill the rule. Students should say the criterion aloud: lowest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list in map notes: S-A 2, S-B 10, S-C 4, A-G 6, B-G 1, C-G 7. Greedy selects B because h(B)=1.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explicitly addresses the misconception that closest-looking means cheapest route. Greedy ignores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conceptual, not a formal properties theorem slide. Save formal heuristic conditions for Lesson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explanation needed for Quiz 1. A* balances cost so far with estimated remaining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GR-style frontier analysis with different labels and values. Students should compute f before naming A*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same map as the Greedy trace so the different selection rule is visually obvious. Authoritative edge list and h values are in slide 4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A* back to UCS update behavior. The heuristic depends on the state; g depends on the path used to reach that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comparison slide. Return to it during Lesson 7 when formal heuristic quality is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explain each selection in words. This prepares them for rapid quiz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relationship appears in homework-style conceptual checks. Make sure students can derive it from f=g+h rather than memorize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qualitative. It tees up admissibility, consistency, and dominance for Lesson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quick pair discussion. Answers shown on slide can be revealed after discussion or hidden during live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pairs about three minutes. Expected selections: UCS L, Greedy K, A*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corrections: h is remaining estimate; Greedy uses h only; A* includes g and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verbal or written retrieval check. Expected: g cost so far; h estimated remaining; f estimated total; UCS g, Greedy h, A* g+h.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as an exit ticket. Expected selections: UCS C, Greedy B, A* B. Remind students about HW1 due and Quiz 1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A9C89C7-9BE8-F233-3D27-DAA8E434E804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442E34-04EA-DA73-487C-B5F25BD7D92B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6: Informed Search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2450592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so far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remaining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			→ informed priority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4279392"/>
            <a:ext cx="749808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507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21992" y="4279392"/>
            <a:ext cx="749808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47672" y="4507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00984" y="4279392"/>
            <a:ext cx="749808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26664" y="4507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9976" y="4279392"/>
            <a:ext cx="749808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05656" y="4507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58968" y="4279392"/>
            <a:ext cx="749808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4507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50" dirty="0"/>
          </a:p>
        </p:txBody>
      </p:sp>
      <p:pic>
        <p:nvPicPr>
          <p:cNvPr id="16" name="Image 0" descr="/mnt/data/a_high_detail_sci_fi_infographic_concept_art_sce.png"/>
          <p:cNvPicPr>
            <a:picLocks noChangeAspect="1"/>
          </p:cNvPicPr>
          <p:nvPr/>
        </p:nvPicPr>
        <p:blipFill>
          <a:blip r:embed="rId3"/>
          <a:srcRect l="23984" r="23984"/>
          <a:stretch/>
        </p:blipFill>
        <p:spPr>
          <a:xfrm>
            <a:off x="6903720" y="1097280"/>
            <a:ext cx="4480560" cy="4846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280" y="60807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does not reveal the future. It gives search a defensible estimate of where to look next.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516E2D-F7BC-EC89-FBA3-702182B53482}"/>
              </a:ext>
            </a:extLst>
          </p:cNvPr>
          <p:cNvPicPr/>
          <p:nvPr/>
        </p:nvPicPr>
        <p:blipFill>
          <a:blip r:embed="rId4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knows the cost already incurred, but not what remains.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4663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2331720" cy="61722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2240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331720" cy="61722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673352"/>
            <a:ext cx="2240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171700"/>
            <a:ext cx="2331720" cy="61722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29057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71700"/>
            <a:ext cx="2331720" cy="61722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29057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2331720" cy="61722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46120" y="2788920"/>
            <a:ext cx="2331720" cy="61722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90779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3406140"/>
            <a:ext cx="2331720" cy="61722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52501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246120" y="3406140"/>
            <a:ext cx="2331720" cy="61722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525012"/>
            <a:ext cx="2240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63640" y="155448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1828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629400" y="233172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node does UCS select?</a:t>
            </a: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UCS know?</a:t>
            </a: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UCS not know?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0120" y="5074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add the missing piece: an estimate of future cost.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Lesson 6, students should be able to…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72768" y="186537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heuristics and their role in search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72768" y="300837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Greedy Search and A* Search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72767" y="4151376"/>
            <a:ext cx="99890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combining cost and heuristics affects search behavior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calculate g, h, and f; identify the next node for UCS, Greedy, and A*; explain why they differ.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relay recovery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waypoint problem. New information about what remains.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1417320" y="2514600"/>
            <a:ext cx="1508760" cy="77724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1417320" y="3291840"/>
            <a:ext cx="150876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Shape 6"/>
          <p:cNvSpPr/>
          <p:nvPr/>
        </p:nvSpPr>
        <p:spPr>
          <a:xfrm>
            <a:off x="2061972" y="279349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2098548" y="28300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61972" y="320497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2098548" y="32415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3291840"/>
            <a:ext cx="1508760" cy="86868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Shape 12"/>
          <p:cNvSpPr/>
          <p:nvPr/>
        </p:nvSpPr>
        <p:spPr>
          <a:xfrm>
            <a:off x="2061972" y="36164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2098548" y="36530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0" y="2514600"/>
            <a:ext cx="2011680" cy="82296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Shape 15"/>
          <p:cNvSpPr/>
          <p:nvPr/>
        </p:nvSpPr>
        <p:spPr>
          <a:xfrm>
            <a:off x="3822192" y="28163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3858768" y="28529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3337560"/>
            <a:ext cx="201168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Shape 18"/>
          <p:cNvSpPr/>
          <p:nvPr/>
        </p:nvSpPr>
        <p:spPr>
          <a:xfrm>
            <a:off x="3822192" y="322783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3858768" y="32644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2926080" y="3355848"/>
            <a:ext cx="2011680" cy="804672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Shape 21"/>
          <p:cNvSpPr/>
          <p:nvPr/>
        </p:nvSpPr>
        <p:spPr>
          <a:xfrm>
            <a:off x="3822192" y="363931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3858768" y="367588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79576" y="3054096"/>
            <a:ext cx="475488" cy="475488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1179576" y="31181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840" y="36118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88336" y="227685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2688336" y="234086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14600" y="28346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88336" y="309981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2688336" y="3163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14600" y="3657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88336" y="392277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Text 33"/>
          <p:cNvSpPr/>
          <p:nvPr/>
        </p:nvSpPr>
        <p:spPr>
          <a:xfrm>
            <a:off x="2688336" y="39867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514600" y="4480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0016" y="3099816"/>
            <a:ext cx="475488" cy="47548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8" name="Text 36"/>
          <p:cNvSpPr/>
          <p:nvPr/>
        </p:nvSpPr>
        <p:spPr>
          <a:xfrm>
            <a:off x="4700016" y="3163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26280" y="3657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5840" y="5376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labels = energy cost; h = estimated energy remaining.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1645920"/>
            <a:ext cx="46634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1920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lesson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6693408" y="2468880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93408" y="251460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995160" y="24231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6693408" y="2926080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93408" y="297180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995160" y="28803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costs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6693408" y="3383280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93408" y="342900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995160" y="33375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accumulated cost g(n)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6675120" y="3886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today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6693408" y="4425696"/>
            <a:ext cx="201168" cy="20116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93408" y="447141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6995160" y="4370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remaining-cost estimate h(n)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6446520" y="5349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could an estimate help the rover avoid exploring blindly?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heuristic?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estimates the remaining cost from a state to a goal.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2C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remaining cost from state </a:t>
            </a:r>
            <a:r>
              <a:rPr lang="en-US" sz="2800" b="1" i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a goal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01498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5074920" cy="448056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090672"/>
            <a:ext cx="4983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is…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2971800"/>
            <a:ext cx="5074920" cy="448056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3090672"/>
            <a:ext cx="4983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is not necessarily…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19856"/>
            <a:ext cx="5074920" cy="448056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estimate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3419856"/>
            <a:ext cx="5074920" cy="448056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3538728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remaining cost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867912"/>
            <a:ext cx="5074920" cy="448056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986784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problem knowledge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867912"/>
            <a:ext cx="5074920" cy="448056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5040" y="3986784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already incurred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4315968"/>
            <a:ext cx="5074920" cy="448056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4348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prioritize exploration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89320" y="4315968"/>
            <a:ext cx="5074920" cy="448056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4434840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guarantee of the best route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4764024"/>
            <a:ext cx="5074920" cy="448056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488289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goal-directed information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89320" y="4764024"/>
            <a:ext cx="5074920" cy="448056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488289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replacement for the goal test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 heuristics come from?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usually solves a simplified version of the problem.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73152" cy="105156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46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navigation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084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straight-line distance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73152" cy="105156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746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movement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Manhattan distance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73152" cy="10515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8200" y="1746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Lunar rover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084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terrain-distance energy estimate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77240" y="32918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291840"/>
            <a:ext cx="73152" cy="1051560"/>
          </a:xfrm>
          <a:prstGeom prst="rect">
            <a:avLst/>
          </a:prstGeom>
          <a:solidFill>
            <a:srgbClr val="6E60B8"/>
          </a:solidFill>
          <a:ln w="12700">
            <a:solidFill>
              <a:srgbClr val="6E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4381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7764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misplaced pieces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526280" y="32918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26280" y="3291840"/>
            <a:ext cx="73152" cy="105156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4381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investigation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37764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effort estimate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14400" y="539496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heuristics are informative enough to guide search and cheap enough to be worth computing.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quantities, three meanings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search separates cost so far from estimated cost remaining.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4013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0" y="3154680"/>
            <a:ext cx="3657600" cy="0"/>
          </a:xfrm>
          <a:prstGeom prst="line">
            <a:avLst/>
          </a:prstGeom>
          <a:noFill/>
          <a:ln w="381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3154680"/>
            <a:ext cx="333756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97380" y="3040380"/>
            <a:ext cx="228600" cy="228600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97380" y="31043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24728" y="2990088"/>
            <a:ext cx="329184" cy="329184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24728" y="305409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86900" y="3040380"/>
            <a:ext cx="228600" cy="2286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86900" y="31043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8952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044952" y="3895751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 = g(n) + h(n)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188720" y="4892040"/>
            <a:ext cx="9784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1" name="Shape 19"/>
          <p:cNvSpPr/>
          <p:nvPr/>
        </p:nvSpPr>
        <p:spPr>
          <a:xfrm>
            <a:off x="1188720" y="4892040"/>
            <a:ext cx="3261360" cy="26289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1234440" y="5010912"/>
            <a:ext cx="3169920" cy="9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50080" y="4892040"/>
            <a:ext cx="3261360" cy="26289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4" name="Text 22"/>
          <p:cNvSpPr/>
          <p:nvPr/>
        </p:nvSpPr>
        <p:spPr>
          <a:xfrm>
            <a:off x="4495800" y="5010912"/>
            <a:ext cx="3169920" cy="9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11440" y="4892040"/>
            <a:ext cx="3261360" cy="26289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6" name="Text 24"/>
          <p:cNvSpPr/>
          <p:nvPr/>
        </p:nvSpPr>
        <p:spPr>
          <a:xfrm>
            <a:off x="7757160" y="5010912"/>
            <a:ext cx="3169920" cy="9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88720" y="515493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1234440" y="527380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50080" y="515493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4495800" y="527380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cost from start to 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11440" y="515493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2" name="Text 30"/>
          <p:cNvSpPr/>
          <p:nvPr/>
        </p:nvSpPr>
        <p:spPr>
          <a:xfrm>
            <a:off x="7757160" y="527380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88720" y="5417820"/>
            <a:ext cx="3261360" cy="26289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1234440" y="553669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450080" y="5417820"/>
            <a:ext cx="3261360" cy="26289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34"/>
          <p:cNvSpPr/>
          <p:nvPr/>
        </p:nvSpPr>
        <p:spPr>
          <a:xfrm>
            <a:off x="4495800" y="553669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cost from n to goal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11440" y="5417820"/>
            <a:ext cx="3261360" cy="26289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36"/>
          <p:cNvSpPr/>
          <p:nvPr/>
        </p:nvSpPr>
        <p:spPr>
          <a:xfrm>
            <a:off x="7757160" y="553669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88720" y="568071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40" name="Text 38"/>
          <p:cNvSpPr/>
          <p:nvPr/>
        </p:nvSpPr>
        <p:spPr>
          <a:xfrm>
            <a:off x="1234440" y="579958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450080" y="568071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4495800" y="579958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 cost through 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11440" y="5680710"/>
            <a:ext cx="3261360" cy="26289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7757160" y="5799582"/>
            <a:ext cx="316992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/>
              <a:t>both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3DEA1B-C048-C4B2-2F32-41CBE216E3F8}"/>
              </a:ext>
            </a:extLst>
          </p:cNvPr>
          <p:cNvSpPr txBox="1"/>
          <p:nvPr/>
        </p:nvSpPr>
        <p:spPr>
          <a:xfrm>
            <a:off x="5811573" y="2900987"/>
            <a:ext cx="45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frontier, three questions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algorithms ask different questions about the same frontier.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4401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673352"/>
            <a:ext cx="1348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63140" y="1554480"/>
            <a:ext cx="14401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08860" y="1673352"/>
            <a:ext cx="1348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03320" y="1554480"/>
            <a:ext cx="14401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673352"/>
            <a:ext cx="1348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43500" y="1554480"/>
            <a:ext cx="14401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89220" y="1673352"/>
            <a:ext cx="1348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237744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263140" y="237744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8860" y="249631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03320" y="237744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249631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43500" y="237744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89220" y="249631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3200400"/>
            <a:ext cx="14401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31927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63140" y="3200400"/>
            <a:ext cx="14401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08860" y="331927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03320" y="3200400"/>
            <a:ext cx="14401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49040" y="331927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43500" y="3200400"/>
            <a:ext cx="14401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89220" y="331927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22960" y="402336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414223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263140" y="402336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08860" y="414223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03320" y="402336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49040" y="414223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143500" y="4023360"/>
            <a:ext cx="14401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89220" y="4142232"/>
            <a:ext cx="13487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995160" y="160020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7804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13816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cheapest path so far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0195560" y="176479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241280" y="18379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95160" y="274320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78040" y="2926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13816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appears closest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0195560" y="290779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241280" y="29809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95160" y="388620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7804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138160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estimated total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0195560" y="405079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241280" y="412394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41248" y="571500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86968" y="5843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215798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395728" y="571500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441448" y="5843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030" dirty="0"/>
          </a:p>
        </p:txBody>
      </p:sp>
      <p:sp>
        <p:nvSpPr>
          <p:cNvPr id="59" name="Shape 57"/>
          <p:cNvSpPr/>
          <p:nvPr/>
        </p:nvSpPr>
        <p:spPr>
          <a:xfrm>
            <a:off x="371246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950208" y="571500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995928" y="5843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r>
              <a:rPr lang="en-US" sz="1030" dirty="0">
                <a:solidFill>
                  <a:srgbClr val="6D7C8F"/>
                </a:solidFill>
                <a:latin typeface="Aptos" pitchFamily="34" charset="0"/>
              </a:rPr>
              <a:t>(</a:t>
            </a:r>
            <a:r>
              <a:rPr lang="en-US" sz="103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n)</a:t>
            </a:r>
            <a:endParaRPr lang="en-US" sz="1030" dirty="0"/>
          </a:p>
        </p:txBody>
      </p:sp>
      <p:sp>
        <p:nvSpPr>
          <p:cNvPr id="62" name="Shape 60"/>
          <p:cNvSpPr/>
          <p:nvPr/>
        </p:nvSpPr>
        <p:spPr>
          <a:xfrm>
            <a:off x="526694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504688" y="571500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550408" y="5843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30" dirty="0"/>
          </a:p>
        </p:txBody>
      </p:sp>
      <p:sp>
        <p:nvSpPr>
          <p:cNvPr id="65" name="Shape 63"/>
          <p:cNvSpPr/>
          <p:nvPr/>
        </p:nvSpPr>
        <p:spPr>
          <a:xfrm>
            <a:off x="682142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059168" y="5715000"/>
            <a:ext cx="1243584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104888" y="5843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3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6" grpId="0" animBg="1"/>
      <p:bldP spid="47" grpId="0" animBg="1"/>
      <p:bldP spid="48" grpId="0" animBg="1"/>
      <p:bldP spid="51" grpId="0" animBg="1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Best-First 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expands the frontier node with the lowest h(n).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" y="2369867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priority = h(n)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23877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it asks: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741699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frontier node appears closest to the goal right now?”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04146" y="1572768"/>
            <a:ext cx="3154680" cy="239012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7032746" y="1938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ignores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15626" y="2258567"/>
            <a:ext cx="2331720" cy="15696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 order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frontier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by the estimate of remaining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691640"/>
            <a:ext cx="2286000" cy="649224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810512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286000" cy="649224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810512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340864"/>
            <a:ext cx="2286000" cy="649224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4597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383280" y="2340864"/>
            <a:ext cx="2286000" cy="649224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24597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7280" y="2990088"/>
            <a:ext cx="2286000" cy="649224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383280" y="2990088"/>
            <a:ext cx="2286000" cy="649224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97280" y="3639312"/>
            <a:ext cx="2286000" cy="649224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3758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383280" y="3639312"/>
            <a:ext cx="2286000" cy="649224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3758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97280" y="4288536"/>
            <a:ext cx="2286000" cy="649224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4407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3383280" y="4288536"/>
            <a:ext cx="2286000" cy="649224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4407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4343400" cy="2240280"/>
          </a:xfrm>
          <a:prstGeom prst="roundRect">
            <a:avLst>
              <a:gd name="adj" fmla="val 3265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0" y="2240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selects D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20840" y="29718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h(n) = 1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720840" y="3520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because it was added first.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because it is cheapest so far.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Greedy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what changes when the estimate drives the frontier.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73420"/>
            <a:ext cx="5212080" cy="37947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49389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labels = energy cost; h = estimated energy remaining.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3882" y="1716323"/>
            <a:ext cx="5674048" cy="2780091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73882" y="1716322"/>
            <a:ext cx="1245870" cy="54823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6219602" y="1835195"/>
            <a:ext cx="1154430" cy="44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19752" y="1716322"/>
            <a:ext cx="1245870" cy="54823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/>
          <p:nvPr/>
        </p:nvSpPr>
        <p:spPr>
          <a:xfrm>
            <a:off x="7465472" y="1835195"/>
            <a:ext cx="1154430" cy="44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65622" y="1716322"/>
            <a:ext cx="3182308" cy="54823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Text 45"/>
          <p:cNvSpPr/>
          <p:nvPr/>
        </p:nvSpPr>
        <p:spPr>
          <a:xfrm>
            <a:off x="8711342" y="1835195"/>
            <a:ext cx="2948744" cy="44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h(n)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3882" y="2837858"/>
            <a:ext cx="1245870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Text 49"/>
          <p:cNvSpPr/>
          <p:nvPr/>
        </p:nvSpPr>
        <p:spPr>
          <a:xfrm>
            <a:off x="6219602" y="2956731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7419752" y="2837858"/>
            <a:ext cx="1245870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3" name="Text 51"/>
          <p:cNvSpPr/>
          <p:nvPr/>
        </p:nvSpPr>
        <p:spPr>
          <a:xfrm>
            <a:off x="7465472" y="2956731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8665622" y="2837858"/>
            <a:ext cx="3182308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Text 53"/>
          <p:cNvSpPr/>
          <p:nvPr/>
        </p:nvSpPr>
        <p:spPr>
          <a:xfrm>
            <a:off x="8711342" y="2956731"/>
            <a:ext cx="2948744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((S,B),1), ((S,A),6), ((S,C),7)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173882" y="3392809"/>
            <a:ext cx="1245870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Text 57"/>
          <p:cNvSpPr/>
          <p:nvPr/>
        </p:nvSpPr>
        <p:spPr>
          <a:xfrm>
            <a:off x="6219602" y="3511682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7419752" y="3392809"/>
            <a:ext cx="1245870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1" name="Text 59"/>
          <p:cNvSpPr/>
          <p:nvPr/>
        </p:nvSpPr>
        <p:spPr>
          <a:xfrm>
            <a:off x="7465472" y="3511682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8665622" y="3392809"/>
            <a:ext cx="3182308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Text 61"/>
          <p:cNvSpPr/>
          <p:nvPr/>
        </p:nvSpPr>
        <p:spPr>
          <a:xfrm>
            <a:off x="8711342" y="3511682"/>
            <a:ext cx="2948744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((S,B,G,0)), ((S,A),6), ((S,C),7)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173882" y="3948179"/>
            <a:ext cx="1245870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Text 65"/>
          <p:cNvSpPr/>
          <p:nvPr/>
        </p:nvSpPr>
        <p:spPr>
          <a:xfrm>
            <a:off x="6219602" y="4067052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</a:rPr>
              <a:t>3</a:t>
            </a: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7419752" y="3948179"/>
            <a:ext cx="1245870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9" name="Text 67"/>
          <p:cNvSpPr/>
          <p:nvPr/>
        </p:nvSpPr>
        <p:spPr>
          <a:xfrm>
            <a:off x="7465472" y="4067052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8665622" y="3948179"/>
            <a:ext cx="3182308" cy="548235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Text 69"/>
          <p:cNvSpPr/>
          <p:nvPr/>
        </p:nvSpPr>
        <p:spPr>
          <a:xfrm>
            <a:off x="8711342" y="4067052"/>
            <a:ext cx="2948744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found</a:t>
            </a: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914400" y="5687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heads toward the node that appears closest—even if reaching it was expensive.</a:t>
            </a:r>
            <a:endParaRPr lang="en-US" sz="2000" dirty="0"/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07042B63-D0E8-E8D5-5775-E7C33F2028BC}"/>
              </a:ext>
            </a:extLst>
          </p:cNvPr>
          <p:cNvSpPr/>
          <p:nvPr/>
        </p:nvSpPr>
        <p:spPr>
          <a:xfrm flipV="1">
            <a:off x="1417320" y="2570700"/>
            <a:ext cx="1508760" cy="77724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45C342AB-6E94-127E-129B-35CB89C8B901}"/>
              </a:ext>
            </a:extLst>
          </p:cNvPr>
          <p:cNvSpPr/>
          <p:nvPr/>
        </p:nvSpPr>
        <p:spPr>
          <a:xfrm>
            <a:off x="1417320" y="3347940"/>
            <a:ext cx="150876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7AF07B21-79AC-12A6-3B65-5FB4FC99DB9F}"/>
              </a:ext>
            </a:extLst>
          </p:cNvPr>
          <p:cNvSpPr/>
          <p:nvPr/>
        </p:nvSpPr>
        <p:spPr>
          <a:xfrm>
            <a:off x="2061972" y="284959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D03BBE5F-04D7-5CEF-FA2B-4D451CC705A5}"/>
              </a:ext>
            </a:extLst>
          </p:cNvPr>
          <p:cNvSpPr/>
          <p:nvPr/>
        </p:nvSpPr>
        <p:spPr>
          <a:xfrm>
            <a:off x="2098548" y="28861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6813B64B-4C9C-3376-2D4C-9B04B2977259}"/>
              </a:ext>
            </a:extLst>
          </p:cNvPr>
          <p:cNvSpPr/>
          <p:nvPr/>
        </p:nvSpPr>
        <p:spPr>
          <a:xfrm>
            <a:off x="2061972" y="326107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6" name="Text 10">
            <a:extLst>
              <a:ext uri="{FF2B5EF4-FFF2-40B4-BE49-F238E27FC236}">
                <a16:creationId xmlns:a16="http://schemas.microsoft.com/office/drawing/2014/main" id="{A85D3157-C325-D7A6-DFF7-C0FA8ECE2B5A}"/>
              </a:ext>
            </a:extLst>
          </p:cNvPr>
          <p:cNvSpPr/>
          <p:nvPr/>
        </p:nvSpPr>
        <p:spPr>
          <a:xfrm>
            <a:off x="2098548" y="32976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88" name="Shape 11">
            <a:extLst>
              <a:ext uri="{FF2B5EF4-FFF2-40B4-BE49-F238E27FC236}">
                <a16:creationId xmlns:a16="http://schemas.microsoft.com/office/drawing/2014/main" id="{BDE100B2-AA96-1A58-CA95-82C650E04D91}"/>
              </a:ext>
            </a:extLst>
          </p:cNvPr>
          <p:cNvSpPr/>
          <p:nvPr/>
        </p:nvSpPr>
        <p:spPr>
          <a:xfrm>
            <a:off x="1417320" y="3347940"/>
            <a:ext cx="1508760" cy="86868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3FBC07CC-EBBF-25A9-6DC2-8ADC48F7A761}"/>
              </a:ext>
            </a:extLst>
          </p:cNvPr>
          <p:cNvSpPr/>
          <p:nvPr/>
        </p:nvSpPr>
        <p:spPr>
          <a:xfrm>
            <a:off x="2061972" y="36725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7C8FD798-92F1-2D46-B179-8146C62E30AD}"/>
              </a:ext>
            </a:extLst>
          </p:cNvPr>
          <p:cNvSpPr/>
          <p:nvPr/>
        </p:nvSpPr>
        <p:spPr>
          <a:xfrm>
            <a:off x="2098548" y="37091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D8E4DF3E-6294-8FF2-1F1A-94F815509D26}"/>
              </a:ext>
            </a:extLst>
          </p:cNvPr>
          <p:cNvSpPr/>
          <p:nvPr/>
        </p:nvSpPr>
        <p:spPr>
          <a:xfrm>
            <a:off x="2926080" y="2570700"/>
            <a:ext cx="2011680" cy="82296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6489C772-4D1C-D89D-2289-F93C343CBB7C}"/>
              </a:ext>
            </a:extLst>
          </p:cNvPr>
          <p:cNvSpPr/>
          <p:nvPr/>
        </p:nvSpPr>
        <p:spPr>
          <a:xfrm>
            <a:off x="3822192" y="28724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E6E57B3C-6109-E6BB-35DA-C6628D4A9BB5}"/>
              </a:ext>
            </a:extLst>
          </p:cNvPr>
          <p:cNvSpPr/>
          <p:nvPr/>
        </p:nvSpPr>
        <p:spPr>
          <a:xfrm>
            <a:off x="3858768" y="29090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100" name="Shape 17">
            <a:extLst>
              <a:ext uri="{FF2B5EF4-FFF2-40B4-BE49-F238E27FC236}">
                <a16:creationId xmlns:a16="http://schemas.microsoft.com/office/drawing/2014/main" id="{25DCD2E2-30FF-7612-812B-BE848CDF6367}"/>
              </a:ext>
            </a:extLst>
          </p:cNvPr>
          <p:cNvSpPr/>
          <p:nvPr/>
        </p:nvSpPr>
        <p:spPr>
          <a:xfrm>
            <a:off x="2926080" y="3393660"/>
            <a:ext cx="201168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id="{037CE17C-5601-D01A-4801-6A3188BC68E3}"/>
              </a:ext>
            </a:extLst>
          </p:cNvPr>
          <p:cNvSpPr/>
          <p:nvPr/>
        </p:nvSpPr>
        <p:spPr>
          <a:xfrm>
            <a:off x="3822192" y="328393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4" name="Text 19">
            <a:extLst>
              <a:ext uri="{FF2B5EF4-FFF2-40B4-BE49-F238E27FC236}">
                <a16:creationId xmlns:a16="http://schemas.microsoft.com/office/drawing/2014/main" id="{9793C147-766A-8410-D35D-1EDAC05FF0A1}"/>
              </a:ext>
            </a:extLst>
          </p:cNvPr>
          <p:cNvSpPr/>
          <p:nvPr/>
        </p:nvSpPr>
        <p:spPr>
          <a:xfrm>
            <a:off x="3858768" y="33205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DB1C8AB0-DEA2-AA71-F331-56767B068D93}"/>
              </a:ext>
            </a:extLst>
          </p:cNvPr>
          <p:cNvSpPr/>
          <p:nvPr/>
        </p:nvSpPr>
        <p:spPr>
          <a:xfrm flipV="1">
            <a:off x="2926080" y="3411948"/>
            <a:ext cx="2011680" cy="804672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8" name="Shape 21">
            <a:extLst>
              <a:ext uri="{FF2B5EF4-FFF2-40B4-BE49-F238E27FC236}">
                <a16:creationId xmlns:a16="http://schemas.microsoft.com/office/drawing/2014/main" id="{DC0A4D2A-B57A-FF43-1FF5-22A8D8B62D98}"/>
              </a:ext>
            </a:extLst>
          </p:cNvPr>
          <p:cNvSpPr/>
          <p:nvPr/>
        </p:nvSpPr>
        <p:spPr>
          <a:xfrm>
            <a:off x="3822192" y="369541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EEABAE0-7C2D-C4BD-53DB-BE566EA716AB}"/>
              </a:ext>
            </a:extLst>
          </p:cNvPr>
          <p:cNvSpPr/>
          <p:nvPr/>
        </p:nvSpPr>
        <p:spPr>
          <a:xfrm>
            <a:off x="3858768" y="373198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112" name="Shape 23">
            <a:extLst>
              <a:ext uri="{FF2B5EF4-FFF2-40B4-BE49-F238E27FC236}">
                <a16:creationId xmlns:a16="http://schemas.microsoft.com/office/drawing/2014/main" id="{E49D1C51-96E3-62D8-E06D-CC9CDB37B9CB}"/>
              </a:ext>
            </a:extLst>
          </p:cNvPr>
          <p:cNvSpPr/>
          <p:nvPr/>
        </p:nvSpPr>
        <p:spPr>
          <a:xfrm>
            <a:off x="1179576" y="3110196"/>
            <a:ext cx="475488" cy="475488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EFA0260E-DEAA-4D73-32A2-5A0EF3FD8EA3}"/>
              </a:ext>
            </a:extLst>
          </p:cNvPr>
          <p:cNvSpPr/>
          <p:nvPr/>
        </p:nvSpPr>
        <p:spPr>
          <a:xfrm>
            <a:off x="1179576" y="31742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</p:txBody>
      </p:sp>
      <p:sp>
        <p:nvSpPr>
          <p:cNvPr id="116" name="Text 25">
            <a:extLst>
              <a:ext uri="{FF2B5EF4-FFF2-40B4-BE49-F238E27FC236}">
                <a16:creationId xmlns:a16="http://schemas.microsoft.com/office/drawing/2014/main" id="{8A505797-CCF8-CAD9-7B5D-1CE23F04ECD9}"/>
              </a:ext>
            </a:extLst>
          </p:cNvPr>
          <p:cNvSpPr/>
          <p:nvPr/>
        </p:nvSpPr>
        <p:spPr>
          <a:xfrm>
            <a:off x="1005840" y="36679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h=8</a:t>
            </a:r>
            <a:endParaRPr lang="en-US" sz="1050" dirty="0"/>
          </a:p>
        </p:txBody>
      </p:sp>
      <p:sp>
        <p:nvSpPr>
          <p:cNvPr id="118" name="Shape 26">
            <a:extLst>
              <a:ext uri="{FF2B5EF4-FFF2-40B4-BE49-F238E27FC236}">
                <a16:creationId xmlns:a16="http://schemas.microsoft.com/office/drawing/2014/main" id="{81BE3005-7A50-378F-0D93-D393B331492D}"/>
              </a:ext>
            </a:extLst>
          </p:cNvPr>
          <p:cNvSpPr/>
          <p:nvPr/>
        </p:nvSpPr>
        <p:spPr>
          <a:xfrm>
            <a:off x="2688336" y="233295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0" name="Text 27">
            <a:extLst>
              <a:ext uri="{FF2B5EF4-FFF2-40B4-BE49-F238E27FC236}">
                <a16:creationId xmlns:a16="http://schemas.microsoft.com/office/drawing/2014/main" id="{7A6372C6-6C19-734B-BD22-DBAA92E5A408}"/>
              </a:ext>
            </a:extLst>
          </p:cNvPr>
          <p:cNvSpPr/>
          <p:nvPr/>
        </p:nvSpPr>
        <p:spPr>
          <a:xfrm>
            <a:off x="2688336" y="239696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122" name="Text 28">
            <a:extLst>
              <a:ext uri="{FF2B5EF4-FFF2-40B4-BE49-F238E27FC236}">
                <a16:creationId xmlns:a16="http://schemas.microsoft.com/office/drawing/2014/main" id="{E93E0949-7B8E-C0E3-45C3-1D838E1CA492}"/>
              </a:ext>
            </a:extLst>
          </p:cNvPr>
          <p:cNvSpPr/>
          <p:nvPr/>
        </p:nvSpPr>
        <p:spPr>
          <a:xfrm>
            <a:off x="2514600" y="28907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h=6</a:t>
            </a:r>
            <a:endParaRPr lang="en-US" sz="1050" dirty="0"/>
          </a:p>
        </p:txBody>
      </p:sp>
      <p:sp>
        <p:nvSpPr>
          <p:cNvPr id="124" name="Shape 29">
            <a:extLst>
              <a:ext uri="{FF2B5EF4-FFF2-40B4-BE49-F238E27FC236}">
                <a16:creationId xmlns:a16="http://schemas.microsoft.com/office/drawing/2014/main" id="{C42A6822-26D5-6392-6E73-DB52273103FA}"/>
              </a:ext>
            </a:extLst>
          </p:cNvPr>
          <p:cNvSpPr/>
          <p:nvPr/>
        </p:nvSpPr>
        <p:spPr>
          <a:xfrm>
            <a:off x="2688336" y="3155916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6" name="Text 30">
            <a:extLst>
              <a:ext uri="{FF2B5EF4-FFF2-40B4-BE49-F238E27FC236}">
                <a16:creationId xmlns:a16="http://schemas.microsoft.com/office/drawing/2014/main" id="{C996700C-4442-D476-A495-6CEA4606F833}"/>
              </a:ext>
            </a:extLst>
          </p:cNvPr>
          <p:cNvSpPr/>
          <p:nvPr/>
        </p:nvSpPr>
        <p:spPr>
          <a:xfrm>
            <a:off x="2688336" y="32199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128" name="Text 31">
            <a:extLst>
              <a:ext uri="{FF2B5EF4-FFF2-40B4-BE49-F238E27FC236}">
                <a16:creationId xmlns:a16="http://schemas.microsoft.com/office/drawing/2014/main" id="{0E01A2B7-F916-F6DB-ED63-9186A955E922}"/>
              </a:ext>
            </a:extLst>
          </p:cNvPr>
          <p:cNvSpPr/>
          <p:nvPr/>
        </p:nvSpPr>
        <p:spPr>
          <a:xfrm>
            <a:off x="2514600" y="37137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h=1</a:t>
            </a:r>
            <a:endParaRPr lang="en-US" sz="1050" dirty="0"/>
          </a:p>
        </p:txBody>
      </p:sp>
      <p:sp>
        <p:nvSpPr>
          <p:cNvPr id="130" name="Shape 32">
            <a:extLst>
              <a:ext uri="{FF2B5EF4-FFF2-40B4-BE49-F238E27FC236}">
                <a16:creationId xmlns:a16="http://schemas.microsoft.com/office/drawing/2014/main" id="{9521355B-820B-CC2F-4789-FA9492C66665}"/>
              </a:ext>
            </a:extLst>
          </p:cNvPr>
          <p:cNvSpPr/>
          <p:nvPr/>
        </p:nvSpPr>
        <p:spPr>
          <a:xfrm>
            <a:off x="2688336" y="397887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2" name="Text 33">
            <a:extLst>
              <a:ext uri="{FF2B5EF4-FFF2-40B4-BE49-F238E27FC236}">
                <a16:creationId xmlns:a16="http://schemas.microsoft.com/office/drawing/2014/main" id="{87E02A62-0E54-362F-6E36-6B4ACD4A7D9F}"/>
              </a:ext>
            </a:extLst>
          </p:cNvPr>
          <p:cNvSpPr/>
          <p:nvPr/>
        </p:nvSpPr>
        <p:spPr>
          <a:xfrm>
            <a:off x="2688336" y="40428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9544FC47-8011-B218-839F-38461420A791}"/>
              </a:ext>
            </a:extLst>
          </p:cNvPr>
          <p:cNvSpPr/>
          <p:nvPr/>
        </p:nvSpPr>
        <p:spPr>
          <a:xfrm>
            <a:off x="2514600" y="45366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h=7</a:t>
            </a:r>
            <a:endParaRPr lang="en-US" sz="1050" dirty="0"/>
          </a:p>
        </p:txBody>
      </p:sp>
      <p:sp>
        <p:nvSpPr>
          <p:cNvPr id="136" name="Shape 35">
            <a:extLst>
              <a:ext uri="{FF2B5EF4-FFF2-40B4-BE49-F238E27FC236}">
                <a16:creationId xmlns:a16="http://schemas.microsoft.com/office/drawing/2014/main" id="{CE6AEEC6-5FCA-1E5B-3511-8635105DA2A1}"/>
              </a:ext>
            </a:extLst>
          </p:cNvPr>
          <p:cNvSpPr/>
          <p:nvPr/>
        </p:nvSpPr>
        <p:spPr>
          <a:xfrm>
            <a:off x="4700016" y="3155916"/>
            <a:ext cx="475488" cy="47548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8" name="Text 36">
            <a:extLst>
              <a:ext uri="{FF2B5EF4-FFF2-40B4-BE49-F238E27FC236}">
                <a16:creationId xmlns:a16="http://schemas.microsoft.com/office/drawing/2014/main" id="{33C9BCFB-0F0D-0172-B639-DA4C7FFB46FA}"/>
              </a:ext>
            </a:extLst>
          </p:cNvPr>
          <p:cNvSpPr/>
          <p:nvPr/>
        </p:nvSpPr>
        <p:spPr>
          <a:xfrm>
            <a:off x="4700016" y="32199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000" dirty="0"/>
          </a:p>
        </p:txBody>
      </p:sp>
      <p:sp>
        <p:nvSpPr>
          <p:cNvPr id="140" name="Text 37">
            <a:extLst>
              <a:ext uri="{FF2B5EF4-FFF2-40B4-BE49-F238E27FC236}">
                <a16:creationId xmlns:a16="http://schemas.microsoft.com/office/drawing/2014/main" id="{260FF2D2-8939-2C9C-5AAE-E6E9F315BE26}"/>
              </a:ext>
            </a:extLst>
          </p:cNvPr>
          <p:cNvSpPr/>
          <p:nvPr/>
        </p:nvSpPr>
        <p:spPr>
          <a:xfrm>
            <a:off x="4526280" y="37137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h=0</a:t>
            </a:r>
            <a:endParaRPr lang="en-US" sz="1050" dirty="0"/>
          </a:p>
        </p:txBody>
      </p:sp>
      <p:sp>
        <p:nvSpPr>
          <p:cNvPr id="7" name="Shape 56">
            <a:extLst>
              <a:ext uri="{FF2B5EF4-FFF2-40B4-BE49-F238E27FC236}">
                <a16:creationId xmlns:a16="http://schemas.microsoft.com/office/drawing/2014/main" id="{F3A72C8A-EDAF-A1DE-3B62-BEA277F16229}"/>
              </a:ext>
            </a:extLst>
          </p:cNvPr>
          <p:cNvSpPr/>
          <p:nvPr/>
        </p:nvSpPr>
        <p:spPr>
          <a:xfrm>
            <a:off x="6173882" y="2282377"/>
            <a:ext cx="1245870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57">
            <a:extLst>
              <a:ext uri="{FF2B5EF4-FFF2-40B4-BE49-F238E27FC236}">
                <a16:creationId xmlns:a16="http://schemas.microsoft.com/office/drawing/2014/main" id="{791D1A3F-7E93-CCFF-61F4-19BEA83D4F73}"/>
              </a:ext>
            </a:extLst>
          </p:cNvPr>
          <p:cNvSpPr/>
          <p:nvPr/>
        </p:nvSpPr>
        <p:spPr>
          <a:xfrm>
            <a:off x="6219602" y="2401250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</a:rPr>
              <a:t>0</a:t>
            </a:r>
            <a:endParaRPr lang="en-US" dirty="0"/>
          </a:p>
        </p:txBody>
      </p:sp>
      <p:sp>
        <p:nvSpPr>
          <p:cNvPr id="9" name="Shape 58">
            <a:extLst>
              <a:ext uri="{FF2B5EF4-FFF2-40B4-BE49-F238E27FC236}">
                <a16:creationId xmlns:a16="http://schemas.microsoft.com/office/drawing/2014/main" id="{FF6FCE15-D193-05B5-EC8A-EA883366C260}"/>
              </a:ext>
            </a:extLst>
          </p:cNvPr>
          <p:cNvSpPr/>
          <p:nvPr/>
        </p:nvSpPr>
        <p:spPr>
          <a:xfrm>
            <a:off x="7419752" y="2282377"/>
            <a:ext cx="1245870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59">
            <a:extLst>
              <a:ext uri="{FF2B5EF4-FFF2-40B4-BE49-F238E27FC236}">
                <a16:creationId xmlns:a16="http://schemas.microsoft.com/office/drawing/2014/main" id="{52ECDAB5-20EF-1456-758C-FCF62A23E6A8}"/>
              </a:ext>
            </a:extLst>
          </p:cNvPr>
          <p:cNvSpPr/>
          <p:nvPr/>
        </p:nvSpPr>
        <p:spPr>
          <a:xfrm>
            <a:off x="7465472" y="2401250"/>
            <a:ext cx="1154430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32033"/>
                </a:solidFill>
                <a:latin typeface="Aptos" pitchFamily="34" charset="0"/>
              </a:rPr>
              <a:t>--</a:t>
            </a:r>
            <a:endParaRPr lang="en-US" dirty="0"/>
          </a:p>
        </p:txBody>
      </p:sp>
      <p:sp>
        <p:nvSpPr>
          <p:cNvPr id="11" name="Shape 60">
            <a:extLst>
              <a:ext uri="{FF2B5EF4-FFF2-40B4-BE49-F238E27FC236}">
                <a16:creationId xmlns:a16="http://schemas.microsoft.com/office/drawing/2014/main" id="{975F0B10-0026-CFE8-2027-290C7043DB93}"/>
              </a:ext>
            </a:extLst>
          </p:cNvPr>
          <p:cNvSpPr/>
          <p:nvPr/>
        </p:nvSpPr>
        <p:spPr>
          <a:xfrm>
            <a:off x="8665622" y="2282377"/>
            <a:ext cx="3182308" cy="548235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61">
            <a:extLst>
              <a:ext uri="{FF2B5EF4-FFF2-40B4-BE49-F238E27FC236}">
                <a16:creationId xmlns:a16="http://schemas.microsoft.com/office/drawing/2014/main" id="{CE657267-7333-A677-1005-8A4B7CE86806}"/>
              </a:ext>
            </a:extLst>
          </p:cNvPr>
          <p:cNvSpPr/>
          <p:nvPr/>
        </p:nvSpPr>
        <p:spPr>
          <a:xfrm>
            <a:off x="8711342" y="2401250"/>
            <a:ext cx="2948744" cy="45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32033"/>
                </a:solidFill>
                <a:latin typeface="Aptos" pitchFamily="34" charset="0"/>
              </a:rPr>
              <a:t>(S, 8)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can be shortsighted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 h(n) can hide an expensive path already taken.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257300" cy="7010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11658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171700" y="1645920"/>
            <a:ext cx="1257300" cy="7010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17420" y="1764792"/>
            <a:ext cx="11658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1257300" cy="7010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11658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86300" y="1645920"/>
            <a:ext cx="1257300" cy="7010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2020" y="1764792"/>
            <a:ext cx="11658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g+h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2346960"/>
            <a:ext cx="1257300" cy="7010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46583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171700" y="2346960"/>
            <a:ext cx="1257300" cy="7010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17420" y="246583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29000" y="2346960"/>
            <a:ext cx="1257300" cy="7010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246583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86300" y="2346960"/>
            <a:ext cx="1257300" cy="7010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2020" y="246583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4400" y="3048000"/>
            <a:ext cx="1257300" cy="7010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16687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171700" y="3048000"/>
            <a:ext cx="1257300" cy="7010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17420" y="316687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429000" y="3048000"/>
            <a:ext cx="1257300" cy="7010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316687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686300" y="3048000"/>
            <a:ext cx="1257300" cy="7010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32020" y="3166872"/>
            <a:ext cx="116586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92240" y="164592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FF6D6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selects B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12280" y="2743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h(B)=1 is the smallest estimate remaining.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1440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A has a lower estimated total cost through the node.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 and limitations of Greedy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is useful, but its guarantee is not the same as UCS or A*.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149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5074920" cy="658368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89320" y="1645920"/>
            <a:ext cx="5074920" cy="658368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76479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304288"/>
            <a:ext cx="5074920" cy="658368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strongly goal-directed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89320" y="2304288"/>
            <a:ext cx="5074920" cy="658368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ignores cost already incurred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2962656"/>
            <a:ext cx="5074920" cy="6583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0815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reach a goal quickly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89320" y="2962656"/>
            <a:ext cx="5074920" cy="6583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308152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follow misleading estimates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3621024"/>
            <a:ext cx="5074920" cy="658368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73989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expand fewer nodes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3621024"/>
            <a:ext cx="5074920" cy="658368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373989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generally guarantee least cost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" y="4279392"/>
            <a:ext cx="5074920" cy="6583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43982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frontier rule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89320" y="4279392"/>
            <a:ext cx="5074920" cy="65836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43982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depends heavily on h(n)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trusts the estimate.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balances past and future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expands the node with the smallest estimated total solution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 = g(n) + h(n)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172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143000" y="36758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already paid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2971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3172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846320" y="36758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cost remaining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321040" y="29718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0" y="31729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549640" y="36758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 through 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does not simply chase the closest-looking state. It asks what complete route looks cheapest.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frontier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f(n), then select the smallest value.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6126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531620" cy="713232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08860" y="1508760"/>
            <a:ext cx="1531620" cy="713232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54580" y="162763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1531620" cy="713232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162763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72100" y="1508760"/>
            <a:ext cx="1531620" cy="713232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17820" y="1627632"/>
            <a:ext cx="1440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221992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308860" y="2221992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4580" y="2340864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40480" y="2221992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2340864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72100" y="2221992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17820" y="2340864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2935224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054096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308860" y="2935224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54580" y="3054096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840480" y="2935224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86200" y="3054096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72100" y="2935224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17820" y="3054096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77240" y="3648456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3767328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308860" y="3648456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54580" y="3767328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40480" y="3648456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86200" y="3767328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372100" y="3648456"/>
            <a:ext cx="1531620" cy="713232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17820" y="3767328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77240" y="4361688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4480560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308860" y="4361688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354580" y="4480560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840480" y="4361688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86200" y="4480560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372100" y="4361688"/>
            <a:ext cx="1531620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17820" y="4480560"/>
            <a:ext cx="1440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60920" y="1691640"/>
            <a:ext cx="3566160" cy="3063240"/>
          </a:xfrm>
          <a:prstGeom prst="roundRect">
            <a:avLst>
              <a:gd name="adj" fmla="val 2388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3524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Selections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7863840" y="26974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→ P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→ 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→ Q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914400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frontier. Different priority rule.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A*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may reject the smallest h if getting there was too expensive.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5376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labels = energy cost; h = estimated energy remaining.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1508759"/>
            <a:ext cx="4983480" cy="3169827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Shape 40"/>
          <p:cNvSpPr/>
          <p:nvPr/>
        </p:nvSpPr>
        <p:spPr>
          <a:xfrm>
            <a:off x="6263640" y="1508760"/>
            <a:ext cx="880110" cy="45129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6309360" y="1627632"/>
            <a:ext cx="815515" cy="36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44872" y="1508760"/>
            <a:ext cx="880110" cy="45129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/>
          <p:nvPr/>
        </p:nvSpPr>
        <p:spPr>
          <a:xfrm>
            <a:off x="7190592" y="1627632"/>
            <a:ext cx="815515" cy="36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35692" y="1508760"/>
            <a:ext cx="3211428" cy="451295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Text 45"/>
          <p:cNvSpPr/>
          <p:nvPr/>
        </p:nvSpPr>
        <p:spPr>
          <a:xfrm>
            <a:off x="8134233" y="1627632"/>
            <a:ext cx="2975727" cy="36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f(n)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63640" y="1959269"/>
            <a:ext cx="880110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Text 49"/>
          <p:cNvSpPr/>
          <p:nvPr/>
        </p:nvSpPr>
        <p:spPr>
          <a:xfrm>
            <a:off x="6309360" y="2117374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144872" y="1959269"/>
            <a:ext cx="880110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3" name="Text 51"/>
          <p:cNvSpPr/>
          <p:nvPr/>
        </p:nvSpPr>
        <p:spPr>
          <a:xfrm>
            <a:off x="7190592" y="2117374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</a:rPr>
              <a:t>--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035692" y="1959269"/>
            <a:ext cx="3211428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Text 53"/>
          <p:cNvSpPr/>
          <p:nvPr/>
        </p:nvSpPr>
        <p:spPr>
          <a:xfrm>
            <a:off x="8134233" y="2117374"/>
            <a:ext cx="2975727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</a:rPr>
              <a:t>((S),0+8)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263640" y="2643246"/>
            <a:ext cx="880110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9" name="Text 57"/>
          <p:cNvSpPr/>
          <p:nvPr/>
        </p:nvSpPr>
        <p:spPr>
          <a:xfrm>
            <a:off x="6309360" y="2801351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144872" y="2643246"/>
            <a:ext cx="880110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1" name="Text 59"/>
          <p:cNvSpPr/>
          <p:nvPr/>
        </p:nvSpPr>
        <p:spPr>
          <a:xfrm>
            <a:off x="7190592" y="2801351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</a:rPr>
              <a:t>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035692" y="2643246"/>
            <a:ext cx="3211428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134233" y="2801351"/>
            <a:ext cx="2975727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263640" y="3310394"/>
            <a:ext cx="880110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7" name="Text 65"/>
          <p:cNvSpPr/>
          <p:nvPr/>
        </p:nvSpPr>
        <p:spPr>
          <a:xfrm>
            <a:off x="6309360" y="3468499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144872" y="3310394"/>
            <a:ext cx="880110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9" name="Text 67"/>
          <p:cNvSpPr/>
          <p:nvPr/>
        </p:nvSpPr>
        <p:spPr>
          <a:xfrm>
            <a:off x="7190592" y="3468499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033"/>
                </a:solidFill>
                <a:latin typeface="Aptos" pitchFamily="34" charset="0"/>
              </a:rPr>
              <a:t>A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035692" y="3310394"/>
            <a:ext cx="3211428" cy="690371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1" name="Text 69"/>
          <p:cNvSpPr/>
          <p:nvPr/>
        </p:nvSpPr>
        <p:spPr>
          <a:xfrm>
            <a:off x="8134233" y="3468499"/>
            <a:ext cx="2975727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((S,A,G),(8)+0), ((S,B),11), ((S,C),11)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914400" y="5895131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chose B; A* chooses A because 2 + 6 beats 10 + 1.</a:t>
            </a:r>
            <a:endParaRPr lang="en-US" sz="2000" dirty="0"/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7AFCEF22-F87C-2C6D-B51E-326D3BC02F8B}"/>
              </a:ext>
            </a:extLst>
          </p:cNvPr>
          <p:cNvSpPr/>
          <p:nvPr/>
        </p:nvSpPr>
        <p:spPr>
          <a:xfrm flipV="1">
            <a:off x="1417320" y="2514600"/>
            <a:ext cx="1508760" cy="77724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842E1794-3FA9-C6B9-34DD-A23F49FA3DBD}"/>
              </a:ext>
            </a:extLst>
          </p:cNvPr>
          <p:cNvSpPr/>
          <p:nvPr/>
        </p:nvSpPr>
        <p:spPr>
          <a:xfrm>
            <a:off x="1417320" y="3291840"/>
            <a:ext cx="150876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BC6F2579-B4D5-C08B-0F56-EAEEB6E32059}"/>
              </a:ext>
            </a:extLst>
          </p:cNvPr>
          <p:cNvSpPr/>
          <p:nvPr/>
        </p:nvSpPr>
        <p:spPr>
          <a:xfrm>
            <a:off x="2061972" y="279349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67DC1883-7BCA-84BD-C501-C504BD4F43A2}"/>
              </a:ext>
            </a:extLst>
          </p:cNvPr>
          <p:cNvSpPr/>
          <p:nvPr/>
        </p:nvSpPr>
        <p:spPr>
          <a:xfrm>
            <a:off x="2098548" y="28300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97564C4C-24A0-4580-26DC-CE4AF1F85BEC}"/>
              </a:ext>
            </a:extLst>
          </p:cNvPr>
          <p:cNvSpPr/>
          <p:nvPr/>
        </p:nvSpPr>
        <p:spPr>
          <a:xfrm>
            <a:off x="2061972" y="320497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6" name="Text 10">
            <a:extLst>
              <a:ext uri="{FF2B5EF4-FFF2-40B4-BE49-F238E27FC236}">
                <a16:creationId xmlns:a16="http://schemas.microsoft.com/office/drawing/2014/main" id="{BCC6C8CC-434C-6B20-8CDA-7E6375A1547A}"/>
              </a:ext>
            </a:extLst>
          </p:cNvPr>
          <p:cNvSpPr/>
          <p:nvPr/>
        </p:nvSpPr>
        <p:spPr>
          <a:xfrm>
            <a:off x="2098548" y="32415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50" dirty="0"/>
          </a:p>
        </p:txBody>
      </p:sp>
      <p:sp>
        <p:nvSpPr>
          <p:cNvPr id="88" name="Shape 11">
            <a:extLst>
              <a:ext uri="{FF2B5EF4-FFF2-40B4-BE49-F238E27FC236}">
                <a16:creationId xmlns:a16="http://schemas.microsoft.com/office/drawing/2014/main" id="{9A8944F2-8C5F-1935-9655-66573932BE7F}"/>
              </a:ext>
            </a:extLst>
          </p:cNvPr>
          <p:cNvSpPr/>
          <p:nvPr/>
        </p:nvSpPr>
        <p:spPr>
          <a:xfrm>
            <a:off x="1417320" y="3291840"/>
            <a:ext cx="1508760" cy="86868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CFCD6002-DD18-1300-95B4-737B58A2A58D}"/>
              </a:ext>
            </a:extLst>
          </p:cNvPr>
          <p:cNvSpPr/>
          <p:nvPr/>
        </p:nvSpPr>
        <p:spPr>
          <a:xfrm>
            <a:off x="2061972" y="36164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373631B5-72CD-06D6-1931-3C2EA2A2318A}"/>
              </a:ext>
            </a:extLst>
          </p:cNvPr>
          <p:cNvSpPr/>
          <p:nvPr/>
        </p:nvSpPr>
        <p:spPr>
          <a:xfrm>
            <a:off x="2098548" y="36530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2942B68A-A599-92E4-38BF-D30B714C5038}"/>
              </a:ext>
            </a:extLst>
          </p:cNvPr>
          <p:cNvSpPr/>
          <p:nvPr/>
        </p:nvSpPr>
        <p:spPr>
          <a:xfrm>
            <a:off x="2926080" y="2514600"/>
            <a:ext cx="2011680" cy="82296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CB8B794F-CADB-F3E0-2821-7D7F12ECF3B5}"/>
              </a:ext>
            </a:extLst>
          </p:cNvPr>
          <p:cNvSpPr/>
          <p:nvPr/>
        </p:nvSpPr>
        <p:spPr>
          <a:xfrm>
            <a:off x="3822192" y="281635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74062051-81F2-B66C-E00F-9A95EB2E9A06}"/>
              </a:ext>
            </a:extLst>
          </p:cNvPr>
          <p:cNvSpPr/>
          <p:nvPr/>
        </p:nvSpPr>
        <p:spPr>
          <a:xfrm>
            <a:off x="3858768" y="28529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100" name="Shape 17">
            <a:extLst>
              <a:ext uri="{FF2B5EF4-FFF2-40B4-BE49-F238E27FC236}">
                <a16:creationId xmlns:a16="http://schemas.microsoft.com/office/drawing/2014/main" id="{266B5F5B-8CCE-C82A-4BDA-A58C74C2DDD5}"/>
              </a:ext>
            </a:extLst>
          </p:cNvPr>
          <p:cNvSpPr/>
          <p:nvPr/>
        </p:nvSpPr>
        <p:spPr>
          <a:xfrm>
            <a:off x="2926080" y="3337560"/>
            <a:ext cx="2011680" cy="0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id="{F0A7F04B-38DC-6FD1-4548-71C3B8F4ED84}"/>
              </a:ext>
            </a:extLst>
          </p:cNvPr>
          <p:cNvSpPr/>
          <p:nvPr/>
        </p:nvSpPr>
        <p:spPr>
          <a:xfrm>
            <a:off x="3822192" y="322783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4" name="Text 19">
            <a:extLst>
              <a:ext uri="{FF2B5EF4-FFF2-40B4-BE49-F238E27FC236}">
                <a16:creationId xmlns:a16="http://schemas.microsoft.com/office/drawing/2014/main" id="{4A5D89B5-38DE-06AE-EC1E-A1A7CE49C803}"/>
              </a:ext>
            </a:extLst>
          </p:cNvPr>
          <p:cNvSpPr/>
          <p:nvPr/>
        </p:nvSpPr>
        <p:spPr>
          <a:xfrm>
            <a:off x="3858768" y="32644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FFDAA481-006B-0F8A-C5CF-F63B7980D292}"/>
              </a:ext>
            </a:extLst>
          </p:cNvPr>
          <p:cNvSpPr/>
          <p:nvPr/>
        </p:nvSpPr>
        <p:spPr>
          <a:xfrm flipV="1">
            <a:off x="2926080" y="3355848"/>
            <a:ext cx="2011680" cy="804672"/>
          </a:xfrm>
          <a:prstGeom prst="line">
            <a:avLst/>
          </a:prstGeom>
          <a:noFill/>
          <a:ln w="2032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8" name="Shape 21">
            <a:extLst>
              <a:ext uri="{FF2B5EF4-FFF2-40B4-BE49-F238E27FC236}">
                <a16:creationId xmlns:a16="http://schemas.microsoft.com/office/drawing/2014/main" id="{7BACA7A8-8C6A-4DDB-0E6A-A3C2C192B2FA}"/>
              </a:ext>
            </a:extLst>
          </p:cNvPr>
          <p:cNvSpPr/>
          <p:nvPr/>
        </p:nvSpPr>
        <p:spPr>
          <a:xfrm>
            <a:off x="3822192" y="3639312"/>
            <a:ext cx="219456" cy="219456"/>
          </a:xfrm>
          <a:prstGeom prst="ellipse">
            <a:avLst/>
          </a:prstGeom>
          <a:solidFill>
            <a:srgbClr val="FFFFFF"/>
          </a:solidFill>
          <a:ln w="889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A345FA0C-3FF0-D7C2-3C4D-5C98FE36250E}"/>
              </a:ext>
            </a:extLst>
          </p:cNvPr>
          <p:cNvSpPr/>
          <p:nvPr/>
        </p:nvSpPr>
        <p:spPr>
          <a:xfrm>
            <a:off x="3858768" y="367588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112" name="Shape 23">
            <a:extLst>
              <a:ext uri="{FF2B5EF4-FFF2-40B4-BE49-F238E27FC236}">
                <a16:creationId xmlns:a16="http://schemas.microsoft.com/office/drawing/2014/main" id="{9BE65BD5-66C8-E708-068F-DA42D9B8A187}"/>
              </a:ext>
            </a:extLst>
          </p:cNvPr>
          <p:cNvSpPr/>
          <p:nvPr/>
        </p:nvSpPr>
        <p:spPr>
          <a:xfrm>
            <a:off x="1179576" y="3054096"/>
            <a:ext cx="475488" cy="475488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298E3862-3058-D8F4-7296-927606A14B8A}"/>
              </a:ext>
            </a:extLst>
          </p:cNvPr>
          <p:cNvSpPr/>
          <p:nvPr/>
        </p:nvSpPr>
        <p:spPr>
          <a:xfrm>
            <a:off x="1179576" y="31181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</p:txBody>
      </p:sp>
      <p:sp>
        <p:nvSpPr>
          <p:cNvPr id="116" name="Text 25">
            <a:extLst>
              <a:ext uri="{FF2B5EF4-FFF2-40B4-BE49-F238E27FC236}">
                <a16:creationId xmlns:a16="http://schemas.microsoft.com/office/drawing/2014/main" id="{5656C687-6977-10A3-9CCB-A4C62082713E}"/>
              </a:ext>
            </a:extLst>
          </p:cNvPr>
          <p:cNvSpPr/>
          <p:nvPr/>
        </p:nvSpPr>
        <p:spPr>
          <a:xfrm>
            <a:off x="1005840" y="36118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h=8</a:t>
            </a:r>
            <a:endParaRPr lang="en-US" sz="1050" dirty="0"/>
          </a:p>
        </p:txBody>
      </p:sp>
      <p:sp>
        <p:nvSpPr>
          <p:cNvPr id="118" name="Shape 26">
            <a:extLst>
              <a:ext uri="{FF2B5EF4-FFF2-40B4-BE49-F238E27FC236}">
                <a16:creationId xmlns:a16="http://schemas.microsoft.com/office/drawing/2014/main" id="{DF20494E-729D-1D95-B620-2089CE3EB407}"/>
              </a:ext>
            </a:extLst>
          </p:cNvPr>
          <p:cNvSpPr/>
          <p:nvPr/>
        </p:nvSpPr>
        <p:spPr>
          <a:xfrm>
            <a:off x="2688336" y="2276856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0" name="Text 27">
            <a:extLst>
              <a:ext uri="{FF2B5EF4-FFF2-40B4-BE49-F238E27FC236}">
                <a16:creationId xmlns:a16="http://schemas.microsoft.com/office/drawing/2014/main" id="{44BF019E-54B8-0FE9-0A71-EB8556CCA66E}"/>
              </a:ext>
            </a:extLst>
          </p:cNvPr>
          <p:cNvSpPr/>
          <p:nvPr/>
        </p:nvSpPr>
        <p:spPr>
          <a:xfrm>
            <a:off x="2688336" y="234086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122" name="Text 28">
            <a:extLst>
              <a:ext uri="{FF2B5EF4-FFF2-40B4-BE49-F238E27FC236}">
                <a16:creationId xmlns:a16="http://schemas.microsoft.com/office/drawing/2014/main" id="{EC4F9120-F532-850D-A999-EC00DA59CCB4}"/>
              </a:ext>
            </a:extLst>
          </p:cNvPr>
          <p:cNvSpPr/>
          <p:nvPr/>
        </p:nvSpPr>
        <p:spPr>
          <a:xfrm>
            <a:off x="2514600" y="28346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h=6</a:t>
            </a:r>
            <a:endParaRPr lang="en-US" sz="1050" dirty="0"/>
          </a:p>
        </p:txBody>
      </p:sp>
      <p:sp>
        <p:nvSpPr>
          <p:cNvPr id="124" name="Shape 29">
            <a:extLst>
              <a:ext uri="{FF2B5EF4-FFF2-40B4-BE49-F238E27FC236}">
                <a16:creationId xmlns:a16="http://schemas.microsoft.com/office/drawing/2014/main" id="{80A203FE-CCF3-E1A1-C106-FF9E0DD37C50}"/>
              </a:ext>
            </a:extLst>
          </p:cNvPr>
          <p:cNvSpPr/>
          <p:nvPr/>
        </p:nvSpPr>
        <p:spPr>
          <a:xfrm>
            <a:off x="2688336" y="309981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6" name="Text 30">
            <a:extLst>
              <a:ext uri="{FF2B5EF4-FFF2-40B4-BE49-F238E27FC236}">
                <a16:creationId xmlns:a16="http://schemas.microsoft.com/office/drawing/2014/main" id="{3DD6138D-47B7-A791-021C-96A42DD690CA}"/>
              </a:ext>
            </a:extLst>
          </p:cNvPr>
          <p:cNvSpPr/>
          <p:nvPr/>
        </p:nvSpPr>
        <p:spPr>
          <a:xfrm>
            <a:off x="2688336" y="3163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128" name="Text 31">
            <a:extLst>
              <a:ext uri="{FF2B5EF4-FFF2-40B4-BE49-F238E27FC236}">
                <a16:creationId xmlns:a16="http://schemas.microsoft.com/office/drawing/2014/main" id="{1BDE5C9B-D0AE-27FA-B607-FB80DFAD4CB5}"/>
              </a:ext>
            </a:extLst>
          </p:cNvPr>
          <p:cNvSpPr/>
          <p:nvPr/>
        </p:nvSpPr>
        <p:spPr>
          <a:xfrm>
            <a:off x="2514600" y="3657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h=1</a:t>
            </a:r>
            <a:endParaRPr lang="en-US" sz="1050" dirty="0"/>
          </a:p>
        </p:txBody>
      </p:sp>
      <p:sp>
        <p:nvSpPr>
          <p:cNvPr id="130" name="Shape 32">
            <a:extLst>
              <a:ext uri="{FF2B5EF4-FFF2-40B4-BE49-F238E27FC236}">
                <a16:creationId xmlns:a16="http://schemas.microsoft.com/office/drawing/2014/main" id="{FA5275BA-6E53-2378-1F53-B6C54B1BF4E2}"/>
              </a:ext>
            </a:extLst>
          </p:cNvPr>
          <p:cNvSpPr/>
          <p:nvPr/>
        </p:nvSpPr>
        <p:spPr>
          <a:xfrm>
            <a:off x="2688336" y="3922776"/>
            <a:ext cx="475488" cy="47548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2" name="Text 33">
            <a:extLst>
              <a:ext uri="{FF2B5EF4-FFF2-40B4-BE49-F238E27FC236}">
                <a16:creationId xmlns:a16="http://schemas.microsoft.com/office/drawing/2014/main" id="{8A20E818-71A0-4BDC-5963-7D05CF069C35}"/>
              </a:ext>
            </a:extLst>
          </p:cNvPr>
          <p:cNvSpPr/>
          <p:nvPr/>
        </p:nvSpPr>
        <p:spPr>
          <a:xfrm>
            <a:off x="2688336" y="39867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B7D370AB-E0EF-4894-80C0-6571F933CB3F}"/>
              </a:ext>
            </a:extLst>
          </p:cNvPr>
          <p:cNvSpPr/>
          <p:nvPr/>
        </p:nvSpPr>
        <p:spPr>
          <a:xfrm>
            <a:off x="2514600" y="4480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h=7</a:t>
            </a:r>
            <a:endParaRPr lang="en-US" sz="1050" dirty="0"/>
          </a:p>
        </p:txBody>
      </p:sp>
      <p:sp>
        <p:nvSpPr>
          <p:cNvPr id="136" name="Shape 35">
            <a:extLst>
              <a:ext uri="{FF2B5EF4-FFF2-40B4-BE49-F238E27FC236}">
                <a16:creationId xmlns:a16="http://schemas.microsoft.com/office/drawing/2014/main" id="{493ED5B4-2129-AF8A-3038-52E8328C330F}"/>
              </a:ext>
            </a:extLst>
          </p:cNvPr>
          <p:cNvSpPr/>
          <p:nvPr/>
        </p:nvSpPr>
        <p:spPr>
          <a:xfrm>
            <a:off x="4700016" y="3099816"/>
            <a:ext cx="475488" cy="47548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8" name="Text 36">
            <a:extLst>
              <a:ext uri="{FF2B5EF4-FFF2-40B4-BE49-F238E27FC236}">
                <a16:creationId xmlns:a16="http://schemas.microsoft.com/office/drawing/2014/main" id="{546E4D4B-6CAF-1E12-63A4-98CBA281761D}"/>
              </a:ext>
            </a:extLst>
          </p:cNvPr>
          <p:cNvSpPr/>
          <p:nvPr/>
        </p:nvSpPr>
        <p:spPr>
          <a:xfrm>
            <a:off x="4700016" y="3163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000" dirty="0"/>
          </a:p>
        </p:txBody>
      </p:sp>
      <p:sp>
        <p:nvSpPr>
          <p:cNvPr id="140" name="Text 37">
            <a:extLst>
              <a:ext uri="{FF2B5EF4-FFF2-40B4-BE49-F238E27FC236}">
                <a16:creationId xmlns:a16="http://schemas.microsoft.com/office/drawing/2014/main" id="{FECC2AE5-5A4A-24C1-C3CF-E535DA34325E}"/>
              </a:ext>
            </a:extLst>
          </p:cNvPr>
          <p:cNvSpPr/>
          <p:nvPr/>
        </p:nvSpPr>
        <p:spPr>
          <a:xfrm>
            <a:off x="4526280" y="3657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h=0</a:t>
            </a:r>
            <a:endParaRPr lang="en-US" sz="1050" dirty="0"/>
          </a:p>
        </p:txBody>
      </p:sp>
      <p:sp>
        <p:nvSpPr>
          <p:cNvPr id="7" name="Shape 56">
            <a:extLst>
              <a:ext uri="{FF2B5EF4-FFF2-40B4-BE49-F238E27FC236}">
                <a16:creationId xmlns:a16="http://schemas.microsoft.com/office/drawing/2014/main" id="{64F9C2A2-94E7-7101-0A65-B7E579B6EB86}"/>
              </a:ext>
            </a:extLst>
          </p:cNvPr>
          <p:cNvSpPr/>
          <p:nvPr/>
        </p:nvSpPr>
        <p:spPr>
          <a:xfrm>
            <a:off x="6263640" y="3988215"/>
            <a:ext cx="880110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7">
            <a:extLst>
              <a:ext uri="{FF2B5EF4-FFF2-40B4-BE49-F238E27FC236}">
                <a16:creationId xmlns:a16="http://schemas.microsoft.com/office/drawing/2014/main" id="{5A3CF9BB-6F77-CB94-B17A-DD2DBF888305}"/>
              </a:ext>
            </a:extLst>
          </p:cNvPr>
          <p:cNvSpPr/>
          <p:nvPr/>
        </p:nvSpPr>
        <p:spPr>
          <a:xfrm>
            <a:off x="6309360" y="4146320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</a:rPr>
              <a:t>3</a:t>
            </a:r>
            <a:endParaRPr lang="en-US" sz="1400" dirty="0"/>
          </a:p>
        </p:txBody>
      </p:sp>
      <p:sp>
        <p:nvSpPr>
          <p:cNvPr id="9" name="Shape 58">
            <a:extLst>
              <a:ext uri="{FF2B5EF4-FFF2-40B4-BE49-F238E27FC236}">
                <a16:creationId xmlns:a16="http://schemas.microsoft.com/office/drawing/2014/main" id="{B4721813-A88F-D8EB-90B0-1C4067877082}"/>
              </a:ext>
            </a:extLst>
          </p:cNvPr>
          <p:cNvSpPr/>
          <p:nvPr/>
        </p:nvSpPr>
        <p:spPr>
          <a:xfrm>
            <a:off x="7144872" y="3988215"/>
            <a:ext cx="880110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59">
            <a:extLst>
              <a:ext uri="{FF2B5EF4-FFF2-40B4-BE49-F238E27FC236}">
                <a16:creationId xmlns:a16="http://schemas.microsoft.com/office/drawing/2014/main" id="{424F3777-DEBE-1554-AC9E-1955BB65479E}"/>
              </a:ext>
            </a:extLst>
          </p:cNvPr>
          <p:cNvSpPr/>
          <p:nvPr/>
        </p:nvSpPr>
        <p:spPr>
          <a:xfrm>
            <a:off x="7190592" y="4146320"/>
            <a:ext cx="815515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G</a:t>
            </a:r>
          </a:p>
        </p:txBody>
      </p:sp>
      <p:sp>
        <p:nvSpPr>
          <p:cNvPr id="11" name="Shape 60">
            <a:extLst>
              <a:ext uri="{FF2B5EF4-FFF2-40B4-BE49-F238E27FC236}">
                <a16:creationId xmlns:a16="http://schemas.microsoft.com/office/drawing/2014/main" id="{FD8616EA-EEB4-B83E-CBF7-FE34D33D0BF0}"/>
              </a:ext>
            </a:extLst>
          </p:cNvPr>
          <p:cNvSpPr/>
          <p:nvPr/>
        </p:nvSpPr>
        <p:spPr>
          <a:xfrm>
            <a:off x="8035692" y="3988215"/>
            <a:ext cx="3211428" cy="690371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61">
            <a:extLst>
              <a:ext uri="{FF2B5EF4-FFF2-40B4-BE49-F238E27FC236}">
                <a16:creationId xmlns:a16="http://schemas.microsoft.com/office/drawing/2014/main" id="{3CCFE774-6280-6063-1AE3-BEA58F2445C2}"/>
              </a:ext>
            </a:extLst>
          </p:cNvPr>
          <p:cNvSpPr/>
          <p:nvPr/>
        </p:nvSpPr>
        <p:spPr>
          <a:xfrm>
            <a:off x="8134233" y="4146320"/>
            <a:ext cx="2975727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found</a:t>
            </a:r>
            <a:endParaRPr lang="en-US" sz="1400" dirty="0"/>
          </a:p>
        </p:txBody>
      </p:sp>
      <p:sp>
        <p:nvSpPr>
          <p:cNvPr id="15" name="Text 69">
            <a:extLst>
              <a:ext uri="{FF2B5EF4-FFF2-40B4-BE49-F238E27FC236}">
                <a16:creationId xmlns:a16="http://schemas.microsoft.com/office/drawing/2014/main" id="{9ADE167C-AE0B-780E-2E85-848A2DBDB794}"/>
              </a:ext>
            </a:extLst>
          </p:cNvPr>
          <p:cNvSpPr/>
          <p:nvPr/>
        </p:nvSpPr>
        <p:spPr>
          <a:xfrm>
            <a:off x="8134233" y="2767618"/>
            <a:ext cx="2975727" cy="57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((S,A),2+6), ((S,B),10+1), ((S,C),4+7)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10488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cheaper path still replaces an expensive path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still tracks actual path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FF3F3"/>
          </a:solidFill>
          <a:ln w="12700">
            <a:solidFill>
              <a:srgbClr val="D94E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route to 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606040"/>
            <a:ext cx="3657600" cy="6981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g(E)=8, h(E)=3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f(E)=11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766560" y="164592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1FBF5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route to 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78040" y="2606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g(E)=5, h(E)=3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f(E)=8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5440680" y="2697480"/>
            <a:ext cx="118872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g, recompute f, update parent, reorder the frontier.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UCS, Greedy, and A*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algorithm answers a different frontier question.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0789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6974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7190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26974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7190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97480" cy="8229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23960" y="17190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Guiding question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85800" y="242316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5420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25420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6080760" y="242316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5420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8778240" y="242316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23960" y="25420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been cheapest so far?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26974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3649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</a:t>
            </a:r>
            <a:endParaRPr lang="en-US" sz="1460" dirty="0"/>
          </a:p>
        </p:txBody>
      </p:sp>
      <p:sp>
        <p:nvSpPr>
          <p:cNvPr id="25" name="Shape 23"/>
          <p:cNvSpPr/>
          <p:nvPr/>
        </p:nvSpPr>
        <p:spPr>
          <a:xfrm>
            <a:off x="3383280" y="3246120"/>
            <a:ext cx="26974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33649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460" dirty="0"/>
          </a:p>
        </p:txBody>
      </p:sp>
      <p:sp>
        <p:nvSpPr>
          <p:cNvPr id="27" name="Shape 25"/>
          <p:cNvSpPr/>
          <p:nvPr/>
        </p:nvSpPr>
        <p:spPr>
          <a:xfrm>
            <a:off x="6080760" y="3246120"/>
            <a:ext cx="26974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3649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60" dirty="0"/>
          </a:p>
        </p:txBody>
      </p:sp>
      <p:sp>
        <p:nvSpPr>
          <p:cNvPr id="29" name="Shape 27"/>
          <p:cNvSpPr/>
          <p:nvPr/>
        </p:nvSpPr>
        <p:spPr>
          <a:xfrm>
            <a:off x="8778240" y="3246120"/>
            <a:ext cx="269748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23960" y="33649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looks closest to the goal?</a:t>
            </a:r>
            <a:endParaRPr lang="en-US" sz="1460" dirty="0"/>
          </a:p>
        </p:txBody>
      </p:sp>
      <p:sp>
        <p:nvSpPr>
          <p:cNvPr id="31" name="Shape 29"/>
          <p:cNvSpPr/>
          <p:nvPr/>
        </p:nvSpPr>
        <p:spPr>
          <a:xfrm>
            <a:off x="685800" y="406908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418795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3383280" y="406908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29000" y="418795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g(n)+h(n)</a:t>
            </a:r>
            <a:endParaRPr lang="en-US" sz="1460" dirty="0"/>
          </a:p>
        </p:txBody>
      </p:sp>
      <p:sp>
        <p:nvSpPr>
          <p:cNvPr id="35" name="Shape 33"/>
          <p:cNvSpPr/>
          <p:nvPr/>
        </p:nvSpPr>
        <p:spPr>
          <a:xfrm>
            <a:off x="6080760" y="406908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418795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</a:t>
            </a:r>
            <a:endParaRPr lang="en-US" sz="1460" dirty="0"/>
          </a:p>
        </p:txBody>
      </p:sp>
      <p:sp>
        <p:nvSpPr>
          <p:cNvPr id="37" name="Shape 35"/>
          <p:cNvSpPr/>
          <p:nvPr/>
        </p:nvSpPr>
        <p:spPr>
          <a:xfrm>
            <a:off x="8778240" y="4069080"/>
            <a:ext cx="2697480" cy="8229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23960" y="418795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route appears cheapest overall?</a:t>
            </a:r>
            <a:endParaRPr lang="en-US" sz="1460" dirty="0"/>
          </a:p>
        </p:txBody>
      </p:sp>
      <p:sp>
        <p:nvSpPr>
          <p:cNvPr id="39" name="Text 37"/>
          <p:cNvSpPr/>
          <p:nvPr/>
        </p:nvSpPr>
        <p:spPr>
          <a:xfrm>
            <a:off x="91440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trusts the estimate. UCS trusts the cost already paid. A* considers both.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frontier, different priorities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number that controls the choice.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25730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73352"/>
            <a:ext cx="11658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25980" y="1554480"/>
            <a:ext cx="125730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1700" y="1673352"/>
            <a:ext cx="11658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125730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673352"/>
            <a:ext cx="11658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0580" y="1554480"/>
            <a:ext cx="125730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6300" y="1673352"/>
            <a:ext cx="11658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2402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25980" y="22402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71700" y="23591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83280" y="22402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23591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40580" y="22402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6300" y="23591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8680" y="2926080"/>
            <a:ext cx="12573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0449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25980" y="2926080"/>
            <a:ext cx="12573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71700" y="30449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83280" y="2926080"/>
            <a:ext cx="12573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30449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40580" y="2926080"/>
            <a:ext cx="12573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86300" y="30449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68680" y="36118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7307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125980" y="36118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71700" y="37307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383280" y="36118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29000" y="37307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640580" y="3611880"/>
            <a:ext cx="125730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86300" y="3730752"/>
            <a:ext cx="11658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400800" y="1828800"/>
            <a:ext cx="1325880" cy="19659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0" y="2057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675120" y="25786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492240" y="3246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01000" y="1828800"/>
            <a:ext cx="1325880" cy="19659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92440" y="2057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25786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8092440" y="3246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h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601200" y="1828800"/>
            <a:ext cx="1325880" cy="19659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692640" y="2057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875520" y="25786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9692640" y="3246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f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14400" y="51663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pick the smallest number in the table. </a:t>
            </a:r>
            <a:b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smallest number for the algorithm.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5" grpId="0" animBg="1"/>
      <p:bldP spid="46" grpId="0" animBg="1"/>
      <p:bldP spid="49" grpId="0" animBg="1"/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contains UCS as a special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heuristic gives no guidance, A* behaves like UCS.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h(n) = 0 for every node…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5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 = g(n) + 0 = g(n)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0" y="416052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FF6D6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4434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with a zero heuristic uses the same priority as UCS.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 heuristic is unhelpful, but it is not misleading.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heuristic useful?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helps only if the estimate is informative and practical.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10149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5074920" cy="5943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behavior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074920" cy="59436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627632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search effect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 estimates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9320" y="210312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22199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exploration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2697480"/>
            <a:ext cx="5074920" cy="5943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81635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identical values everywhere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2697480"/>
            <a:ext cx="5074920" cy="5943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81635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little guidance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41071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misleading values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329184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341071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search toward poor regions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5074920" cy="5943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400507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 to compute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3886200"/>
            <a:ext cx="5074920" cy="59436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400507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save overall search effort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448056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459943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expensive to compute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9320" y="4480560"/>
            <a:ext cx="5074920" cy="59436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4599432"/>
            <a:ext cx="4983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not justify its cost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3949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question: how do we know whether one heuristic is safe or better than another?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Algorithm-selection challenge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frontier rule that fits the available information and goal.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24712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accumulated fuel is available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87452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28032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plausible goal is urgent; route cost is secondary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57784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356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1938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31352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so far and defensible remaining estimate are available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8116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the answer by naming the information the algorithm uses.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Frontier sprint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f(n), then compare UCS, Greedy, and A*.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5715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42875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81912"/>
            <a:ext cx="133731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97430" y="1463040"/>
            <a:ext cx="142875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3150" y="1581912"/>
            <a:ext cx="133731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26180" y="1463040"/>
            <a:ext cx="142875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71900" y="1581912"/>
            <a:ext cx="133731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4930" y="1463040"/>
            <a:ext cx="142875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00650" y="1581912"/>
            <a:ext cx="133731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1488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2677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297430" y="21488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43150" y="22677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26180" y="21488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71900" y="22677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54930" y="21488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00650" y="22677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29535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97430" y="28346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43150" y="29535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26180" y="28346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71900" y="29535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54930" y="28346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00650" y="29535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68680" y="35204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6393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297430" y="35204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43150" y="36393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26180" y="35204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71900" y="36393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154930" y="3520440"/>
            <a:ext cx="142875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00650" y="36393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68680" y="42062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43251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297430" y="42062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343150" y="43251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726180" y="42062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71900" y="43251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154930" y="4206240"/>
            <a:ext cx="142875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00650" y="4325112"/>
            <a:ext cx="13373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995160" y="1645920"/>
            <a:ext cx="3794760" cy="3017520"/>
          </a:xfrm>
          <a:prstGeom prst="roundRect">
            <a:avLst>
              <a:gd name="adj" fmla="val 2424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69480" y="1901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7360920" y="24231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Compute f(n)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UCS selection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Greedy selection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A* selection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Explain disagreement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 the mistake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 statement and name the confused quantity.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FF3F3"/>
          </a:solidFill>
          <a:ln w="12700">
            <a:solidFill>
              <a:srgbClr val="D94E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85623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“h(n) is the cost from the start to the current node.”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FF6D6"/>
          </a:solidFill>
          <a:ln w="12700">
            <a:solidFill>
              <a:srgbClr val="F2C14E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309067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“Greedy selects the node with the lowest g(n)+h(n).”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3F0FF"/>
          </a:solidFill>
          <a:ln w="12700">
            <a:solidFill>
              <a:srgbClr val="6E60B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432511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“A* ignores the route already traveled.”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task: rewrite each statement so it is true.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Synthesis: informed 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the formulas and priority rules from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937760" cy="3147387"/>
          </a:xfrm>
          <a:prstGeom prst="roundRect">
            <a:avLst>
              <a:gd name="adj" fmla="val 1720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= __________________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= __________________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__________________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4937760" cy="3147387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uses:       ______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uses:    ______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uses:        ______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1080" y="5546650"/>
            <a:ext cx="10149840" cy="506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trusts the estimate. UCS trusts the cost already paid. A* considers both.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priority rules one more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L06: 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325880" cy="7658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27632"/>
            <a:ext cx="123444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508760"/>
            <a:ext cx="1325880" cy="7658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40280" y="1627632"/>
            <a:ext cx="123444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0440" y="1508760"/>
            <a:ext cx="1325880" cy="7658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627632"/>
            <a:ext cx="123444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1325880" cy="7658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27632"/>
            <a:ext cx="123444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227457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39344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194560" y="227457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40280" y="239344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7457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239344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7457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39344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</a:rPr>
              <a:t>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3040380"/>
            <a:ext cx="1325880" cy="7658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15925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194560" y="3040380"/>
            <a:ext cx="1325880" cy="7658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40280" y="315925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520440" y="3040380"/>
            <a:ext cx="1325880" cy="7658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160" y="315925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40380"/>
            <a:ext cx="1325880" cy="7658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15925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68680" y="380619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92506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194560" y="380619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40280" y="392506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520440" y="380619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66160" y="392506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846320" y="3806190"/>
            <a:ext cx="1325880" cy="7658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925062"/>
            <a:ext cx="1234440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</a:rPr>
              <a:t>?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583680" y="1508760"/>
            <a:ext cx="4526280" cy="3063240"/>
          </a:xfrm>
          <a:prstGeom prst="roundRect">
            <a:avLst>
              <a:gd name="adj" fmla="val 2388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0" y="17830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6903720" y="2331720"/>
            <a:ext cx="3886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Compute f(n)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node does UCS select?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node does Greedy select?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node does A* select?</a:t>
            </a:r>
            <a:endParaRPr lang="en-US" sz="1680" dirty="0"/>
          </a:p>
          <a:p>
            <a:pPr marL="0" indent="0">
              <a:buNone/>
            </a:pPr>
            <a:r>
              <a:rPr lang="en-US" sz="16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does A* use both g and h?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914400" y="57607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HW1 due. Quiz 1 next class. Next: Heuristics — when is a heuristic safe, strong, or misleading?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2758</Words>
  <Application>Microsoft Office PowerPoint</Application>
  <PresentationFormat>Widescreen</PresentationFormat>
  <Paragraphs>567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Air Force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6 Informed Search</dc:title>
  <dc:subject>Lesson 6: Informed Search</dc:subject>
  <dc:creator>CS 471</dc:creator>
  <cp:lastModifiedBy>Phan, Tiffany M Capt USAF USAFA AW/DFCS</cp:lastModifiedBy>
  <cp:revision>2</cp:revision>
  <dcterms:created xsi:type="dcterms:W3CDTF">2026-08-04T23:46:31Z</dcterms:created>
  <dcterms:modified xsi:type="dcterms:W3CDTF">2026-08-20T15:24:16Z</dcterms:modified>
</cp:coreProperties>
</file>